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3.xml" ContentType="application/vnd.openxmlformats-officedocument.theme+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4"/>
    <p:sldMasterId id="2147483786" r:id="rId5"/>
    <p:sldMasterId id="2147483761" r:id="rId6"/>
    <p:sldMasterId id="2147483788" r:id="rId7"/>
  </p:sldMasterIdLst>
  <p:notesMasterIdLst>
    <p:notesMasterId r:id="rId71"/>
  </p:notesMasterIdLst>
  <p:handoutMasterIdLst>
    <p:handoutMasterId r:id="rId72"/>
  </p:handoutMasterIdLst>
  <p:sldIdLst>
    <p:sldId id="3049" r:id="rId8"/>
    <p:sldId id="3050" r:id="rId9"/>
    <p:sldId id="3229" r:id="rId10"/>
    <p:sldId id="3230" r:id="rId11"/>
    <p:sldId id="3228" r:id="rId12"/>
    <p:sldId id="3193" r:id="rId13"/>
    <p:sldId id="3227" r:id="rId14"/>
    <p:sldId id="3119" r:id="rId15"/>
    <p:sldId id="3120" r:id="rId16"/>
    <p:sldId id="3121" r:id="rId17"/>
    <p:sldId id="3195" r:id="rId18"/>
    <p:sldId id="3124" r:id="rId19"/>
    <p:sldId id="3196" r:id="rId20"/>
    <p:sldId id="3222" r:id="rId21"/>
    <p:sldId id="3223" r:id="rId22"/>
    <p:sldId id="3197" r:id="rId23"/>
    <p:sldId id="3126" r:id="rId24"/>
    <p:sldId id="3128" r:id="rId25"/>
    <p:sldId id="3219" r:id="rId26"/>
    <p:sldId id="3131" r:id="rId27"/>
    <p:sldId id="3221" r:id="rId28"/>
    <p:sldId id="3129" r:id="rId29"/>
    <p:sldId id="3134" r:id="rId30"/>
    <p:sldId id="3136" r:id="rId31"/>
    <p:sldId id="3140" r:id="rId32"/>
    <p:sldId id="3213" r:id="rId33"/>
    <p:sldId id="3190" r:id="rId34"/>
    <p:sldId id="3183" r:id="rId35"/>
    <p:sldId id="3184" r:id="rId36"/>
    <p:sldId id="3182" r:id="rId37"/>
    <p:sldId id="3185" r:id="rId38"/>
    <p:sldId id="3211" r:id="rId39"/>
    <p:sldId id="3231" r:id="rId40"/>
    <p:sldId id="3232" r:id="rId41"/>
    <p:sldId id="3233" r:id="rId42"/>
    <p:sldId id="3236" r:id="rId43"/>
    <p:sldId id="3237" r:id="rId44"/>
    <p:sldId id="3164" r:id="rId45"/>
    <p:sldId id="3162" r:id="rId46"/>
    <p:sldId id="3245" r:id="rId47"/>
    <p:sldId id="3246" r:id="rId48"/>
    <p:sldId id="3247" r:id="rId49"/>
    <p:sldId id="3150" r:id="rId50"/>
    <p:sldId id="3191" r:id="rId51"/>
    <p:sldId id="3212" r:id="rId52"/>
    <p:sldId id="3241" r:id="rId53"/>
    <p:sldId id="3238" r:id="rId54"/>
    <p:sldId id="3239" r:id="rId55"/>
    <p:sldId id="3204" r:id="rId56"/>
    <p:sldId id="3167" r:id="rId57"/>
    <p:sldId id="3192" r:id="rId58"/>
    <p:sldId id="3198" r:id="rId59"/>
    <p:sldId id="3242" r:id="rId60"/>
    <p:sldId id="3244" r:id="rId61"/>
    <p:sldId id="3243" r:id="rId62"/>
    <p:sldId id="3203" r:id="rId63"/>
    <p:sldId id="3215" r:id="rId64"/>
    <p:sldId id="3214" r:id="rId65"/>
    <p:sldId id="3217" r:id="rId66"/>
    <p:sldId id="3218" r:id="rId67"/>
    <p:sldId id="3098" r:id="rId68"/>
    <p:sldId id="3187" r:id="rId69"/>
    <p:sldId id="3209" r:id="rId70"/>
  </p:sldIdLst>
  <p:sldSz cx="9144000" cy="5143500" type="screen16x9"/>
  <p:notesSz cx="6797675" cy="9926638"/>
  <p:embeddedFontLst>
    <p:embeddedFont>
      <p:font typeface="Aptos Narrow" panose="020B0004020202020204" pitchFamily="34" charset="0"/>
      <p:regular r:id="rId73"/>
      <p:bold r:id="rId74"/>
      <p:italic r:id="rId75"/>
      <p:boldItalic r:id="rId76"/>
    </p:embeddedFont>
    <p:embeddedFont>
      <p:font typeface="Cambria Math" panose="02040503050406030204" pitchFamily="18" charset="0"/>
      <p:regular r:id="rId77"/>
    </p:embeddedFont>
    <p:embeddedFont>
      <p:font typeface="Enagás PT Serif" panose="020A0603040505020204" pitchFamily="18" charset="0"/>
      <p:regular r:id="rId78"/>
      <p:bold r:id="rId79"/>
      <p:italic r:id="rId80"/>
      <p:boldItalic r:id="rId81"/>
    </p:embeddedFont>
    <p:embeddedFont>
      <p:font typeface="Verdana" panose="020B0604030504040204" pitchFamily="34" charset="0"/>
      <p:regular r:id="rId82"/>
      <p:bold r:id="rId83"/>
      <p:italic r:id="rId84"/>
      <p:boldItalic r:id="rId85"/>
    </p:embeddedFont>
  </p:embeddedFontLst>
  <p:defaultTex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705A43-9D1A-AC61-0A50-9C7D20E1837B}" name="Vilches Ros, Maria Del Mar" initials="VM" userId="S::mmvilches@enagas.es::52dcbdfa-f18a-4b0d-91b1-b37dbc651ec2"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DGCRI.BEC8" initials="D" lastIdx="1" clrIdx="0">
    <p:extLst>
      <p:ext uri="{19B8F6BF-5375-455C-9EA6-DF929625EA0E}">
        <p15:presenceInfo xmlns:p15="http://schemas.microsoft.com/office/powerpoint/2012/main" userId="DGCRI.BEC8" providerId="None"/>
      </p:ext>
    </p:extLst>
  </p:cmAuthor>
  <p:cmAuthor id="2" name="Maria Del Mar Vilches Ros" initials="MDMVR" lastIdx="2" clrIdx="1">
    <p:extLst>
      <p:ext uri="{19B8F6BF-5375-455C-9EA6-DF929625EA0E}">
        <p15:presenceInfo xmlns:p15="http://schemas.microsoft.com/office/powerpoint/2012/main" userId="S::mmvilches@enagas.es::52dcbdfa-f18a-4b0d-91b1-b37dbc651ec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CCCC"/>
    <a:srgbClr val="FF9999"/>
    <a:srgbClr val="007AAE"/>
    <a:srgbClr val="5CBDCA"/>
    <a:srgbClr val="00B5E2"/>
    <a:srgbClr val="F9F9F9"/>
    <a:srgbClr val="FFFFFF"/>
    <a:srgbClr val="9CB700"/>
    <a:srgbClr val="63666A"/>
    <a:srgbClr val="8F4B8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25E5076-3810-47DD-B79F-674D7AD40C01}" styleName="Estilo oscuro 1 - Énfasis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012ECD-51FC-41F1-AA8D-1B2483CD663E}" styleName="Estilo claro 2 - Acento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571" autoAdjust="0"/>
    <p:restoredTop sz="93447" autoAdjust="0"/>
  </p:normalViewPr>
  <p:slideViewPr>
    <p:cSldViewPr snapToGrid="0">
      <p:cViewPr varScale="1">
        <p:scale>
          <a:sx n="136" d="100"/>
          <a:sy n="136" d="100"/>
        </p:scale>
        <p:origin x="498" y="126"/>
      </p:cViewPr>
      <p:guideLst/>
    </p:cSldViewPr>
  </p:slideViewPr>
  <p:notesTextViewPr>
    <p:cViewPr>
      <p:scale>
        <a:sx n="1" d="1"/>
        <a:sy n="1" d="1"/>
      </p:scale>
      <p:origin x="0" y="0"/>
    </p:cViewPr>
  </p:notesTextViewPr>
  <p:notesViewPr>
    <p:cSldViewPr snapToGrid="0">
      <p:cViewPr>
        <p:scale>
          <a:sx n="1" d="2"/>
          <a:sy n="1" d="2"/>
        </p:scale>
        <p:origin x="0" y="0"/>
      </p:cViewPr>
      <p:guideLst>
        <p:guide orient="horz" pos="3127"/>
        <p:guide pos="2141"/>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9.xml"/><Relationship Id="rId21" Type="http://schemas.openxmlformats.org/officeDocument/2006/relationships/slide" Target="slides/slide14.xml"/><Relationship Id="rId42" Type="http://schemas.openxmlformats.org/officeDocument/2006/relationships/slide" Target="slides/slide35.xml"/><Relationship Id="rId47" Type="http://schemas.openxmlformats.org/officeDocument/2006/relationships/slide" Target="slides/slide40.xml"/><Relationship Id="rId63" Type="http://schemas.openxmlformats.org/officeDocument/2006/relationships/slide" Target="slides/slide56.xml"/><Relationship Id="rId68" Type="http://schemas.openxmlformats.org/officeDocument/2006/relationships/slide" Target="slides/slide61.xml"/><Relationship Id="rId84" Type="http://schemas.openxmlformats.org/officeDocument/2006/relationships/font" Target="fonts/font12.fntdata"/><Relationship Id="rId89" Type="http://schemas.openxmlformats.org/officeDocument/2006/relationships/theme" Target="theme/theme1.xml"/><Relationship Id="rId16" Type="http://schemas.openxmlformats.org/officeDocument/2006/relationships/slide" Target="slides/slide9.xml"/><Relationship Id="rId11" Type="http://schemas.openxmlformats.org/officeDocument/2006/relationships/slide" Target="slides/slide4.xml"/><Relationship Id="rId32" Type="http://schemas.openxmlformats.org/officeDocument/2006/relationships/slide" Target="slides/slide25.xml"/><Relationship Id="rId37" Type="http://schemas.openxmlformats.org/officeDocument/2006/relationships/slide" Target="slides/slide30.xml"/><Relationship Id="rId53" Type="http://schemas.openxmlformats.org/officeDocument/2006/relationships/slide" Target="slides/slide46.xml"/><Relationship Id="rId58" Type="http://schemas.openxmlformats.org/officeDocument/2006/relationships/slide" Target="slides/slide51.xml"/><Relationship Id="rId74" Type="http://schemas.openxmlformats.org/officeDocument/2006/relationships/font" Target="fonts/font2.fntdata"/><Relationship Id="rId79" Type="http://schemas.openxmlformats.org/officeDocument/2006/relationships/font" Target="fonts/font7.fntdata"/><Relationship Id="rId5" Type="http://schemas.openxmlformats.org/officeDocument/2006/relationships/slideMaster" Target="slideMasters/slideMaster2.xml"/><Relationship Id="rId90" Type="http://schemas.openxmlformats.org/officeDocument/2006/relationships/tableStyles" Target="tableStyles.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slide" Target="slides/slide62.xml"/><Relationship Id="rId77" Type="http://schemas.openxmlformats.org/officeDocument/2006/relationships/font" Target="fonts/font5.fntdata"/><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handoutMaster" Target="handoutMasters/handoutMaster1.xml"/><Relationship Id="rId80" Type="http://schemas.openxmlformats.org/officeDocument/2006/relationships/font" Target="fonts/font8.fntdata"/><Relationship Id="rId85" Type="http://schemas.openxmlformats.org/officeDocument/2006/relationships/font" Target="fonts/font13.fntdata"/><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slide" Target="slides/slide60.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slide" Target="slides/slide63.xml"/><Relationship Id="rId75" Type="http://schemas.openxmlformats.org/officeDocument/2006/relationships/font" Target="fonts/font3.fntdata"/><Relationship Id="rId83" Type="http://schemas.openxmlformats.org/officeDocument/2006/relationships/font" Target="fonts/font11.fntdata"/><Relationship Id="rId88" Type="http://schemas.openxmlformats.org/officeDocument/2006/relationships/viewProps" Target="viewProps.xml"/><Relationship Id="rId91"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73" Type="http://schemas.openxmlformats.org/officeDocument/2006/relationships/font" Target="fonts/font1.fntdata"/><Relationship Id="rId78" Type="http://schemas.openxmlformats.org/officeDocument/2006/relationships/font" Target="fonts/font6.fntdata"/><Relationship Id="rId81" Type="http://schemas.openxmlformats.org/officeDocument/2006/relationships/font" Target="fonts/font9.fntdata"/><Relationship Id="rId86"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2.xml"/><Relationship Id="rId13" Type="http://schemas.openxmlformats.org/officeDocument/2006/relationships/slide" Target="slides/slide6.xml"/><Relationship Id="rId18" Type="http://schemas.openxmlformats.org/officeDocument/2006/relationships/slide" Target="slides/slide11.xml"/><Relationship Id="rId39" Type="http://schemas.openxmlformats.org/officeDocument/2006/relationships/slide" Target="slides/slide32.xml"/><Relationship Id="rId34" Type="http://schemas.openxmlformats.org/officeDocument/2006/relationships/slide" Target="slides/slide27.xml"/><Relationship Id="rId50" Type="http://schemas.openxmlformats.org/officeDocument/2006/relationships/slide" Target="slides/slide43.xml"/><Relationship Id="rId55" Type="http://schemas.openxmlformats.org/officeDocument/2006/relationships/slide" Target="slides/slide48.xml"/><Relationship Id="rId76" Type="http://schemas.openxmlformats.org/officeDocument/2006/relationships/font" Target="fonts/font4.fntdata"/><Relationship Id="rId7" Type="http://schemas.openxmlformats.org/officeDocument/2006/relationships/slideMaster" Target="slideMasters/slideMaster4.xml"/><Relationship Id="rId71" Type="http://schemas.openxmlformats.org/officeDocument/2006/relationships/notesMaster" Target="notesMasters/notesMaster1.xml"/><Relationship Id="rId2" Type="http://schemas.openxmlformats.org/officeDocument/2006/relationships/customXml" Target="../customXml/item2.xml"/><Relationship Id="rId29" Type="http://schemas.openxmlformats.org/officeDocument/2006/relationships/slide" Target="slides/slide22.xml"/><Relationship Id="rId24" Type="http://schemas.openxmlformats.org/officeDocument/2006/relationships/slide" Target="slides/slide17.xml"/><Relationship Id="rId40" Type="http://schemas.openxmlformats.org/officeDocument/2006/relationships/slide" Target="slides/slide33.xml"/><Relationship Id="rId45" Type="http://schemas.openxmlformats.org/officeDocument/2006/relationships/slide" Target="slides/slide38.xml"/><Relationship Id="rId66" Type="http://schemas.openxmlformats.org/officeDocument/2006/relationships/slide" Target="slides/slide59.xml"/><Relationship Id="rId87" Type="http://schemas.openxmlformats.org/officeDocument/2006/relationships/presProps" Target="presProps.xml"/><Relationship Id="rId61" Type="http://schemas.openxmlformats.org/officeDocument/2006/relationships/slide" Target="slides/slide54.xml"/><Relationship Id="rId82" Type="http://schemas.openxmlformats.org/officeDocument/2006/relationships/font" Target="fonts/font10.fntdata"/><Relationship Id="rId19"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1"/>
            <a:ext cx="2946400" cy="496809"/>
          </a:xfrm>
          <a:prstGeom prst="rect">
            <a:avLst/>
          </a:prstGeom>
        </p:spPr>
        <p:txBody>
          <a:bodyPr vert="horz" lIns="91440" tIns="45720" rIns="91440" bIns="45720" rtlCol="0"/>
          <a:lstStyle>
            <a:lvl1pPr algn="l">
              <a:defRPr sz="1200"/>
            </a:lvl1pPr>
          </a:lstStyle>
          <a:p>
            <a:endParaRPr lang="es-ES_tradnl">
              <a:latin typeface="Verdana" panose="020B0604030504040204" pitchFamily="34" charset="0"/>
            </a:endParaRPr>
          </a:p>
        </p:txBody>
      </p:sp>
      <p:sp>
        <p:nvSpPr>
          <p:cNvPr id="3" name="2 Marcador de fecha"/>
          <p:cNvSpPr>
            <a:spLocks noGrp="1"/>
          </p:cNvSpPr>
          <p:nvPr>
            <p:ph type="dt" sz="quarter" idx="1"/>
          </p:nvPr>
        </p:nvSpPr>
        <p:spPr>
          <a:xfrm>
            <a:off x="3849688" y="1"/>
            <a:ext cx="2946400" cy="496809"/>
          </a:xfrm>
          <a:prstGeom prst="rect">
            <a:avLst/>
          </a:prstGeom>
        </p:spPr>
        <p:txBody>
          <a:bodyPr vert="horz" lIns="91440" tIns="45720" rIns="91440" bIns="45720" rtlCol="0"/>
          <a:lstStyle>
            <a:lvl1pPr algn="r">
              <a:defRPr sz="1200"/>
            </a:lvl1pPr>
          </a:lstStyle>
          <a:p>
            <a:fld id="{60FF3DD2-969E-4F51-8A51-EB0B4110BB09}" type="datetimeFigureOut">
              <a:rPr lang="es-ES_tradnl" smtClean="0">
                <a:latin typeface="Verdana" panose="020B0604030504040204" pitchFamily="34" charset="0"/>
              </a:rPr>
              <a:pPr/>
              <a:t>26/06/2026</a:t>
            </a:fld>
            <a:endParaRPr lang="es-ES_tradnl">
              <a:latin typeface="Verdana" panose="020B0604030504040204" pitchFamily="34" charset="0"/>
            </a:endParaRPr>
          </a:p>
        </p:txBody>
      </p:sp>
      <p:sp>
        <p:nvSpPr>
          <p:cNvPr id="4" name="3 Marcador de pie de página"/>
          <p:cNvSpPr>
            <a:spLocks noGrp="1"/>
          </p:cNvSpPr>
          <p:nvPr>
            <p:ph type="ftr" sz="quarter" idx="2"/>
          </p:nvPr>
        </p:nvSpPr>
        <p:spPr>
          <a:xfrm>
            <a:off x="0" y="9428242"/>
            <a:ext cx="2946400" cy="496809"/>
          </a:xfrm>
          <a:prstGeom prst="rect">
            <a:avLst/>
          </a:prstGeom>
        </p:spPr>
        <p:txBody>
          <a:bodyPr vert="horz" lIns="91440" tIns="45720" rIns="91440" bIns="45720" rtlCol="0" anchor="b"/>
          <a:lstStyle>
            <a:lvl1pPr algn="l">
              <a:defRPr sz="1200"/>
            </a:lvl1pPr>
          </a:lstStyle>
          <a:p>
            <a:endParaRPr lang="es-ES_tradnl">
              <a:latin typeface="Verdana" panose="020B0604030504040204" pitchFamily="34" charset="0"/>
            </a:endParaRPr>
          </a:p>
        </p:txBody>
      </p:sp>
      <p:sp>
        <p:nvSpPr>
          <p:cNvPr id="5" name="4 Marcador de número de diapositiva"/>
          <p:cNvSpPr>
            <a:spLocks noGrp="1"/>
          </p:cNvSpPr>
          <p:nvPr>
            <p:ph type="sldNum" sz="quarter" idx="3"/>
          </p:nvPr>
        </p:nvSpPr>
        <p:spPr>
          <a:xfrm>
            <a:off x="3849688" y="9428242"/>
            <a:ext cx="2946400" cy="496809"/>
          </a:xfrm>
          <a:prstGeom prst="rect">
            <a:avLst/>
          </a:prstGeom>
        </p:spPr>
        <p:txBody>
          <a:bodyPr vert="horz" lIns="91440" tIns="45720" rIns="91440" bIns="45720" rtlCol="0" anchor="b"/>
          <a:lstStyle>
            <a:lvl1pPr algn="r">
              <a:defRPr sz="1200"/>
            </a:lvl1pPr>
          </a:lstStyle>
          <a:p>
            <a:fld id="{B47603E4-74DB-4ECD-BD53-5BB58D963DE4}" type="slidenum">
              <a:rPr lang="es-ES_tradnl" smtClean="0">
                <a:latin typeface="Verdana" panose="020B0604030504040204" pitchFamily="34" charset="0"/>
              </a:rPr>
              <a:pPr/>
              <a:t>‹Nº›</a:t>
            </a:fld>
            <a:endParaRPr lang="es-ES_tradnl">
              <a:latin typeface="Verdana" panose="020B0604030504040204" pitchFamily="34" charset="0"/>
            </a:endParaRPr>
          </a:p>
        </p:txBody>
      </p:sp>
    </p:spTree>
    <p:extLst>
      <p:ext uri="{BB962C8B-B14F-4D97-AF65-F5344CB8AC3E}">
        <p14:creationId xmlns:p14="http://schemas.microsoft.com/office/powerpoint/2010/main" val="41651852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3" y="0"/>
            <a:ext cx="2945659" cy="496332"/>
          </a:xfrm>
          <a:prstGeom prst="rect">
            <a:avLst/>
          </a:prstGeom>
        </p:spPr>
        <p:txBody>
          <a:bodyPr vert="horz" lIns="91440" tIns="45720" rIns="91440" bIns="45720" rtlCol="0"/>
          <a:lstStyle>
            <a:lvl1pPr algn="l">
              <a:defRPr sz="1200" b="0" i="0">
                <a:latin typeface="Verdana" panose="020B0604030504040204" pitchFamily="34" charset="0"/>
              </a:defRPr>
            </a:lvl1pPr>
          </a:lstStyle>
          <a:p>
            <a:endParaRPr lang="es-ES_tradnl"/>
          </a:p>
        </p:txBody>
      </p:sp>
      <p:sp>
        <p:nvSpPr>
          <p:cNvPr id="3" name="2 Marcador de fecha"/>
          <p:cNvSpPr>
            <a:spLocks noGrp="1"/>
          </p:cNvSpPr>
          <p:nvPr>
            <p:ph type="dt" idx="1"/>
          </p:nvPr>
        </p:nvSpPr>
        <p:spPr>
          <a:xfrm>
            <a:off x="3850446" y="0"/>
            <a:ext cx="2945659" cy="496332"/>
          </a:xfrm>
          <a:prstGeom prst="rect">
            <a:avLst/>
          </a:prstGeom>
        </p:spPr>
        <p:txBody>
          <a:bodyPr vert="horz" lIns="91440" tIns="45720" rIns="91440" bIns="45720" rtlCol="0"/>
          <a:lstStyle>
            <a:lvl1pPr algn="r">
              <a:defRPr sz="1200" b="0" i="0">
                <a:latin typeface="Verdana" panose="020B0604030504040204" pitchFamily="34" charset="0"/>
              </a:defRPr>
            </a:lvl1pPr>
          </a:lstStyle>
          <a:p>
            <a:fld id="{1B1655B4-8907-4DA8-B699-724CD93370C9}" type="datetimeFigureOut">
              <a:rPr lang="es-ES_tradnl" smtClean="0"/>
              <a:pPr/>
              <a:t>26/06/2026</a:t>
            </a:fld>
            <a:endParaRPr lang="es-ES_tradnl"/>
          </a:p>
        </p:txBody>
      </p:sp>
      <p:sp>
        <p:nvSpPr>
          <p:cNvPr id="4" name="3 Marcador de imagen de diapositiva"/>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1440" tIns="45720" rIns="91440" bIns="45720" rtlCol="0" anchor="ctr"/>
          <a:lstStyle/>
          <a:p>
            <a:endParaRPr lang="es-ES_tradnl"/>
          </a:p>
        </p:txBody>
      </p:sp>
      <p:sp>
        <p:nvSpPr>
          <p:cNvPr id="5" name="4 Marcador de notas"/>
          <p:cNvSpPr>
            <a:spLocks noGrp="1"/>
          </p:cNvSpPr>
          <p:nvPr>
            <p:ph type="body" sz="quarter" idx="3"/>
          </p:nvPr>
        </p:nvSpPr>
        <p:spPr>
          <a:xfrm>
            <a:off x="679768" y="4715155"/>
            <a:ext cx="5438140" cy="4466987"/>
          </a:xfrm>
          <a:prstGeom prst="rect">
            <a:avLst/>
          </a:prstGeom>
        </p:spPr>
        <p:txBody>
          <a:bodyPr vert="horz" lIns="91440" tIns="45720" rIns="91440" bIns="45720" rtlCol="0"/>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6" name="5 Marcador de pie de página"/>
          <p:cNvSpPr>
            <a:spLocks noGrp="1"/>
          </p:cNvSpPr>
          <p:nvPr>
            <p:ph type="ftr" sz="quarter" idx="4"/>
          </p:nvPr>
        </p:nvSpPr>
        <p:spPr>
          <a:xfrm>
            <a:off x="3" y="9428585"/>
            <a:ext cx="2945659" cy="496332"/>
          </a:xfrm>
          <a:prstGeom prst="rect">
            <a:avLst/>
          </a:prstGeom>
        </p:spPr>
        <p:txBody>
          <a:bodyPr vert="horz" lIns="91440" tIns="45720" rIns="91440" bIns="45720" rtlCol="0" anchor="b"/>
          <a:lstStyle>
            <a:lvl1pPr algn="l">
              <a:defRPr sz="1200" b="0" i="0">
                <a:latin typeface="Verdana" panose="020B0604030504040204" pitchFamily="34" charset="0"/>
              </a:defRPr>
            </a:lvl1pPr>
          </a:lstStyle>
          <a:p>
            <a:endParaRPr lang="es-ES_tradnl"/>
          </a:p>
        </p:txBody>
      </p:sp>
      <p:sp>
        <p:nvSpPr>
          <p:cNvPr id="7" name="6 Marcador de número de diapositiva"/>
          <p:cNvSpPr>
            <a:spLocks noGrp="1"/>
          </p:cNvSpPr>
          <p:nvPr>
            <p:ph type="sldNum" sz="quarter" idx="5"/>
          </p:nvPr>
        </p:nvSpPr>
        <p:spPr>
          <a:xfrm>
            <a:off x="3850446" y="9428585"/>
            <a:ext cx="2945659" cy="496332"/>
          </a:xfrm>
          <a:prstGeom prst="rect">
            <a:avLst/>
          </a:prstGeom>
        </p:spPr>
        <p:txBody>
          <a:bodyPr vert="horz" lIns="91440" tIns="45720" rIns="91440" bIns="45720" rtlCol="0" anchor="b"/>
          <a:lstStyle>
            <a:lvl1pPr algn="r">
              <a:defRPr sz="1200" b="0" i="0">
                <a:latin typeface="Verdana" panose="020B0604030504040204" pitchFamily="34" charset="0"/>
              </a:defRPr>
            </a:lvl1pPr>
          </a:lstStyle>
          <a:p>
            <a:fld id="{0C573B90-E109-49E6-81EC-950EC00F49A1}" type="slidenum">
              <a:rPr lang="es-ES_tradnl" smtClean="0"/>
              <a:pPr/>
              <a:t>‹Nº›</a:t>
            </a:fld>
            <a:endParaRPr lang="es-ES_tradnl"/>
          </a:p>
        </p:txBody>
      </p:sp>
    </p:spTree>
    <p:extLst>
      <p:ext uri="{BB962C8B-B14F-4D97-AF65-F5344CB8AC3E}">
        <p14:creationId xmlns:p14="http://schemas.microsoft.com/office/powerpoint/2010/main" val="2991598446"/>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Verdana" panose="020B0604030504040204" pitchFamily="34" charset="0"/>
        <a:ea typeface="+mn-ea"/>
        <a:cs typeface="+mn-cs"/>
      </a:defRPr>
    </a:lvl1pPr>
    <a:lvl2pPr marL="457200" algn="l" defTabSz="914400" rtl="0" eaLnBrk="1" latinLnBrk="0" hangingPunct="1">
      <a:defRPr sz="1200" b="0" i="0" kern="1200">
        <a:solidFill>
          <a:schemeClr val="tx1"/>
        </a:solidFill>
        <a:latin typeface="Verdana" panose="020B0604030504040204" pitchFamily="34" charset="0"/>
        <a:ea typeface="+mn-ea"/>
        <a:cs typeface="+mn-cs"/>
      </a:defRPr>
    </a:lvl2pPr>
    <a:lvl3pPr marL="914400" algn="l" defTabSz="914400" rtl="0" eaLnBrk="1" latinLnBrk="0" hangingPunct="1">
      <a:defRPr sz="1200" b="0" i="0" kern="1200">
        <a:solidFill>
          <a:schemeClr val="tx1"/>
        </a:solidFill>
        <a:latin typeface="Verdana" panose="020B0604030504040204" pitchFamily="34" charset="0"/>
        <a:ea typeface="+mn-ea"/>
        <a:cs typeface="+mn-cs"/>
      </a:defRPr>
    </a:lvl3pPr>
    <a:lvl4pPr marL="1371600" algn="l" defTabSz="914400" rtl="0" eaLnBrk="1" latinLnBrk="0" hangingPunct="1">
      <a:defRPr sz="1200" b="0" i="0" kern="1200">
        <a:solidFill>
          <a:schemeClr val="tx1"/>
        </a:solidFill>
        <a:latin typeface="Verdana" panose="020B0604030504040204" pitchFamily="34" charset="0"/>
        <a:ea typeface="+mn-ea"/>
        <a:cs typeface="+mn-cs"/>
      </a:defRPr>
    </a:lvl4pPr>
    <a:lvl5pPr marL="1828800" algn="l" defTabSz="914400" rtl="0" eaLnBrk="1" latinLnBrk="0" hangingPunct="1">
      <a:defRPr sz="1200" b="0" i="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2651B-4717-E6D7-D69C-C26CFA0141D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079D010-2291-B929-F9AC-301B75331FD7}"/>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7B3DDBD7-2701-0C87-E197-606DEC52A78F}"/>
              </a:ext>
            </a:extLst>
          </p:cNvPr>
          <p:cNvSpPr>
            <a:spLocks noGrp="1"/>
          </p:cNvSpPr>
          <p:nvPr>
            <p:ph type="body" idx="1"/>
          </p:nvPr>
        </p:nvSpPr>
        <p:spPr/>
        <p:txBody>
          <a:bodyPr/>
          <a:lstStyle/>
          <a:p>
            <a:pPr lvl="0"/>
            <a:r>
              <a:rPr lang="es-ES" dirty="0"/>
              <a:t>Ajustes de tecnologías. Explicar </a:t>
            </a:r>
            <a:r>
              <a:rPr lang="es-ES" dirty="0" err="1"/>
              <a:t>pq</a:t>
            </a:r>
            <a:r>
              <a:rPr lang="es-ES" dirty="0"/>
              <a:t> se hace en una semana. Tema de que se comporte como queremos en una semana.. Meter high y low band de marruecos</a:t>
            </a:r>
          </a:p>
        </p:txBody>
      </p:sp>
      <p:sp>
        <p:nvSpPr>
          <p:cNvPr id="4" name="Marcador de número de diapositiva 3">
            <a:extLst>
              <a:ext uri="{FF2B5EF4-FFF2-40B4-BE49-F238E27FC236}">
                <a16:creationId xmlns:a16="http://schemas.microsoft.com/office/drawing/2014/main" id="{A3137A95-2B88-2F0C-09C1-7143C2950BBA}"/>
              </a:ext>
            </a:extLst>
          </p:cNvPr>
          <p:cNvSpPr>
            <a:spLocks noGrp="1"/>
          </p:cNvSpPr>
          <p:nvPr>
            <p:ph type="sldNum" sz="quarter" idx="5"/>
          </p:nvPr>
        </p:nvSpPr>
        <p:spPr/>
        <p:txBody>
          <a:bodyPr/>
          <a:lstStyle/>
          <a:p>
            <a:fld id="{0C573B90-E109-49E6-81EC-950EC00F49A1}" type="slidenum">
              <a:rPr lang="es-ES_tradnl" smtClean="0"/>
              <a:pPr/>
              <a:t>3</a:t>
            </a:fld>
            <a:endParaRPr lang="es-ES_tradnl"/>
          </a:p>
        </p:txBody>
      </p:sp>
    </p:spTree>
    <p:extLst>
      <p:ext uri="{BB962C8B-B14F-4D97-AF65-F5344CB8AC3E}">
        <p14:creationId xmlns:p14="http://schemas.microsoft.com/office/powerpoint/2010/main" val="21978548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D2129-25C7-7831-B0C5-1882360F519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79C30F7-152F-637D-3FC0-1DA7C46EF3F7}"/>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BC035D6E-3742-8193-8688-6DF8D1687F78}"/>
              </a:ext>
            </a:extLst>
          </p:cNvPr>
          <p:cNvSpPr>
            <a:spLocks noGrp="1"/>
          </p:cNvSpPr>
          <p:nvPr>
            <p:ph type="body" idx="1"/>
          </p:nvPr>
        </p:nvSpPr>
        <p:spPr/>
        <p:txBody>
          <a:bodyPr/>
          <a:lstStyle/>
          <a:p>
            <a:pPr lvl="0"/>
            <a:r>
              <a:rPr lang="es-ES" dirty="0"/>
              <a:t>Cambio colores links diferenciar. Y línea puntos </a:t>
            </a:r>
          </a:p>
        </p:txBody>
      </p:sp>
      <p:sp>
        <p:nvSpPr>
          <p:cNvPr id="4" name="Marcador de número de diapositiva 3">
            <a:extLst>
              <a:ext uri="{FF2B5EF4-FFF2-40B4-BE49-F238E27FC236}">
                <a16:creationId xmlns:a16="http://schemas.microsoft.com/office/drawing/2014/main" id="{7B5E7AB4-70AF-DAEE-FEA2-04C5C0D7F392}"/>
              </a:ext>
            </a:extLst>
          </p:cNvPr>
          <p:cNvSpPr>
            <a:spLocks noGrp="1"/>
          </p:cNvSpPr>
          <p:nvPr>
            <p:ph type="sldNum" sz="quarter" idx="5"/>
          </p:nvPr>
        </p:nvSpPr>
        <p:spPr/>
        <p:txBody>
          <a:bodyPr/>
          <a:lstStyle/>
          <a:p>
            <a:fld id="{0C573B90-E109-49E6-81EC-950EC00F49A1}" type="slidenum">
              <a:rPr lang="es-ES_tradnl" smtClean="0"/>
              <a:pPr/>
              <a:t>4</a:t>
            </a:fld>
            <a:endParaRPr lang="es-ES_tradnl"/>
          </a:p>
        </p:txBody>
      </p:sp>
    </p:spTree>
    <p:extLst>
      <p:ext uri="{BB962C8B-B14F-4D97-AF65-F5344CB8AC3E}">
        <p14:creationId xmlns:p14="http://schemas.microsoft.com/office/powerpoint/2010/main" val="27351359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1EA0-2EBD-31B5-6007-46C39F12DA7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E0BAE81-24E7-2629-0F47-509552B836F6}"/>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AB58FEA-18C0-551A-7BAB-CF7529C8F0A8}"/>
              </a:ext>
            </a:extLst>
          </p:cNvPr>
          <p:cNvSpPr>
            <a:spLocks noGrp="1"/>
          </p:cNvSpPr>
          <p:nvPr>
            <p:ph type="body" idx="1"/>
          </p:nvPr>
        </p:nvSpPr>
        <p:spPr/>
        <p:txBody>
          <a:bodyPr/>
          <a:lstStyle/>
          <a:p>
            <a:pPr lvl="0"/>
            <a:r>
              <a:rPr lang="es-ES" dirty="0"/>
              <a:t>Ajustes de tecnologías. Explicar </a:t>
            </a:r>
            <a:r>
              <a:rPr lang="es-ES" dirty="0" err="1"/>
              <a:t>pq</a:t>
            </a:r>
            <a:r>
              <a:rPr lang="es-ES" dirty="0"/>
              <a:t> se hace en una semana. Tema de que se comporte como queremos en una semana.. Meter high y low band de marruecos</a:t>
            </a:r>
          </a:p>
        </p:txBody>
      </p:sp>
      <p:sp>
        <p:nvSpPr>
          <p:cNvPr id="4" name="Marcador de número de diapositiva 3">
            <a:extLst>
              <a:ext uri="{FF2B5EF4-FFF2-40B4-BE49-F238E27FC236}">
                <a16:creationId xmlns:a16="http://schemas.microsoft.com/office/drawing/2014/main" id="{2F046FA0-3CF2-42DB-B83B-80D0A3FC9756}"/>
              </a:ext>
            </a:extLst>
          </p:cNvPr>
          <p:cNvSpPr>
            <a:spLocks noGrp="1"/>
          </p:cNvSpPr>
          <p:nvPr>
            <p:ph type="sldNum" sz="quarter" idx="5"/>
          </p:nvPr>
        </p:nvSpPr>
        <p:spPr/>
        <p:txBody>
          <a:bodyPr/>
          <a:lstStyle/>
          <a:p>
            <a:fld id="{0C573B90-E109-49E6-81EC-950EC00F49A1}" type="slidenum">
              <a:rPr lang="es-ES_tradnl" smtClean="0"/>
              <a:pPr/>
              <a:t>5</a:t>
            </a:fld>
            <a:endParaRPr lang="es-ES_tradnl"/>
          </a:p>
        </p:txBody>
      </p:sp>
    </p:spTree>
    <p:extLst>
      <p:ext uri="{BB962C8B-B14F-4D97-AF65-F5344CB8AC3E}">
        <p14:creationId xmlns:p14="http://schemas.microsoft.com/office/powerpoint/2010/main" val="8317313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8BA6C-8C02-A75F-75BF-30A9054E944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54A01EE-4F78-FA4C-881B-AA6E93DBCE90}"/>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A8D1EC4-F801-CB1D-DE0B-AD1DC5173DBE}"/>
              </a:ext>
            </a:extLst>
          </p:cNvPr>
          <p:cNvSpPr>
            <a:spLocks noGrp="1"/>
          </p:cNvSpPr>
          <p:nvPr>
            <p:ph type="body" idx="1"/>
          </p:nvPr>
        </p:nvSpPr>
        <p:spPr/>
        <p:txBody>
          <a:bodyPr/>
          <a:lstStyle/>
          <a:p>
            <a:pPr lvl="0"/>
            <a:r>
              <a:rPr lang="es-ES" dirty="0"/>
              <a:t>Cambio colores links diferenciar. Y línea puntos </a:t>
            </a:r>
          </a:p>
        </p:txBody>
      </p:sp>
      <p:sp>
        <p:nvSpPr>
          <p:cNvPr id="4" name="Marcador de número de diapositiva 3">
            <a:extLst>
              <a:ext uri="{FF2B5EF4-FFF2-40B4-BE49-F238E27FC236}">
                <a16:creationId xmlns:a16="http://schemas.microsoft.com/office/drawing/2014/main" id="{2D553C24-267B-86AC-E33D-6B97F140BF03}"/>
              </a:ext>
            </a:extLst>
          </p:cNvPr>
          <p:cNvSpPr>
            <a:spLocks noGrp="1"/>
          </p:cNvSpPr>
          <p:nvPr>
            <p:ph type="sldNum" sz="quarter" idx="5"/>
          </p:nvPr>
        </p:nvSpPr>
        <p:spPr/>
        <p:txBody>
          <a:bodyPr/>
          <a:lstStyle/>
          <a:p>
            <a:fld id="{0C573B90-E109-49E6-81EC-950EC00F49A1}" type="slidenum">
              <a:rPr lang="es-ES_tradnl" smtClean="0"/>
              <a:pPr/>
              <a:t>6</a:t>
            </a:fld>
            <a:endParaRPr lang="es-ES_tradnl"/>
          </a:p>
        </p:txBody>
      </p:sp>
    </p:spTree>
    <p:extLst>
      <p:ext uri="{BB962C8B-B14F-4D97-AF65-F5344CB8AC3E}">
        <p14:creationId xmlns:p14="http://schemas.microsoft.com/office/powerpoint/2010/main" val="5694621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C8766-218B-FDAE-3A4E-1C93BEDAF9F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58251B-C516-D3E7-5419-B1D891A8DD2D}"/>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EFFFBE53-10CD-B153-B46E-BE2C56955F02}"/>
              </a:ext>
            </a:extLst>
          </p:cNvPr>
          <p:cNvSpPr>
            <a:spLocks noGrp="1"/>
          </p:cNvSpPr>
          <p:nvPr>
            <p:ph type="body" idx="1"/>
          </p:nvPr>
        </p:nvSpPr>
        <p:spPr/>
        <p:txBody>
          <a:bodyPr/>
          <a:lstStyle/>
          <a:p>
            <a:pPr lvl="0"/>
            <a:r>
              <a:rPr lang="es-ES" dirty="0"/>
              <a:t>Cambio colores links diferenciar. Y línea puntos </a:t>
            </a:r>
          </a:p>
        </p:txBody>
      </p:sp>
      <p:sp>
        <p:nvSpPr>
          <p:cNvPr id="4" name="Marcador de número de diapositiva 3">
            <a:extLst>
              <a:ext uri="{FF2B5EF4-FFF2-40B4-BE49-F238E27FC236}">
                <a16:creationId xmlns:a16="http://schemas.microsoft.com/office/drawing/2014/main" id="{923D15DE-FD2B-42E1-3EFC-E349CD512D8E}"/>
              </a:ext>
            </a:extLst>
          </p:cNvPr>
          <p:cNvSpPr>
            <a:spLocks noGrp="1"/>
          </p:cNvSpPr>
          <p:nvPr>
            <p:ph type="sldNum" sz="quarter" idx="5"/>
          </p:nvPr>
        </p:nvSpPr>
        <p:spPr/>
        <p:txBody>
          <a:bodyPr/>
          <a:lstStyle/>
          <a:p>
            <a:fld id="{0C573B90-E109-49E6-81EC-950EC00F49A1}" type="slidenum">
              <a:rPr lang="es-ES_tradnl" smtClean="0"/>
              <a:pPr/>
              <a:t>7</a:t>
            </a:fld>
            <a:endParaRPr lang="es-ES_tradnl"/>
          </a:p>
        </p:txBody>
      </p:sp>
    </p:spTree>
    <p:extLst>
      <p:ext uri="{BB962C8B-B14F-4D97-AF65-F5344CB8AC3E}">
        <p14:creationId xmlns:p14="http://schemas.microsoft.com/office/powerpoint/2010/main" val="35317868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BD660-4518-609B-330F-D599DCE9CFD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D264FA9-3C86-82A9-A85B-4793362A6508}"/>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6C0AA4B6-4533-FDD5-3A7D-2C7795171AEF}"/>
              </a:ext>
            </a:extLst>
          </p:cNvPr>
          <p:cNvSpPr>
            <a:spLocks noGrp="1"/>
          </p:cNvSpPr>
          <p:nvPr>
            <p:ph type="body" idx="1"/>
          </p:nvPr>
        </p:nvSpPr>
        <p:spPr/>
        <p:txBody>
          <a:bodyPr/>
          <a:lstStyle/>
          <a:p>
            <a:pPr lvl="0"/>
            <a:r>
              <a:rPr lang="es-ES" dirty="0"/>
              <a:t>Ajustes de tecnologías. Explicar </a:t>
            </a:r>
            <a:r>
              <a:rPr lang="es-ES" dirty="0" err="1"/>
              <a:t>pq</a:t>
            </a:r>
            <a:r>
              <a:rPr lang="es-ES" dirty="0"/>
              <a:t> se hace en una semana. Tema de que se comporte como queremos en una semana.. Meter high y low band de marruecos</a:t>
            </a:r>
          </a:p>
        </p:txBody>
      </p:sp>
      <p:sp>
        <p:nvSpPr>
          <p:cNvPr id="4" name="Marcador de número de diapositiva 3">
            <a:extLst>
              <a:ext uri="{FF2B5EF4-FFF2-40B4-BE49-F238E27FC236}">
                <a16:creationId xmlns:a16="http://schemas.microsoft.com/office/drawing/2014/main" id="{324A6738-593E-06D2-349C-78AA8491699C}"/>
              </a:ext>
            </a:extLst>
          </p:cNvPr>
          <p:cNvSpPr>
            <a:spLocks noGrp="1"/>
          </p:cNvSpPr>
          <p:nvPr>
            <p:ph type="sldNum" sz="quarter" idx="5"/>
          </p:nvPr>
        </p:nvSpPr>
        <p:spPr/>
        <p:txBody>
          <a:bodyPr/>
          <a:lstStyle/>
          <a:p>
            <a:fld id="{0C573B90-E109-49E6-81EC-950EC00F49A1}" type="slidenum">
              <a:rPr lang="es-ES_tradnl" smtClean="0"/>
              <a:pPr/>
              <a:t>11</a:t>
            </a:fld>
            <a:endParaRPr lang="es-ES_tradnl"/>
          </a:p>
        </p:txBody>
      </p:sp>
    </p:spTree>
    <p:extLst>
      <p:ext uri="{BB962C8B-B14F-4D97-AF65-F5344CB8AC3E}">
        <p14:creationId xmlns:p14="http://schemas.microsoft.com/office/powerpoint/2010/main" val="839242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ES"/>
          </a:p>
        </p:txBody>
      </p:sp>
      <p:sp>
        <p:nvSpPr>
          <p:cNvPr id="3" name="Marcador de notas 2"/>
          <p:cNvSpPr>
            <a:spLocks noGrp="1"/>
          </p:cNvSpPr>
          <p:nvPr>
            <p:ph type="body" idx="1"/>
          </p:nvPr>
        </p:nvSpPr>
        <p:spPr/>
        <p:txBody>
          <a:bodyPr/>
          <a:lstStyle/>
          <a:p>
            <a:r>
              <a:rPr lang="es-ES" dirty="0"/>
              <a:t>Poner en benchmarking</a:t>
            </a:r>
          </a:p>
        </p:txBody>
      </p:sp>
      <p:sp>
        <p:nvSpPr>
          <p:cNvPr id="4" name="Marcador de número de diapositiva 3"/>
          <p:cNvSpPr>
            <a:spLocks noGrp="1"/>
          </p:cNvSpPr>
          <p:nvPr>
            <p:ph type="sldNum" sz="quarter" idx="5"/>
          </p:nvPr>
        </p:nvSpPr>
        <p:spPr/>
        <p:txBody>
          <a:bodyPr/>
          <a:lstStyle/>
          <a:p>
            <a:fld id="{0C573B90-E109-49E6-81EC-950EC00F49A1}" type="slidenum">
              <a:rPr lang="es-ES_tradnl" smtClean="0"/>
              <a:pPr/>
              <a:t>12</a:t>
            </a:fld>
            <a:endParaRPr lang="es-ES_tradnl"/>
          </a:p>
        </p:txBody>
      </p:sp>
    </p:spTree>
    <p:extLst>
      <p:ext uri="{BB962C8B-B14F-4D97-AF65-F5344CB8AC3E}">
        <p14:creationId xmlns:p14="http://schemas.microsoft.com/office/powerpoint/2010/main" val="7538324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82BA5-0DC7-E6B2-FB67-09A0C2EA15B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6A68784-BB19-882C-C87C-4751D60E7C7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5FA9D77E-052C-1002-99CD-9EDB1D0D7B27}"/>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CB8C9726-4E9B-A249-C87B-4489739C1857}"/>
              </a:ext>
            </a:extLst>
          </p:cNvPr>
          <p:cNvSpPr>
            <a:spLocks noGrp="1"/>
          </p:cNvSpPr>
          <p:nvPr>
            <p:ph type="sldNum" sz="quarter" idx="5"/>
          </p:nvPr>
        </p:nvSpPr>
        <p:spPr/>
        <p:txBody>
          <a:bodyPr/>
          <a:lstStyle/>
          <a:p>
            <a:fld id="{0C573B90-E109-49E6-81EC-950EC00F49A1}" type="slidenum">
              <a:rPr lang="es-ES_tradnl" smtClean="0"/>
              <a:pPr/>
              <a:t>16</a:t>
            </a:fld>
            <a:endParaRPr lang="es-ES_tradnl"/>
          </a:p>
        </p:txBody>
      </p:sp>
    </p:spTree>
    <p:extLst>
      <p:ext uri="{BB962C8B-B14F-4D97-AF65-F5344CB8AC3E}">
        <p14:creationId xmlns:p14="http://schemas.microsoft.com/office/powerpoint/2010/main" val="35235315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9143A-66A9-2448-1148-4A4FFB8B2F4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4D2A5D6-BE2F-C9D0-9F8F-17AB3BFE14C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5793222-269F-C463-3CB0-0D5A73256846}"/>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1720ABBD-6920-587D-3FDE-A92CB9665380}"/>
              </a:ext>
            </a:extLst>
          </p:cNvPr>
          <p:cNvSpPr>
            <a:spLocks noGrp="1"/>
          </p:cNvSpPr>
          <p:nvPr>
            <p:ph type="sldNum" sz="quarter" idx="5"/>
          </p:nvPr>
        </p:nvSpPr>
        <p:spPr/>
        <p:txBody>
          <a:bodyPr/>
          <a:lstStyle/>
          <a:p>
            <a:fld id="{0C573B90-E109-49E6-81EC-950EC00F49A1}" type="slidenum">
              <a:rPr lang="es-ES_tradnl" smtClean="0"/>
              <a:pPr/>
              <a:t>17</a:t>
            </a:fld>
            <a:endParaRPr lang="es-ES_tradnl"/>
          </a:p>
        </p:txBody>
      </p:sp>
    </p:spTree>
    <p:extLst>
      <p:ext uri="{BB962C8B-B14F-4D97-AF65-F5344CB8AC3E}">
        <p14:creationId xmlns:p14="http://schemas.microsoft.com/office/powerpoint/2010/main" val="31909287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FD764-856E-3FF0-9DC4-A1AE1622CF5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4621100-338C-3CB8-C5D2-247EA7AA86A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40EFC86D-5D4E-4B88-96D5-952D1433D6D0}"/>
              </a:ext>
            </a:extLst>
          </p:cNvPr>
          <p:cNvSpPr>
            <a:spLocks noGrp="1"/>
          </p:cNvSpPr>
          <p:nvPr>
            <p:ph type="body" idx="1"/>
          </p:nvPr>
        </p:nvSpPr>
        <p:spPr/>
        <p:txBody>
          <a:bodyPr/>
          <a:lstStyle/>
          <a:p>
            <a:pPr lvl="0"/>
            <a:r>
              <a:rPr lang="es-ES" dirty="0" err="1"/>
              <a:t>Dife</a:t>
            </a:r>
            <a:r>
              <a:rPr lang="es-ES" dirty="0"/>
              <a:t>. </a:t>
            </a:r>
            <a:r>
              <a:rPr lang="es-ES" dirty="0" err="1"/>
              <a:t>renciar</a:t>
            </a:r>
            <a:r>
              <a:rPr lang="es-ES" dirty="0"/>
              <a:t> </a:t>
            </a:r>
            <a:r>
              <a:rPr lang="es-ES" dirty="0" err="1"/>
              <a:t>ccgt</a:t>
            </a:r>
            <a:r>
              <a:rPr lang="es-ES" dirty="0"/>
              <a:t> pt es. En plantas donde utilizas un combustible con precio, diciendo q mas tarde lo explico.</a:t>
            </a:r>
          </a:p>
        </p:txBody>
      </p:sp>
      <p:sp>
        <p:nvSpPr>
          <p:cNvPr id="4" name="Marcador de número de diapositiva 3">
            <a:extLst>
              <a:ext uri="{FF2B5EF4-FFF2-40B4-BE49-F238E27FC236}">
                <a16:creationId xmlns:a16="http://schemas.microsoft.com/office/drawing/2014/main" id="{9C89ACEF-EA81-7879-306C-6DABE5EAC8E2}"/>
              </a:ext>
            </a:extLst>
          </p:cNvPr>
          <p:cNvSpPr>
            <a:spLocks noGrp="1"/>
          </p:cNvSpPr>
          <p:nvPr>
            <p:ph type="sldNum" sz="quarter" idx="5"/>
          </p:nvPr>
        </p:nvSpPr>
        <p:spPr/>
        <p:txBody>
          <a:bodyPr/>
          <a:lstStyle/>
          <a:p>
            <a:fld id="{0C573B90-E109-49E6-81EC-950EC00F49A1}" type="slidenum">
              <a:rPr lang="es-ES_tradnl" smtClean="0"/>
              <a:pPr/>
              <a:t>18</a:t>
            </a:fld>
            <a:endParaRPr lang="es-ES_tradnl"/>
          </a:p>
        </p:txBody>
      </p:sp>
    </p:spTree>
    <p:extLst>
      <p:ext uri="{BB962C8B-B14F-4D97-AF65-F5344CB8AC3E}">
        <p14:creationId xmlns:p14="http://schemas.microsoft.com/office/powerpoint/2010/main" val="33940463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7532D-B117-6574-7404-22FBCD31C48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AEBBC70-9454-9C6A-AE6A-649EFCD3C48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911B0B00-FC65-485B-60D1-E8C08B58626F}"/>
              </a:ext>
            </a:extLst>
          </p:cNvPr>
          <p:cNvSpPr>
            <a:spLocks noGrp="1"/>
          </p:cNvSpPr>
          <p:nvPr>
            <p:ph type="body" idx="1"/>
          </p:nvPr>
        </p:nvSpPr>
        <p:spPr/>
        <p:txBody>
          <a:bodyPr/>
          <a:lstStyle/>
          <a:p>
            <a:pPr lvl="0"/>
            <a:r>
              <a:rPr lang="es-ES" dirty="0" err="1"/>
              <a:t>Dife</a:t>
            </a:r>
            <a:r>
              <a:rPr lang="es-ES" dirty="0"/>
              <a:t>. </a:t>
            </a:r>
            <a:r>
              <a:rPr lang="es-ES" dirty="0" err="1"/>
              <a:t>renciar</a:t>
            </a:r>
            <a:r>
              <a:rPr lang="es-ES" dirty="0"/>
              <a:t> </a:t>
            </a:r>
            <a:r>
              <a:rPr lang="es-ES" dirty="0" err="1"/>
              <a:t>ccgt</a:t>
            </a:r>
            <a:r>
              <a:rPr lang="es-ES" dirty="0"/>
              <a:t> pt es. En plantas donde utilizas un combustible con precio, diciendo q mas tarde lo explico.</a:t>
            </a:r>
          </a:p>
        </p:txBody>
      </p:sp>
      <p:sp>
        <p:nvSpPr>
          <p:cNvPr id="4" name="Marcador de número de diapositiva 3">
            <a:extLst>
              <a:ext uri="{FF2B5EF4-FFF2-40B4-BE49-F238E27FC236}">
                <a16:creationId xmlns:a16="http://schemas.microsoft.com/office/drawing/2014/main" id="{E34547C8-AEBC-59CB-199C-7226BA01375D}"/>
              </a:ext>
            </a:extLst>
          </p:cNvPr>
          <p:cNvSpPr>
            <a:spLocks noGrp="1"/>
          </p:cNvSpPr>
          <p:nvPr>
            <p:ph type="sldNum" sz="quarter" idx="5"/>
          </p:nvPr>
        </p:nvSpPr>
        <p:spPr/>
        <p:txBody>
          <a:bodyPr/>
          <a:lstStyle/>
          <a:p>
            <a:fld id="{0C573B90-E109-49E6-81EC-950EC00F49A1}" type="slidenum">
              <a:rPr lang="es-ES_tradnl" smtClean="0"/>
              <a:pPr/>
              <a:t>19</a:t>
            </a:fld>
            <a:endParaRPr lang="es-ES_tradnl"/>
          </a:p>
        </p:txBody>
      </p:sp>
    </p:spTree>
    <p:extLst>
      <p:ext uri="{BB962C8B-B14F-4D97-AF65-F5344CB8AC3E}">
        <p14:creationId xmlns:p14="http://schemas.microsoft.com/office/powerpoint/2010/main" val="19437614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B3B7B-AD8E-7471-B414-680E617CAE4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F73578E-D4DC-5FD4-5A1F-4E2FF54EE853}"/>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D9D8552-FC9E-B0F9-4ACB-33C1D252842B}"/>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55608628-D12C-E158-3A37-C83280E11D75}"/>
              </a:ext>
            </a:extLst>
          </p:cNvPr>
          <p:cNvSpPr>
            <a:spLocks noGrp="1"/>
          </p:cNvSpPr>
          <p:nvPr>
            <p:ph type="sldNum" sz="quarter" idx="5"/>
          </p:nvPr>
        </p:nvSpPr>
        <p:spPr/>
        <p:txBody>
          <a:bodyPr/>
          <a:lstStyle/>
          <a:p>
            <a:fld id="{0C573B90-E109-49E6-81EC-950EC00F49A1}" type="slidenum">
              <a:rPr lang="es-ES_tradnl" smtClean="0"/>
              <a:pPr/>
              <a:t>20</a:t>
            </a:fld>
            <a:endParaRPr lang="es-ES_tradnl"/>
          </a:p>
        </p:txBody>
      </p:sp>
    </p:spTree>
    <p:extLst>
      <p:ext uri="{BB962C8B-B14F-4D97-AF65-F5344CB8AC3E}">
        <p14:creationId xmlns:p14="http://schemas.microsoft.com/office/powerpoint/2010/main" val="6118368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96378-936B-57CC-280A-53AC744FC1DA}"/>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A2DD494-1378-9894-422A-6CC361FB32C8}"/>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9F926794-1504-F775-8A9B-435EC8A8B94B}"/>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F955ED4A-40F5-F9FB-A67A-55F9DF44AC27}"/>
              </a:ext>
            </a:extLst>
          </p:cNvPr>
          <p:cNvSpPr>
            <a:spLocks noGrp="1"/>
          </p:cNvSpPr>
          <p:nvPr>
            <p:ph type="sldNum" sz="quarter" idx="5"/>
          </p:nvPr>
        </p:nvSpPr>
        <p:spPr/>
        <p:txBody>
          <a:bodyPr/>
          <a:lstStyle/>
          <a:p>
            <a:fld id="{0C573B90-E109-49E6-81EC-950EC00F49A1}" type="slidenum">
              <a:rPr lang="es-ES_tradnl" smtClean="0"/>
              <a:pPr/>
              <a:t>21</a:t>
            </a:fld>
            <a:endParaRPr lang="es-ES_tradnl"/>
          </a:p>
        </p:txBody>
      </p:sp>
    </p:spTree>
    <p:extLst>
      <p:ext uri="{BB962C8B-B14F-4D97-AF65-F5344CB8AC3E}">
        <p14:creationId xmlns:p14="http://schemas.microsoft.com/office/powerpoint/2010/main" val="6719710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303B5-C512-6052-6A77-2F53EC65E96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23A8FF-183B-8857-CDDA-FC39252E0785}"/>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78D6AFD-E4B6-C5B0-C024-3884CB43ED43}"/>
              </a:ext>
            </a:extLst>
          </p:cNvPr>
          <p:cNvSpPr>
            <a:spLocks noGrp="1"/>
          </p:cNvSpPr>
          <p:nvPr>
            <p:ph type="body" idx="1"/>
          </p:nvPr>
        </p:nvSpPr>
        <p:spPr/>
        <p:txBody>
          <a:bodyPr/>
          <a:lstStyle/>
          <a:p>
            <a:pPr lvl="0"/>
            <a:r>
              <a:rPr lang="es-ES" dirty="0"/>
              <a:t>Cambiar organización. </a:t>
            </a:r>
            <a:r>
              <a:rPr lang="es-ES" dirty="0" err="1"/>
              <a:t>Cmabio</a:t>
            </a:r>
            <a:r>
              <a:rPr lang="es-ES" dirty="0"/>
              <a:t> nombres </a:t>
            </a:r>
            <a:r>
              <a:rPr lang="es-ES" dirty="0" err="1"/>
              <a:t>graficos</a:t>
            </a:r>
            <a:endParaRPr lang="es-ES" dirty="0"/>
          </a:p>
        </p:txBody>
      </p:sp>
      <p:sp>
        <p:nvSpPr>
          <p:cNvPr id="4" name="Marcador de número de diapositiva 3">
            <a:extLst>
              <a:ext uri="{FF2B5EF4-FFF2-40B4-BE49-F238E27FC236}">
                <a16:creationId xmlns:a16="http://schemas.microsoft.com/office/drawing/2014/main" id="{11DC11EE-3E9C-AE2A-C0BE-B9D64CB5D54B}"/>
              </a:ext>
            </a:extLst>
          </p:cNvPr>
          <p:cNvSpPr>
            <a:spLocks noGrp="1"/>
          </p:cNvSpPr>
          <p:nvPr>
            <p:ph type="sldNum" sz="quarter" idx="5"/>
          </p:nvPr>
        </p:nvSpPr>
        <p:spPr/>
        <p:txBody>
          <a:bodyPr/>
          <a:lstStyle/>
          <a:p>
            <a:fld id="{0C573B90-E109-49E6-81EC-950EC00F49A1}" type="slidenum">
              <a:rPr lang="es-ES_tradnl" smtClean="0"/>
              <a:pPr/>
              <a:t>22</a:t>
            </a:fld>
            <a:endParaRPr lang="es-ES_tradnl"/>
          </a:p>
        </p:txBody>
      </p:sp>
    </p:spTree>
    <p:extLst>
      <p:ext uri="{BB962C8B-B14F-4D97-AF65-F5344CB8AC3E}">
        <p14:creationId xmlns:p14="http://schemas.microsoft.com/office/powerpoint/2010/main" val="41753848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08D23-9974-8B01-42D6-0234EA05BEE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658E581-35E4-FD22-1B34-4018DBF9C69A}"/>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E86CE68-79A1-5405-8B5F-4BD7E06AAD56}"/>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6C424861-951A-79E7-29FE-B38AD3DAC303}"/>
              </a:ext>
            </a:extLst>
          </p:cNvPr>
          <p:cNvSpPr>
            <a:spLocks noGrp="1"/>
          </p:cNvSpPr>
          <p:nvPr>
            <p:ph type="sldNum" sz="quarter" idx="5"/>
          </p:nvPr>
        </p:nvSpPr>
        <p:spPr/>
        <p:txBody>
          <a:bodyPr/>
          <a:lstStyle/>
          <a:p>
            <a:fld id="{0C573B90-E109-49E6-81EC-950EC00F49A1}" type="slidenum">
              <a:rPr lang="es-ES_tradnl" smtClean="0"/>
              <a:pPr/>
              <a:t>23</a:t>
            </a:fld>
            <a:endParaRPr lang="es-ES_tradnl"/>
          </a:p>
        </p:txBody>
      </p:sp>
    </p:spTree>
    <p:extLst>
      <p:ext uri="{BB962C8B-B14F-4D97-AF65-F5344CB8AC3E}">
        <p14:creationId xmlns:p14="http://schemas.microsoft.com/office/powerpoint/2010/main" val="27257533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D796D-628B-C207-22A6-45AB08BB50F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78E4858-C997-8A85-2402-ECD58FD55175}"/>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17BBC27-AFCE-1652-73B1-5FD92583543B}"/>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D51B3608-B4DF-2F44-4D80-7D6D1B7B1036}"/>
              </a:ext>
            </a:extLst>
          </p:cNvPr>
          <p:cNvSpPr>
            <a:spLocks noGrp="1"/>
          </p:cNvSpPr>
          <p:nvPr>
            <p:ph type="sldNum" sz="quarter" idx="5"/>
          </p:nvPr>
        </p:nvSpPr>
        <p:spPr/>
        <p:txBody>
          <a:bodyPr/>
          <a:lstStyle/>
          <a:p>
            <a:fld id="{0C573B90-E109-49E6-81EC-950EC00F49A1}" type="slidenum">
              <a:rPr lang="es-ES_tradnl" smtClean="0"/>
              <a:pPr/>
              <a:t>24</a:t>
            </a:fld>
            <a:endParaRPr lang="es-ES_tradnl"/>
          </a:p>
        </p:txBody>
      </p:sp>
    </p:spTree>
    <p:extLst>
      <p:ext uri="{BB962C8B-B14F-4D97-AF65-F5344CB8AC3E}">
        <p14:creationId xmlns:p14="http://schemas.microsoft.com/office/powerpoint/2010/main" val="22571667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0B98E-8742-C343-15B5-459A21AE335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AD907A-819C-03AC-7222-9A662C1F9827}"/>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E8185DDD-CE05-BB58-D556-7B050E3CDB07}"/>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76132346-DBC3-0A9E-CBC9-8ADF5C3C3EBA}"/>
              </a:ext>
            </a:extLst>
          </p:cNvPr>
          <p:cNvSpPr>
            <a:spLocks noGrp="1"/>
          </p:cNvSpPr>
          <p:nvPr>
            <p:ph type="sldNum" sz="quarter" idx="5"/>
          </p:nvPr>
        </p:nvSpPr>
        <p:spPr/>
        <p:txBody>
          <a:bodyPr/>
          <a:lstStyle/>
          <a:p>
            <a:fld id="{0C573B90-E109-49E6-81EC-950EC00F49A1}" type="slidenum">
              <a:rPr lang="es-ES_tradnl" smtClean="0"/>
              <a:pPr/>
              <a:t>25</a:t>
            </a:fld>
            <a:endParaRPr lang="es-ES_tradnl"/>
          </a:p>
        </p:txBody>
      </p:sp>
    </p:spTree>
    <p:extLst>
      <p:ext uri="{BB962C8B-B14F-4D97-AF65-F5344CB8AC3E}">
        <p14:creationId xmlns:p14="http://schemas.microsoft.com/office/powerpoint/2010/main" val="21886825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B473E-83A7-374A-7FEA-06AF7B234D0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35B0353-2843-1569-52B9-1963C0636E8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E990ED4B-E72F-CFBC-EE22-1644D08B7701}"/>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180908C8-3676-7E8F-6E75-3D4DF90A33CE}"/>
              </a:ext>
            </a:extLst>
          </p:cNvPr>
          <p:cNvSpPr>
            <a:spLocks noGrp="1"/>
          </p:cNvSpPr>
          <p:nvPr>
            <p:ph type="sldNum" sz="quarter" idx="5"/>
          </p:nvPr>
        </p:nvSpPr>
        <p:spPr/>
        <p:txBody>
          <a:bodyPr/>
          <a:lstStyle/>
          <a:p>
            <a:fld id="{0C573B90-E109-49E6-81EC-950EC00F49A1}" type="slidenum">
              <a:rPr lang="es-ES_tradnl" smtClean="0"/>
              <a:pPr/>
              <a:t>26</a:t>
            </a:fld>
            <a:endParaRPr lang="es-ES_tradnl"/>
          </a:p>
        </p:txBody>
      </p:sp>
    </p:spTree>
    <p:extLst>
      <p:ext uri="{BB962C8B-B14F-4D97-AF65-F5344CB8AC3E}">
        <p14:creationId xmlns:p14="http://schemas.microsoft.com/office/powerpoint/2010/main" val="17626249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36852F-1AB1-B654-67B2-6F8062FB64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7885F8D-A4CD-E3C2-C526-A0933F11389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73AFD5A-A5F8-A442-94F8-4141DED6782C}"/>
              </a:ext>
            </a:extLst>
          </p:cNvPr>
          <p:cNvSpPr>
            <a:spLocks noGrp="1"/>
          </p:cNvSpPr>
          <p:nvPr>
            <p:ph type="body" idx="1"/>
          </p:nvPr>
        </p:nvSpPr>
        <p:spPr/>
        <p:txBody>
          <a:bodyPr/>
          <a:lstStyle/>
          <a:p>
            <a:pPr lvl="0"/>
            <a:r>
              <a:rPr lang="es-ES" dirty="0"/>
              <a:t>Sin interconexión Marruecos</a:t>
            </a:r>
          </a:p>
        </p:txBody>
      </p:sp>
      <p:sp>
        <p:nvSpPr>
          <p:cNvPr id="4" name="Marcador de número de diapositiva 3">
            <a:extLst>
              <a:ext uri="{FF2B5EF4-FFF2-40B4-BE49-F238E27FC236}">
                <a16:creationId xmlns:a16="http://schemas.microsoft.com/office/drawing/2014/main" id="{062D2AC0-E000-22C5-ABC3-25BFEAC84501}"/>
              </a:ext>
            </a:extLst>
          </p:cNvPr>
          <p:cNvSpPr>
            <a:spLocks noGrp="1"/>
          </p:cNvSpPr>
          <p:nvPr>
            <p:ph type="sldNum" sz="quarter" idx="5"/>
          </p:nvPr>
        </p:nvSpPr>
        <p:spPr/>
        <p:txBody>
          <a:bodyPr/>
          <a:lstStyle/>
          <a:p>
            <a:fld id="{0C573B90-E109-49E6-81EC-950EC00F49A1}" type="slidenum">
              <a:rPr lang="es-ES_tradnl" smtClean="0"/>
              <a:pPr/>
              <a:t>27</a:t>
            </a:fld>
            <a:endParaRPr lang="es-ES_tradnl"/>
          </a:p>
        </p:txBody>
      </p:sp>
    </p:spTree>
    <p:extLst>
      <p:ext uri="{BB962C8B-B14F-4D97-AF65-F5344CB8AC3E}">
        <p14:creationId xmlns:p14="http://schemas.microsoft.com/office/powerpoint/2010/main" val="6019064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A747B-C45E-B3C1-A027-00CA63ACFA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13724B1-A10C-1D98-C9BC-5D8A965E48E4}"/>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7498F1F2-0E40-3D74-E396-7266DCD1C2C3}"/>
              </a:ext>
            </a:extLst>
          </p:cNvPr>
          <p:cNvSpPr>
            <a:spLocks noGrp="1"/>
          </p:cNvSpPr>
          <p:nvPr>
            <p:ph type="body" idx="1"/>
          </p:nvPr>
        </p:nvSpPr>
        <p:spPr/>
        <p:txBody>
          <a:bodyPr/>
          <a:lstStyle/>
          <a:p>
            <a:pPr lvl="0"/>
            <a:r>
              <a:rPr lang="es-ES" dirty="0"/>
              <a:t>Un 56%... Del flujo de marruecos</a:t>
            </a:r>
          </a:p>
          <a:p>
            <a:pPr lvl="0"/>
            <a:r>
              <a:rPr lang="es-ES" dirty="0"/>
              <a:t>La red nacional de España.</a:t>
            </a:r>
          </a:p>
          <a:p>
            <a:pPr lvl="0"/>
            <a:endParaRPr lang="es-ES" dirty="0"/>
          </a:p>
        </p:txBody>
      </p:sp>
      <p:sp>
        <p:nvSpPr>
          <p:cNvPr id="4" name="Marcador de número de diapositiva 3">
            <a:extLst>
              <a:ext uri="{FF2B5EF4-FFF2-40B4-BE49-F238E27FC236}">
                <a16:creationId xmlns:a16="http://schemas.microsoft.com/office/drawing/2014/main" id="{6B9B0342-D11A-263A-6556-61B894F33F41}"/>
              </a:ext>
            </a:extLst>
          </p:cNvPr>
          <p:cNvSpPr>
            <a:spLocks noGrp="1"/>
          </p:cNvSpPr>
          <p:nvPr>
            <p:ph type="sldNum" sz="quarter" idx="5"/>
          </p:nvPr>
        </p:nvSpPr>
        <p:spPr/>
        <p:txBody>
          <a:bodyPr/>
          <a:lstStyle/>
          <a:p>
            <a:fld id="{0C573B90-E109-49E6-81EC-950EC00F49A1}" type="slidenum">
              <a:rPr lang="es-ES_tradnl" smtClean="0"/>
              <a:pPr/>
              <a:t>28</a:t>
            </a:fld>
            <a:endParaRPr lang="es-ES_tradnl"/>
          </a:p>
        </p:txBody>
      </p:sp>
    </p:spTree>
    <p:extLst>
      <p:ext uri="{BB962C8B-B14F-4D97-AF65-F5344CB8AC3E}">
        <p14:creationId xmlns:p14="http://schemas.microsoft.com/office/powerpoint/2010/main" val="20589831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23AD9-8BE8-971D-9EE6-6E56846DE86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5C80389-4BC7-60EF-6B88-B15735714A6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D8DD8302-8F07-2193-191F-E757EA7EA976}"/>
              </a:ext>
            </a:extLst>
          </p:cNvPr>
          <p:cNvSpPr>
            <a:spLocks noGrp="1"/>
          </p:cNvSpPr>
          <p:nvPr>
            <p:ph type="body" idx="1"/>
          </p:nvPr>
        </p:nvSpPr>
        <p:spPr/>
        <p:txBody>
          <a:bodyPr/>
          <a:lstStyle/>
          <a:p>
            <a:pPr lvl="0"/>
            <a:r>
              <a:rPr lang="es-ES" sz="1200" b="0" i="0" kern="1200" dirty="0">
                <a:solidFill>
                  <a:schemeClr val="tx1"/>
                </a:solidFill>
                <a:effectLst/>
                <a:latin typeface="Verdana" panose="020B0604030504040204" pitchFamily="34" charset="0"/>
                <a:ea typeface="+mn-ea"/>
                <a:cs typeface="+mn-cs"/>
              </a:rPr>
              <a:t> </a:t>
            </a:r>
            <a:endParaRPr lang="es-ES" dirty="0"/>
          </a:p>
        </p:txBody>
      </p:sp>
      <p:sp>
        <p:nvSpPr>
          <p:cNvPr id="4" name="Marcador de número de diapositiva 3">
            <a:extLst>
              <a:ext uri="{FF2B5EF4-FFF2-40B4-BE49-F238E27FC236}">
                <a16:creationId xmlns:a16="http://schemas.microsoft.com/office/drawing/2014/main" id="{8F6D1D78-E307-BBE2-4AEE-81D3C38484CC}"/>
              </a:ext>
            </a:extLst>
          </p:cNvPr>
          <p:cNvSpPr>
            <a:spLocks noGrp="1"/>
          </p:cNvSpPr>
          <p:nvPr>
            <p:ph type="sldNum" sz="quarter" idx="5"/>
          </p:nvPr>
        </p:nvSpPr>
        <p:spPr/>
        <p:txBody>
          <a:bodyPr/>
          <a:lstStyle/>
          <a:p>
            <a:fld id="{0C573B90-E109-49E6-81EC-950EC00F49A1}" type="slidenum">
              <a:rPr lang="es-ES_tradnl" smtClean="0"/>
              <a:pPr/>
              <a:t>29</a:t>
            </a:fld>
            <a:endParaRPr lang="es-ES_tradnl"/>
          </a:p>
        </p:txBody>
      </p:sp>
    </p:spTree>
    <p:extLst>
      <p:ext uri="{BB962C8B-B14F-4D97-AF65-F5344CB8AC3E}">
        <p14:creationId xmlns:p14="http://schemas.microsoft.com/office/powerpoint/2010/main" val="24439775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46D20-7EBC-C816-4B6D-2985007AA93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976DFC3-27DE-5F6E-B980-C1835F233874}"/>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4062E742-7724-3105-2589-AFAFA2458205}"/>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989A644D-7508-A1AA-5972-3276E9841D36}"/>
              </a:ext>
            </a:extLst>
          </p:cNvPr>
          <p:cNvSpPr>
            <a:spLocks noGrp="1"/>
          </p:cNvSpPr>
          <p:nvPr>
            <p:ph type="sldNum" sz="quarter" idx="5"/>
          </p:nvPr>
        </p:nvSpPr>
        <p:spPr/>
        <p:txBody>
          <a:bodyPr/>
          <a:lstStyle/>
          <a:p>
            <a:fld id="{0C573B90-E109-49E6-81EC-950EC00F49A1}" type="slidenum">
              <a:rPr lang="es-ES_tradnl" smtClean="0"/>
              <a:pPr/>
              <a:t>30</a:t>
            </a:fld>
            <a:endParaRPr lang="es-ES_tradnl"/>
          </a:p>
        </p:txBody>
      </p:sp>
    </p:spTree>
    <p:extLst>
      <p:ext uri="{BB962C8B-B14F-4D97-AF65-F5344CB8AC3E}">
        <p14:creationId xmlns:p14="http://schemas.microsoft.com/office/powerpoint/2010/main" val="4469381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D1CAE-7209-832E-1CE3-B9ED2841A22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FEE2109-FBCF-467E-689B-9784A43EC0DD}"/>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4D01443-AD99-838D-1F7C-A61590140E96}"/>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C643DA4A-8803-5102-2663-F10CAE518A24}"/>
              </a:ext>
            </a:extLst>
          </p:cNvPr>
          <p:cNvSpPr>
            <a:spLocks noGrp="1"/>
          </p:cNvSpPr>
          <p:nvPr>
            <p:ph type="sldNum" sz="quarter" idx="5"/>
          </p:nvPr>
        </p:nvSpPr>
        <p:spPr/>
        <p:txBody>
          <a:bodyPr/>
          <a:lstStyle/>
          <a:p>
            <a:fld id="{0C573B90-E109-49E6-81EC-950EC00F49A1}" type="slidenum">
              <a:rPr lang="es-ES_tradnl" smtClean="0"/>
              <a:pPr/>
              <a:t>31</a:t>
            </a:fld>
            <a:endParaRPr lang="es-ES_tradnl"/>
          </a:p>
        </p:txBody>
      </p:sp>
    </p:spTree>
    <p:extLst>
      <p:ext uri="{BB962C8B-B14F-4D97-AF65-F5344CB8AC3E}">
        <p14:creationId xmlns:p14="http://schemas.microsoft.com/office/powerpoint/2010/main" val="22069934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69645-AB49-D43E-855D-A7D73F8FA99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AA03E53-24FD-A983-FDD6-AB87E96502DB}"/>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6752864-22F1-3AF5-9AD6-0A0B18BC5EF3}"/>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A2F973BC-8571-0A75-6CEE-0D1F854B7B09}"/>
              </a:ext>
            </a:extLst>
          </p:cNvPr>
          <p:cNvSpPr>
            <a:spLocks noGrp="1"/>
          </p:cNvSpPr>
          <p:nvPr>
            <p:ph type="sldNum" sz="quarter" idx="5"/>
          </p:nvPr>
        </p:nvSpPr>
        <p:spPr/>
        <p:txBody>
          <a:bodyPr/>
          <a:lstStyle/>
          <a:p>
            <a:fld id="{0C573B90-E109-49E6-81EC-950EC00F49A1}" type="slidenum">
              <a:rPr lang="es-ES_tradnl" smtClean="0"/>
              <a:pPr/>
              <a:t>32</a:t>
            </a:fld>
            <a:endParaRPr lang="es-ES_tradnl"/>
          </a:p>
        </p:txBody>
      </p:sp>
    </p:spTree>
    <p:extLst>
      <p:ext uri="{BB962C8B-B14F-4D97-AF65-F5344CB8AC3E}">
        <p14:creationId xmlns:p14="http://schemas.microsoft.com/office/powerpoint/2010/main" val="202159495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3E2F0-B9B5-0C50-9D53-1721D53C672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D039552-353C-251E-92A4-9BED0DEE08D7}"/>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38F95CB2-A83C-8DA3-FB55-7E6108B31239}"/>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D23DD697-DDED-45C7-FE72-72ADA8686A42}"/>
              </a:ext>
            </a:extLst>
          </p:cNvPr>
          <p:cNvSpPr>
            <a:spLocks noGrp="1"/>
          </p:cNvSpPr>
          <p:nvPr>
            <p:ph type="sldNum" sz="quarter" idx="5"/>
          </p:nvPr>
        </p:nvSpPr>
        <p:spPr/>
        <p:txBody>
          <a:bodyPr/>
          <a:lstStyle/>
          <a:p>
            <a:fld id="{0C573B90-E109-49E6-81EC-950EC00F49A1}" type="slidenum">
              <a:rPr lang="es-ES_tradnl" smtClean="0"/>
              <a:pPr/>
              <a:t>33</a:t>
            </a:fld>
            <a:endParaRPr lang="es-ES_tradnl"/>
          </a:p>
        </p:txBody>
      </p:sp>
    </p:spTree>
    <p:extLst>
      <p:ext uri="{BB962C8B-B14F-4D97-AF65-F5344CB8AC3E}">
        <p14:creationId xmlns:p14="http://schemas.microsoft.com/office/powerpoint/2010/main" val="42204019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05787-8DAD-8B40-6DBE-BD5475F292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B19E022-9103-4111-9357-3038780B514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AEC5204B-EA61-37B7-DA19-D8AACE1EE581}"/>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4B34BE4A-3B74-78D6-6DD4-93CAA8F2DFC9}"/>
              </a:ext>
            </a:extLst>
          </p:cNvPr>
          <p:cNvSpPr>
            <a:spLocks noGrp="1"/>
          </p:cNvSpPr>
          <p:nvPr>
            <p:ph type="sldNum" sz="quarter" idx="5"/>
          </p:nvPr>
        </p:nvSpPr>
        <p:spPr/>
        <p:txBody>
          <a:bodyPr/>
          <a:lstStyle/>
          <a:p>
            <a:fld id="{0C573B90-E109-49E6-81EC-950EC00F49A1}" type="slidenum">
              <a:rPr lang="es-ES_tradnl" smtClean="0"/>
              <a:pPr/>
              <a:t>34</a:t>
            </a:fld>
            <a:endParaRPr lang="es-ES_tradnl"/>
          </a:p>
        </p:txBody>
      </p:sp>
    </p:spTree>
    <p:extLst>
      <p:ext uri="{BB962C8B-B14F-4D97-AF65-F5344CB8AC3E}">
        <p14:creationId xmlns:p14="http://schemas.microsoft.com/office/powerpoint/2010/main" val="36527919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5C125-E593-D871-409F-E9E7D38AFBB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36FA8DA-C00E-BC72-59E9-F625EBA3B3E6}"/>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E8483052-9FFF-96E3-FC6B-CE67D621E7E5}"/>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2B3D6541-4CF1-20EE-9821-57A53D7DF429}"/>
              </a:ext>
            </a:extLst>
          </p:cNvPr>
          <p:cNvSpPr>
            <a:spLocks noGrp="1"/>
          </p:cNvSpPr>
          <p:nvPr>
            <p:ph type="sldNum" sz="quarter" idx="5"/>
          </p:nvPr>
        </p:nvSpPr>
        <p:spPr/>
        <p:txBody>
          <a:bodyPr/>
          <a:lstStyle/>
          <a:p>
            <a:fld id="{0C573B90-E109-49E6-81EC-950EC00F49A1}" type="slidenum">
              <a:rPr lang="es-ES_tradnl" smtClean="0"/>
              <a:pPr/>
              <a:t>35</a:t>
            </a:fld>
            <a:endParaRPr lang="es-ES_tradnl"/>
          </a:p>
        </p:txBody>
      </p:sp>
    </p:spTree>
    <p:extLst>
      <p:ext uri="{BB962C8B-B14F-4D97-AF65-F5344CB8AC3E}">
        <p14:creationId xmlns:p14="http://schemas.microsoft.com/office/powerpoint/2010/main" val="179986184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259A35-8904-CBCF-4541-F77A5F8446E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B81A931-F5E3-F13F-FCF0-1F45AC5E53D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A6A2867B-A031-8719-4F8B-2E4067726D47}"/>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6CF3F8D1-15D7-83A0-37EB-73822C044E4C}"/>
              </a:ext>
            </a:extLst>
          </p:cNvPr>
          <p:cNvSpPr>
            <a:spLocks noGrp="1"/>
          </p:cNvSpPr>
          <p:nvPr>
            <p:ph type="sldNum" sz="quarter" idx="5"/>
          </p:nvPr>
        </p:nvSpPr>
        <p:spPr/>
        <p:txBody>
          <a:bodyPr/>
          <a:lstStyle/>
          <a:p>
            <a:fld id="{0C573B90-E109-49E6-81EC-950EC00F49A1}" type="slidenum">
              <a:rPr lang="es-ES_tradnl" smtClean="0"/>
              <a:pPr/>
              <a:t>36</a:t>
            </a:fld>
            <a:endParaRPr lang="es-ES_tradnl"/>
          </a:p>
        </p:txBody>
      </p:sp>
    </p:spTree>
    <p:extLst>
      <p:ext uri="{BB962C8B-B14F-4D97-AF65-F5344CB8AC3E}">
        <p14:creationId xmlns:p14="http://schemas.microsoft.com/office/powerpoint/2010/main" val="20699266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1BB54-7FFE-5655-253E-7F6B26DA97B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66B8469-87E3-3A67-C4C4-BC2C06E8FF44}"/>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5B45523D-266F-7E8C-56E1-DA972275F169}"/>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422EB498-DD1C-F401-3AFA-9304A6662F3F}"/>
              </a:ext>
            </a:extLst>
          </p:cNvPr>
          <p:cNvSpPr>
            <a:spLocks noGrp="1"/>
          </p:cNvSpPr>
          <p:nvPr>
            <p:ph type="sldNum" sz="quarter" idx="5"/>
          </p:nvPr>
        </p:nvSpPr>
        <p:spPr/>
        <p:txBody>
          <a:bodyPr/>
          <a:lstStyle/>
          <a:p>
            <a:fld id="{0C573B90-E109-49E6-81EC-950EC00F49A1}" type="slidenum">
              <a:rPr lang="es-ES_tradnl" smtClean="0"/>
              <a:pPr/>
              <a:t>37</a:t>
            </a:fld>
            <a:endParaRPr lang="es-ES_tradnl"/>
          </a:p>
        </p:txBody>
      </p:sp>
    </p:spTree>
    <p:extLst>
      <p:ext uri="{BB962C8B-B14F-4D97-AF65-F5344CB8AC3E}">
        <p14:creationId xmlns:p14="http://schemas.microsoft.com/office/powerpoint/2010/main" val="8638922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88BB3-EEF8-F653-5BAE-E047AB9FF0D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1501A01-0817-31A7-CA0F-84C2A2B5A5B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987BE93C-820E-0CD4-A271-3AEC4134196B}"/>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6BED241A-80B3-8986-3CF0-7CC4824A7315}"/>
              </a:ext>
            </a:extLst>
          </p:cNvPr>
          <p:cNvSpPr>
            <a:spLocks noGrp="1"/>
          </p:cNvSpPr>
          <p:nvPr>
            <p:ph type="sldNum" sz="quarter" idx="5"/>
          </p:nvPr>
        </p:nvSpPr>
        <p:spPr/>
        <p:txBody>
          <a:bodyPr/>
          <a:lstStyle/>
          <a:p>
            <a:fld id="{0C573B90-E109-49E6-81EC-950EC00F49A1}" type="slidenum">
              <a:rPr lang="es-ES_tradnl" smtClean="0"/>
              <a:pPr/>
              <a:t>38</a:t>
            </a:fld>
            <a:endParaRPr lang="es-ES_tradnl"/>
          </a:p>
        </p:txBody>
      </p:sp>
    </p:spTree>
    <p:extLst>
      <p:ext uri="{BB962C8B-B14F-4D97-AF65-F5344CB8AC3E}">
        <p14:creationId xmlns:p14="http://schemas.microsoft.com/office/powerpoint/2010/main" val="31480214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A4EF4-1E9E-C52D-4EA7-3CF8AB212F6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DA4B8DB-ADBA-E074-1CB8-765197B2779A}"/>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BCA03F99-0E9F-2EA1-03F0-72596EC78A39}"/>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90C79D03-E978-BA8C-7840-6684128601E6}"/>
              </a:ext>
            </a:extLst>
          </p:cNvPr>
          <p:cNvSpPr>
            <a:spLocks noGrp="1"/>
          </p:cNvSpPr>
          <p:nvPr>
            <p:ph type="sldNum" sz="quarter" idx="5"/>
          </p:nvPr>
        </p:nvSpPr>
        <p:spPr/>
        <p:txBody>
          <a:bodyPr/>
          <a:lstStyle/>
          <a:p>
            <a:fld id="{0C573B90-E109-49E6-81EC-950EC00F49A1}" type="slidenum">
              <a:rPr lang="es-ES_tradnl" smtClean="0"/>
              <a:pPr/>
              <a:t>39</a:t>
            </a:fld>
            <a:endParaRPr lang="es-ES_tradnl"/>
          </a:p>
        </p:txBody>
      </p:sp>
    </p:spTree>
    <p:extLst>
      <p:ext uri="{BB962C8B-B14F-4D97-AF65-F5344CB8AC3E}">
        <p14:creationId xmlns:p14="http://schemas.microsoft.com/office/powerpoint/2010/main" val="35946893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DED9EE-7E01-DA86-297F-46B42BE0764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FAFAE2C-D290-2373-C54C-3FF469E5A339}"/>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5F86C76-BEA6-03C1-CAE5-339B1FF211AB}"/>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4A4A425C-952E-5B77-CFF8-FBDD444B3AB7}"/>
              </a:ext>
            </a:extLst>
          </p:cNvPr>
          <p:cNvSpPr>
            <a:spLocks noGrp="1"/>
          </p:cNvSpPr>
          <p:nvPr>
            <p:ph type="sldNum" sz="quarter" idx="5"/>
          </p:nvPr>
        </p:nvSpPr>
        <p:spPr/>
        <p:txBody>
          <a:bodyPr/>
          <a:lstStyle/>
          <a:p>
            <a:fld id="{0C573B90-E109-49E6-81EC-950EC00F49A1}" type="slidenum">
              <a:rPr lang="es-ES_tradnl" smtClean="0"/>
              <a:pPr/>
              <a:t>40</a:t>
            </a:fld>
            <a:endParaRPr lang="es-ES_tradnl"/>
          </a:p>
        </p:txBody>
      </p:sp>
    </p:spTree>
    <p:extLst>
      <p:ext uri="{BB962C8B-B14F-4D97-AF65-F5344CB8AC3E}">
        <p14:creationId xmlns:p14="http://schemas.microsoft.com/office/powerpoint/2010/main" val="17728603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5CF3A-3B60-DA91-8286-BE10FFDF8EB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688E83A-DC0F-DFCC-6425-E6F3E441C2A6}"/>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DA51B1C9-AF17-44FF-6539-08407AC9A19B}"/>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3C69FC6C-1EC8-1B05-17A8-1FF9E08FC5E8}"/>
              </a:ext>
            </a:extLst>
          </p:cNvPr>
          <p:cNvSpPr>
            <a:spLocks noGrp="1"/>
          </p:cNvSpPr>
          <p:nvPr>
            <p:ph type="sldNum" sz="quarter" idx="5"/>
          </p:nvPr>
        </p:nvSpPr>
        <p:spPr/>
        <p:txBody>
          <a:bodyPr/>
          <a:lstStyle/>
          <a:p>
            <a:fld id="{0C573B90-E109-49E6-81EC-950EC00F49A1}" type="slidenum">
              <a:rPr lang="es-ES_tradnl" smtClean="0"/>
              <a:pPr/>
              <a:t>41</a:t>
            </a:fld>
            <a:endParaRPr lang="es-ES_tradnl"/>
          </a:p>
        </p:txBody>
      </p:sp>
    </p:spTree>
    <p:extLst>
      <p:ext uri="{BB962C8B-B14F-4D97-AF65-F5344CB8AC3E}">
        <p14:creationId xmlns:p14="http://schemas.microsoft.com/office/powerpoint/2010/main" val="13434655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0C234-8E4E-9216-540D-5A1B6EF8926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E7B6A71-DEEF-C4DA-BB07-4B7526EC6AB7}"/>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BCB52B75-E1E2-334F-7AAF-5E69660F9A6A}"/>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3FD2748A-917C-82E7-0271-C8AB0C684221}"/>
              </a:ext>
            </a:extLst>
          </p:cNvPr>
          <p:cNvSpPr>
            <a:spLocks noGrp="1"/>
          </p:cNvSpPr>
          <p:nvPr>
            <p:ph type="sldNum" sz="quarter" idx="5"/>
          </p:nvPr>
        </p:nvSpPr>
        <p:spPr/>
        <p:txBody>
          <a:bodyPr/>
          <a:lstStyle/>
          <a:p>
            <a:fld id="{0C573B90-E109-49E6-81EC-950EC00F49A1}" type="slidenum">
              <a:rPr lang="es-ES_tradnl" smtClean="0"/>
              <a:pPr/>
              <a:t>42</a:t>
            </a:fld>
            <a:endParaRPr lang="es-ES_tradnl"/>
          </a:p>
        </p:txBody>
      </p:sp>
    </p:spTree>
    <p:extLst>
      <p:ext uri="{BB962C8B-B14F-4D97-AF65-F5344CB8AC3E}">
        <p14:creationId xmlns:p14="http://schemas.microsoft.com/office/powerpoint/2010/main" val="7704120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C419C-31F1-F1AC-96EE-1018862CB9C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67B1C9E-1792-F757-3D1A-9496D9A37FF4}"/>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D36EE941-1232-D216-04EA-75A70336506F}"/>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E03F86A7-0215-A6D4-4F94-BF363F4E4AE2}"/>
              </a:ext>
            </a:extLst>
          </p:cNvPr>
          <p:cNvSpPr>
            <a:spLocks noGrp="1"/>
          </p:cNvSpPr>
          <p:nvPr>
            <p:ph type="sldNum" sz="quarter" idx="5"/>
          </p:nvPr>
        </p:nvSpPr>
        <p:spPr/>
        <p:txBody>
          <a:bodyPr/>
          <a:lstStyle/>
          <a:p>
            <a:fld id="{0C573B90-E109-49E6-81EC-950EC00F49A1}" type="slidenum">
              <a:rPr lang="es-ES_tradnl" smtClean="0"/>
              <a:pPr/>
              <a:t>43</a:t>
            </a:fld>
            <a:endParaRPr lang="es-ES_tradnl"/>
          </a:p>
        </p:txBody>
      </p:sp>
    </p:spTree>
    <p:extLst>
      <p:ext uri="{BB962C8B-B14F-4D97-AF65-F5344CB8AC3E}">
        <p14:creationId xmlns:p14="http://schemas.microsoft.com/office/powerpoint/2010/main" val="17899861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0E736-FFC7-6AE6-F7A5-41E89C6D383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3F6C9E5-A20E-0F4C-6325-58105A49792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0B3A2B5-B82B-D4D7-6DCE-0752E5B4FE7D}"/>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8320DAB5-0E4E-F993-5184-37D5C47AD232}"/>
              </a:ext>
            </a:extLst>
          </p:cNvPr>
          <p:cNvSpPr>
            <a:spLocks noGrp="1"/>
          </p:cNvSpPr>
          <p:nvPr>
            <p:ph type="sldNum" sz="quarter" idx="5"/>
          </p:nvPr>
        </p:nvSpPr>
        <p:spPr/>
        <p:txBody>
          <a:bodyPr/>
          <a:lstStyle/>
          <a:p>
            <a:fld id="{0C573B90-E109-49E6-81EC-950EC00F49A1}" type="slidenum">
              <a:rPr lang="es-ES_tradnl" smtClean="0"/>
              <a:pPr/>
              <a:t>44</a:t>
            </a:fld>
            <a:endParaRPr lang="es-ES_tradnl"/>
          </a:p>
        </p:txBody>
      </p:sp>
    </p:spTree>
    <p:extLst>
      <p:ext uri="{BB962C8B-B14F-4D97-AF65-F5344CB8AC3E}">
        <p14:creationId xmlns:p14="http://schemas.microsoft.com/office/powerpoint/2010/main" val="275904712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D424A-BA7A-6E4E-ECEF-56B3189583A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561BB85-C4E7-EB66-436E-22804D845EC8}"/>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F6EC933D-1D7C-7851-FED1-BD4A7AE3B0AE}"/>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6D758004-786D-9708-1037-8D539A46547C}"/>
              </a:ext>
            </a:extLst>
          </p:cNvPr>
          <p:cNvSpPr>
            <a:spLocks noGrp="1"/>
          </p:cNvSpPr>
          <p:nvPr>
            <p:ph type="sldNum" sz="quarter" idx="5"/>
          </p:nvPr>
        </p:nvSpPr>
        <p:spPr/>
        <p:txBody>
          <a:bodyPr/>
          <a:lstStyle/>
          <a:p>
            <a:fld id="{0C573B90-E109-49E6-81EC-950EC00F49A1}" type="slidenum">
              <a:rPr lang="es-ES_tradnl" smtClean="0"/>
              <a:pPr/>
              <a:t>45</a:t>
            </a:fld>
            <a:endParaRPr lang="es-ES_tradnl"/>
          </a:p>
        </p:txBody>
      </p:sp>
    </p:spTree>
    <p:extLst>
      <p:ext uri="{BB962C8B-B14F-4D97-AF65-F5344CB8AC3E}">
        <p14:creationId xmlns:p14="http://schemas.microsoft.com/office/powerpoint/2010/main" val="989337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E3928-7B41-1A19-6FD1-F2051CD60D0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75DAD78-77C6-B8A1-73A8-EDD13116B921}"/>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7B155D90-85D8-8F42-C58A-57216F6D5643}"/>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4F875E94-50C6-BC63-6E89-FF44AEBC7452}"/>
              </a:ext>
            </a:extLst>
          </p:cNvPr>
          <p:cNvSpPr>
            <a:spLocks noGrp="1"/>
          </p:cNvSpPr>
          <p:nvPr>
            <p:ph type="sldNum" sz="quarter" idx="5"/>
          </p:nvPr>
        </p:nvSpPr>
        <p:spPr/>
        <p:txBody>
          <a:bodyPr/>
          <a:lstStyle/>
          <a:p>
            <a:fld id="{0C573B90-E109-49E6-81EC-950EC00F49A1}" type="slidenum">
              <a:rPr lang="es-ES_tradnl" smtClean="0"/>
              <a:pPr/>
              <a:t>46</a:t>
            </a:fld>
            <a:endParaRPr lang="es-ES_tradnl"/>
          </a:p>
        </p:txBody>
      </p:sp>
    </p:spTree>
    <p:extLst>
      <p:ext uri="{BB962C8B-B14F-4D97-AF65-F5344CB8AC3E}">
        <p14:creationId xmlns:p14="http://schemas.microsoft.com/office/powerpoint/2010/main" val="1434471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2B151-81B0-742A-AB28-AEB273A61C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00CD3CB-56FB-8C5F-7CD7-4E3049206219}"/>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047531F5-32F0-2EAD-1A03-6DD4F0461BCF}"/>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F15E583D-D090-B8A7-CFA3-995EEE2C7B28}"/>
              </a:ext>
            </a:extLst>
          </p:cNvPr>
          <p:cNvSpPr>
            <a:spLocks noGrp="1"/>
          </p:cNvSpPr>
          <p:nvPr>
            <p:ph type="sldNum" sz="quarter" idx="5"/>
          </p:nvPr>
        </p:nvSpPr>
        <p:spPr/>
        <p:txBody>
          <a:bodyPr/>
          <a:lstStyle/>
          <a:p>
            <a:fld id="{0C573B90-E109-49E6-81EC-950EC00F49A1}" type="slidenum">
              <a:rPr lang="es-ES_tradnl" smtClean="0"/>
              <a:pPr/>
              <a:t>47</a:t>
            </a:fld>
            <a:endParaRPr lang="es-ES_tradnl"/>
          </a:p>
        </p:txBody>
      </p:sp>
    </p:spTree>
    <p:extLst>
      <p:ext uri="{BB962C8B-B14F-4D97-AF65-F5344CB8AC3E}">
        <p14:creationId xmlns:p14="http://schemas.microsoft.com/office/powerpoint/2010/main" val="20698682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5DCED-CDB5-25D9-3C7C-D2F74E09EB8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56A9767-911F-9346-0602-258E8FA0CD95}"/>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CF490E89-39EB-8E9D-9BBB-C722EEFE1624}"/>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7FEA3CB5-C288-2A37-23BE-2250DC0E29CF}"/>
              </a:ext>
            </a:extLst>
          </p:cNvPr>
          <p:cNvSpPr>
            <a:spLocks noGrp="1"/>
          </p:cNvSpPr>
          <p:nvPr>
            <p:ph type="sldNum" sz="quarter" idx="5"/>
          </p:nvPr>
        </p:nvSpPr>
        <p:spPr/>
        <p:txBody>
          <a:bodyPr/>
          <a:lstStyle/>
          <a:p>
            <a:fld id="{0C573B90-E109-49E6-81EC-950EC00F49A1}" type="slidenum">
              <a:rPr lang="es-ES_tradnl" smtClean="0"/>
              <a:pPr/>
              <a:t>48</a:t>
            </a:fld>
            <a:endParaRPr lang="es-ES_tradnl"/>
          </a:p>
        </p:txBody>
      </p:sp>
    </p:spTree>
    <p:extLst>
      <p:ext uri="{BB962C8B-B14F-4D97-AF65-F5344CB8AC3E}">
        <p14:creationId xmlns:p14="http://schemas.microsoft.com/office/powerpoint/2010/main" val="6026011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A0BDD-6A7C-7F12-5596-CE5657986E7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005F3F3-EA33-D89E-61EA-0BFE70AA9F9F}"/>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9CA32192-F865-63D5-2D75-592E48D9FC11}"/>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F8445905-C059-1383-1157-5830EF24A330}"/>
              </a:ext>
            </a:extLst>
          </p:cNvPr>
          <p:cNvSpPr>
            <a:spLocks noGrp="1"/>
          </p:cNvSpPr>
          <p:nvPr>
            <p:ph type="sldNum" sz="quarter" idx="5"/>
          </p:nvPr>
        </p:nvSpPr>
        <p:spPr/>
        <p:txBody>
          <a:bodyPr/>
          <a:lstStyle/>
          <a:p>
            <a:fld id="{0C573B90-E109-49E6-81EC-950EC00F49A1}" type="slidenum">
              <a:rPr lang="es-ES_tradnl" smtClean="0"/>
              <a:pPr/>
              <a:t>49</a:t>
            </a:fld>
            <a:endParaRPr lang="es-ES_tradnl"/>
          </a:p>
        </p:txBody>
      </p:sp>
    </p:spTree>
    <p:extLst>
      <p:ext uri="{BB962C8B-B14F-4D97-AF65-F5344CB8AC3E}">
        <p14:creationId xmlns:p14="http://schemas.microsoft.com/office/powerpoint/2010/main" val="23171007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B63A2-30F6-B504-AB8E-AFCEB226AA6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40BE6DD-7BF5-08D8-34EE-E32A19CE18E2}"/>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CD3BB13-6B90-1276-DCDD-A4B8919E2BC3}"/>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6EA85844-2E11-584F-7742-27EC9E4DB9A3}"/>
              </a:ext>
            </a:extLst>
          </p:cNvPr>
          <p:cNvSpPr>
            <a:spLocks noGrp="1"/>
          </p:cNvSpPr>
          <p:nvPr>
            <p:ph type="sldNum" sz="quarter" idx="5"/>
          </p:nvPr>
        </p:nvSpPr>
        <p:spPr/>
        <p:txBody>
          <a:bodyPr/>
          <a:lstStyle/>
          <a:p>
            <a:fld id="{0C573B90-E109-49E6-81EC-950EC00F49A1}" type="slidenum">
              <a:rPr lang="es-ES_tradnl" smtClean="0"/>
              <a:pPr/>
              <a:t>50</a:t>
            </a:fld>
            <a:endParaRPr lang="es-ES_tradnl"/>
          </a:p>
        </p:txBody>
      </p:sp>
    </p:spTree>
    <p:extLst>
      <p:ext uri="{BB962C8B-B14F-4D97-AF65-F5344CB8AC3E}">
        <p14:creationId xmlns:p14="http://schemas.microsoft.com/office/powerpoint/2010/main" val="165146450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F6C1D-65A0-252E-553C-D12DB94B2206}"/>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16690E5-6087-1B65-0C5B-A9203E2BF349}"/>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8AB8353-D199-4345-CE27-6D098C1C39A6}"/>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9A83A379-514D-F9ED-E9AC-1F3911244472}"/>
              </a:ext>
            </a:extLst>
          </p:cNvPr>
          <p:cNvSpPr>
            <a:spLocks noGrp="1"/>
          </p:cNvSpPr>
          <p:nvPr>
            <p:ph type="sldNum" sz="quarter" idx="5"/>
          </p:nvPr>
        </p:nvSpPr>
        <p:spPr/>
        <p:txBody>
          <a:bodyPr/>
          <a:lstStyle/>
          <a:p>
            <a:fld id="{0C573B90-E109-49E6-81EC-950EC00F49A1}" type="slidenum">
              <a:rPr lang="es-ES_tradnl" smtClean="0"/>
              <a:pPr/>
              <a:t>51</a:t>
            </a:fld>
            <a:endParaRPr lang="es-ES_tradnl"/>
          </a:p>
        </p:txBody>
      </p:sp>
    </p:spTree>
    <p:extLst>
      <p:ext uri="{BB962C8B-B14F-4D97-AF65-F5344CB8AC3E}">
        <p14:creationId xmlns:p14="http://schemas.microsoft.com/office/powerpoint/2010/main" val="13443735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BE9CB-7AAD-05A9-D671-6CDAE8CB2E1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913EC55-A500-5B17-1B86-36D67709CE07}"/>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3F541910-78E6-4A54-A869-B2F9FD7D28BD}"/>
              </a:ext>
            </a:extLst>
          </p:cNvPr>
          <p:cNvSpPr>
            <a:spLocks noGrp="1"/>
          </p:cNvSpPr>
          <p:nvPr>
            <p:ph type="body" idx="1"/>
          </p:nvPr>
        </p:nvSpPr>
        <p:spPr/>
        <p:txBody>
          <a:bodyPr/>
          <a:lstStyle/>
          <a:p>
            <a:pPr lvl="0"/>
            <a:r>
              <a:rPr lang="es-ES" sz="1200" b="0" i="0" kern="1200" dirty="0">
                <a:solidFill>
                  <a:schemeClr val="tx1"/>
                </a:solidFill>
                <a:effectLst/>
                <a:latin typeface="Verdana" panose="020B0604030504040204" pitchFamily="34" charset="0"/>
                <a:ea typeface="+mn-ea"/>
                <a:cs typeface="+mn-cs"/>
              </a:rPr>
              <a:t> </a:t>
            </a:r>
            <a:endParaRPr lang="es-ES" dirty="0"/>
          </a:p>
        </p:txBody>
      </p:sp>
      <p:sp>
        <p:nvSpPr>
          <p:cNvPr id="4" name="Marcador de número de diapositiva 3">
            <a:extLst>
              <a:ext uri="{FF2B5EF4-FFF2-40B4-BE49-F238E27FC236}">
                <a16:creationId xmlns:a16="http://schemas.microsoft.com/office/drawing/2014/main" id="{5F7490A2-A967-A927-D301-3A0A14117BAC}"/>
              </a:ext>
            </a:extLst>
          </p:cNvPr>
          <p:cNvSpPr>
            <a:spLocks noGrp="1"/>
          </p:cNvSpPr>
          <p:nvPr>
            <p:ph type="sldNum" sz="quarter" idx="5"/>
          </p:nvPr>
        </p:nvSpPr>
        <p:spPr/>
        <p:txBody>
          <a:bodyPr/>
          <a:lstStyle/>
          <a:p>
            <a:fld id="{0C573B90-E109-49E6-81EC-950EC00F49A1}" type="slidenum">
              <a:rPr lang="es-ES_tradnl" smtClean="0"/>
              <a:pPr/>
              <a:t>52</a:t>
            </a:fld>
            <a:endParaRPr lang="es-ES_tradnl"/>
          </a:p>
        </p:txBody>
      </p:sp>
    </p:spTree>
    <p:extLst>
      <p:ext uri="{BB962C8B-B14F-4D97-AF65-F5344CB8AC3E}">
        <p14:creationId xmlns:p14="http://schemas.microsoft.com/office/powerpoint/2010/main" val="16516425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66E30-D0D0-976C-6292-CF9C48E87F6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A9F9636-622E-2ED9-8A2C-9B1287F0CB55}"/>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63D65C77-8DF4-BB2E-8B6A-382E9445685B}"/>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17A8FB0E-FBA6-6526-B1AF-82AEC9735FE7}"/>
              </a:ext>
            </a:extLst>
          </p:cNvPr>
          <p:cNvSpPr>
            <a:spLocks noGrp="1"/>
          </p:cNvSpPr>
          <p:nvPr>
            <p:ph type="sldNum" sz="quarter" idx="5"/>
          </p:nvPr>
        </p:nvSpPr>
        <p:spPr/>
        <p:txBody>
          <a:bodyPr/>
          <a:lstStyle/>
          <a:p>
            <a:fld id="{0C573B90-E109-49E6-81EC-950EC00F49A1}" type="slidenum">
              <a:rPr lang="es-ES_tradnl" smtClean="0"/>
              <a:pPr/>
              <a:t>53</a:t>
            </a:fld>
            <a:endParaRPr lang="es-ES_tradnl"/>
          </a:p>
        </p:txBody>
      </p:sp>
    </p:spTree>
    <p:extLst>
      <p:ext uri="{BB962C8B-B14F-4D97-AF65-F5344CB8AC3E}">
        <p14:creationId xmlns:p14="http://schemas.microsoft.com/office/powerpoint/2010/main" val="76650734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FB89A-1B8D-D32E-E29E-10A753641AB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C5636EB-FDB8-8FA4-7BCA-63601C183D0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79369D16-C7A5-D507-2466-A041CC89287E}"/>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232CCA2C-0756-D0AD-141E-41C003BBA98D}"/>
              </a:ext>
            </a:extLst>
          </p:cNvPr>
          <p:cNvSpPr>
            <a:spLocks noGrp="1"/>
          </p:cNvSpPr>
          <p:nvPr>
            <p:ph type="sldNum" sz="quarter" idx="5"/>
          </p:nvPr>
        </p:nvSpPr>
        <p:spPr/>
        <p:txBody>
          <a:bodyPr/>
          <a:lstStyle/>
          <a:p>
            <a:fld id="{0C573B90-E109-49E6-81EC-950EC00F49A1}" type="slidenum">
              <a:rPr lang="es-ES_tradnl" smtClean="0"/>
              <a:pPr/>
              <a:t>54</a:t>
            </a:fld>
            <a:endParaRPr lang="es-ES_tradnl"/>
          </a:p>
        </p:txBody>
      </p:sp>
    </p:spTree>
    <p:extLst>
      <p:ext uri="{BB962C8B-B14F-4D97-AF65-F5344CB8AC3E}">
        <p14:creationId xmlns:p14="http://schemas.microsoft.com/office/powerpoint/2010/main" val="305475948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0005E-0D51-6AF5-CF55-B9E471F2A2E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4575AD6-71CB-0938-1143-1CEA35A5A7ED}"/>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6FD024C5-268F-9402-9D65-ADFF4CEBBB12}"/>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1EEB72E0-A7F5-28C4-8BC2-EF28C0776C53}"/>
              </a:ext>
            </a:extLst>
          </p:cNvPr>
          <p:cNvSpPr>
            <a:spLocks noGrp="1"/>
          </p:cNvSpPr>
          <p:nvPr>
            <p:ph type="sldNum" sz="quarter" idx="5"/>
          </p:nvPr>
        </p:nvSpPr>
        <p:spPr/>
        <p:txBody>
          <a:bodyPr/>
          <a:lstStyle/>
          <a:p>
            <a:fld id="{0C573B90-E109-49E6-81EC-950EC00F49A1}" type="slidenum">
              <a:rPr lang="es-ES_tradnl" smtClean="0"/>
              <a:pPr/>
              <a:t>55</a:t>
            </a:fld>
            <a:endParaRPr lang="es-ES_tradnl"/>
          </a:p>
        </p:txBody>
      </p:sp>
    </p:spTree>
    <p:extLst>
      <p:ext uri="{BB962C8B-B14F-4D97-AF65-F5344CB8AC3E}">
        <p14:creationId xmlns:p14="http://schemas.microsoft.com/office/powerpoint/2010/main" val="94682683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A815D-AB9D-498D-D239-67657626C98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98D5B07-0940-FCC4-EF75-C3E4D0B3B38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FECD2C6-CA82-DD12-22DD-04FA67421DDC}"/>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8B6902AF-8B4C-B34D-8D98-03A0A0021E56}"/>
              </a:ext>
            </a:extLst>
          </p:cNvPr>
          <p:cNvSpPr>
            <a:spLocks noGrp="1"/>
          </p:cNvSpPr>
          <p:nvPr>
            <p:ph type="sldNum" sz="quarter" idx="5"/>
          </p:nvPr>
        </p:nvSpPr>
        <p:spPr/>
        <p:txBody>
          <a:bodyPr/>
          <a:lstStyle/>
          <a:p>
            <a:fld id="{0C573B90-E109-49E6-81EC-950EC00F49A1}" type="slidenum">
              <a:rPr lang="es-ES_tradnl" smtClean="0"/>
              <a:pPr/>
              <a:t>56</a:t>
            </a:fld>
            <a:endParaRPr lang="es-ES_tradnl"/>
          </a:p>
        </p:txBody>
      </p:sp>
    </p:spTree>
    <p:extLst>
      <p:ext uri="{BB962C8B-B14F-4D97-AF65-F5344CB8AC3E}">
        <p14:creationId xmlns:p14="http://schemas.microsoft.com/office/powerpoint/2010/main" val="119067236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7AD8AE-C587-5CF3-7838-F8213694360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3C516EE-9339-A6F0-3C1D-FC4CF4F37CD6}"/>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B6554FCE-9825-87E1-A828-C4580A0827BA}"/>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023D9041-E8A5-929E-31AE-C55C38EE5C2B}"/>
              </a:ext>
            </a:extLst>
          </p:cNvPr>
          <p:cNvSpPr>
            <a:spLocks noGrp="1"/>
          </p:cNvSpPr>
          <p:nvPr>
            <p:ph type="sldNum" sz="quarter" idx="5"/>
          </p:nvPr>
        </p:nvSpPr>
        <p:spPr/>
        <p:txBody>
          <a:bodyPr/>
          <a:lstStyle/>
          <a:p>
            <a:fld id="{0C573B90-E109-49E6-81EC-950EC00F49A1}" type="slidenum">
              <a:rPr lang="es-ES_tradnl" smtClean="0"/>
              <a:pPr/>
              <a:t>57</a:t>
            </a:fld>
            <a:endParaRPr lang="es-ES_tradnl"/>
          </a:p>
        </p:txBody>
      </p:sp>
    </p:spTree>
    <p:extLst>
      <p:ext uri="{BB962C8B-B14F-4D97-AF65-F5344CB8AC3E}">
        <p14:creationId xmlns:p14="http://schemas.microsoft.com/office/powerpoint/2010/main" val="30304584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F913E-62F1-8F08-0B35-39B90148E67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5A5EC1A-4DEA-1DD2-214C-48A3CA372F78}"/>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A7B55816-3076-1086-E32F-F230C9BC9756}"/>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7F13B0AA-7DE7-4745-2785-D8ED531A44B1}"/>
              </a:ext>
            </a:extLst>
          </p:cNvPr>
          <p:cNvSpPr>
            <a:spLocks noGrp="1"/>
          </p:cNvSpPr>
          <p:nvPr>
            <p:ph type="sldNum" sz="quarter" idx="5"/>
          </p:nvPr>
        </p:nvSpPr>
        <p:spPr/>
        <p:txBody>
          <a:bodyPr/>
          <a:lstStyle/>
          <a:p>
            <a:fld id="{0C573B90-E109-49E6-81EC-950EC00F49A1}" type="slidenum">
              <a:rPr lang="es-ES_tradnl" smtClean="0"/>
              <a:pPr/>
              <a:t>58</a:t>
            </a:fld>
            <a:endParaRPr lang="es-ES_tradnl"/>
          </a:p>
        </p:txBody>
      </p:sp>
    </p:spTree>
    <p:extLst>
      <p:ext uri="{BB962C8B-B14F-4D97-AF65-F5344CB8AC3E}">
        <p14:creationId xmlns:p14="http://schemas.microsoft.com/office/powerpoint/2010/main" val="19632882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169A5-462D-F1BB-5960-6871CACFC5F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DB5A41B-EAAA-464A-300E-2D43319860D3}"/>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1113EBA0-5CE2-5C3F-CF33-B69FB02C9302}"/>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9F0D9FF9-D532-6C19-4BEE-689CE5CFCE48}"/>
              </a:ext>
            </a:extLst>
          </p:cNvPr>
          <p:cNvSpPr>
            <a:spLocks noGrp="1"/>
          </p:cNvSpPr>
          <p:nvPr>
            <p:ph type="sldNum" sz="quarter" idx="5"/>
          </p:nvPr>
        </p:nvSpPr>
        <p:spPr/>
        <p:txBody>
          <a:bodyPr/>
          <a:lstStyle/>
          <a:p>
            <a:fld id="{0C573B90-E109-49E6-81EC-950EC00F49A1}" type="slidenum">
              <a:rPr lang="es-ES_tradnl" smtClean="0"/>
              <a:pPr/>
              <a:t>60</a:t>
            </a:fld>
            <a:endParaRPr lang="es-ES_tradnl"/>
          </a:p>
        </p:txBody>
      </p:sp>
    </p:spTree>
    <p:extLst>
      <p:ext uri="{BB962C8B-B14F-4D97-AF65-F5344CB8AC3E}">
        <p14:creationId xmlns:p14="http://schemas.microsoft.com/office/powerpoint/2010/main" val="9709959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61262-A83D-1BEE-E948-F042CA228FD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5463442-D9E8-DFB2-6B11-8C1989DF006A}"/>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D2491ED2-5ACB-8241-1811-24EA1281F713}"/>
              </a:ext>
            </a:extLst>
          </p:cNvPr>
          <p:cNvSpPr>
            <a:spLocks noGrp="1"/>
          </p:cNvSpPr>
          <p:nvPr>
            <p:ph type="body" idx="1"/>
          </p:nvPr>
        </p:nvSpPr>
        <p:spPr/>
        <p:txBody>
          <a:bodyPr/>
          <a:lstStyle/>
          <a:p>
            <a:pPr lvl="0"/>
            <a:r>
              <a:rPr lang="es-ES" dirty="0"/>
              <a:t>Poner al final por si </a:t>
            </a:r>
            <a:r>
              <a:rPr lang="es-ES" dirty="0" err="1"/>
              <a:t>rpreguntan</a:t>
            </a:r>
            <a:endParaRPr lang="es-ES" dirty="0"/>
          </a:p>
        </p:txBody>
      </p:sp>
      <p:sp>
        <p:nvSpPr>
          <p:cNvPr id="4" name="Marcador de número de diapositiva 3">
            <a:extLst>
              <a:ext uri="{FF2B5EF4-FFF2-40B4-BE49-F238E27FC236}">
                <a16:creationId xmlns:a16="http://schemas.microsoft.com/office/drawing/2014/main" id="{60D48FE9-85D6-8C15-81D9-3FD75512A813}"/>
              </a:ext>
            </a:extLst>
          </p:cNvPr>
          <p:cNvSpPr>
            <a:spLocks noGrp="1"/>
          </p:cNvSpPr>
          <p:nvPr>
            <p:ph type="sldNum" sz="quarter" idx="5"/>
          </p:nvPr>
        </p:nvSpPr>
        <p:spPr/>
        <p:txBody>
          <a:bodyPr/>
          <a:lstStyle/>
          <a:p>
            <a:fld id="{0C573B90-E109-49E6-81EC-950EC00F49A1}" type="slidenum">
              <a:rPr lang="es-ES_tradnl" smtClean="0"/>
              <a:pPr/>
              <a:t>61</a:t>
            </a:fld>
            <a:endParaRPr lang="es-ES_tradnl"/>
          </a:p>
        </p:txBody>
      </p:sp>
    </p:spTree>
    <p:extLst>
      <p:ext uri="{BB962C8B-B14F-4D97-AF65-F5344CB8AC3E}">
        <p14:creationId xmlns:p14="http://schemas.microsoft.com/office/powerpoint/2010/main" val="124646556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F74A2-58F9-371E-84A2-E484E6FBE7E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651B882-022B-6431-FB95-B1C7B94EA723}"/>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239F7F11-DAE3-505C-C0C0-E46A2220ABCE}"/>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C685D4B1-BF7C-E346-9390-1655B6409DBB}"/>
              </a:ext>
            </a:extLst>
          </p:cNvPr>
          <p:cNvSpPr>
            <a:spLocks noGrp="1"/>
          </p:cNvSpPr>
          <p:nvPr>
            <p:ph type="sldNum" sz="quarter" idx="5"/>
          </p:nvPr>
        </p:nvSpPr>
        <p:spPr/>
        <p:txBody>
          <a:bodyPr/>
          <a:lstStyle/>
          <a:p>
            <a:fld id="{0C573B90-E109-49E6-81EC-950EC00F49A1}" type="slidenum">
              <a:rPr lang="es-ES_tradnl" smtClean="0"/>
              <a:pPr/>
              <a:t>62</a:t>
            </a:fld>
            <a:endParaRPr lang="es-ES_tradnl"/>
          </a:p>
        </p:txBody>
      </p:sp>
    </p:spTree>
    <p:extLst>
      <p:ext uri="{BB962C8B-B14F-4D97-AF65-F5344CB8AC3E}">
        <p14:creationId xmlns:p14="http://schemas.microsoft.com/office/powerpoint/2010/main" val="255922693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6E4D8-8089-2679-6798-A9CBEB6AE2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250B65A-49FF-8326-DB80-38BDA1857B3C}"/>
              </a:ext>
            </a:extLst>
          </p:cNvPr>
          <p:cNvSpPr>
            <a:spLocks noGrp="1" noRot="1" noChangeAspect="1"/>
          </p:cNvSpPr>
          <p:nvPr>
            <p:ph type="sldImg"/>
          </p:nvPr>
        </p:nvSpPr>
        <p:spPr/>
        <p:txBody>
          <a:bodyPr/>
          <a:lstStyle/>
          <a:p>
            <a:endParaRPr lang="es-ES"/>
          </a:p>
        </p:txBody>
      </p:sp>
      <p:sp>
        <p:nvSpPr>
          <p:cNvPr id="3" name="Marcador de notas 2">
            <a:extLst>
              <a:ext uri="{FF2B5EF4-FFF2-40B4-BE49-F238E27FC236}">
                <a16:creationId xmlns:a16="http://schemas.microsoft.com/office/drawing/2014/main" id="{6B3FD95F-5FF9-E174-9312-AAA0E9910347}"/>
              </a:ext>
            </a:extLst>
          </p:cNvPr>
          <p:cNvSpPr>
            <a:spLocks noGrp="1"/>
          </p:cNvSpPr>
          <p:nvPr>
            <p:ph type="body" idx="1"/>
          </p:nvPr>
        </p:nvSpPr>
        <p:spPr/>
        <p:txBody>
          <a:bodyPr/>
          <a:lstStyle/>
          <a:p>
            <a:pPr lvl="0"/>
            <a:endParaRPr lang="es-ES" dirty="0"/>
          </a:p>
        </p:txBody>
      </p:sp>
      <p:sp>
        <p:nvSpPr>
          <p:cNvPr id="4" name="Marcador de número de diapositiva 3">
            <a:extLst>
              <a:ext uri="{FF2B5EF4-FFF2-40B4-BE49-F238E27FC236}">
                <a16:creationId xmlns:a16="http://schemas.microsoft.com/office/drawing/2014/main" id="{F2465DEA-A437-41F6-2324-80D3D78B09B5}"/>
              </a:ext>
            </a:extLst>
          </p:cNvPr>
          <p:cNvSpPr>
            <a:spLocks noGrp="1"/>
          </p:cNvSpPr>
          <p:nvPr>
            <p:ph type="sldNum" sz="quarter" idx="5"/>
          </p:nvPr>
        </p:nvSpPr>
        <p:spPr/>
        <p:txBody>
          <a:bodyPr/>
          <a:lstStyle/>
          <a:p>
            <a:fld id="{0C573B90-E109-49E6-81EC-950EC00F49A1}" type="slidenum">
              <a:rPr lang="es-ES_tradnl" smtClean="0"/>
              <a:pPr/>
              <a:t>63</a:t>
            </a:fld>
            <a:endParaRPr lang="es-ES_tradnl"/>
          </a:p>
        </p:txBody>
      </p:sp>
    </p:spTree>
    <p:extLst>
      <p:ext uri="{BB962C8B-B14F-4D97-AF65-F5344CB8AC3E}">
        <p14:creationId xmlns:p14="http://schemas.microsoft.com/office/powerpoint/2010/main" val="300411707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eg"/><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1.jpeg"/><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eg"/><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3.jpeg"/><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1">
    <p:bg>
      <p:bgPr>
        <a:solidFill>
          <a:schemeClr val="bg1"/>
        </a:solidFill>
        <a:effectLst/>
      </p:bgPr>
    </p:bg>
    <p:spTree>
      <p:nvGrpSpPr>
        <p:cNvPr id="1" name=""/>
        <p:cNvGrpSpPr/>
        <p:nvPr/>
      </p:nvGrpSpPr>
      <p:grpSpPr>
        <a:xfrm>
          <a:off x="0" y="0"/>
          <a:ext cx="0" cy="0"/>
          <a:chOff x="0" y="0"/>
          <a:chExt cx="0" cy="0"/>
        </a:xfrm>
      </p:grpSpPr>
      <p:sp>
        <p:nvSpPr>
          <p:cNvPr id="9" name="object 6">
            <a:extLst>
              <a:ext uri="{FF2B5EF4-FFF2-40B4-BE49-F238E27FC236}">
                <a16:creationId xmlns:a16="http://schemas.microsoft.com/office/drawing/2014/main" id="{4EE3FF46-9D72-DE44-A8FC-C84C9F8A5F81}"/>
              </a:ext>
            </a:extLst>
          </p:cNvPr>
          <p:cNvSpPr/>
          <p:nvPr userDrawn="1"/>
        </p:nvSpPr>
        <p:spPr>
          <a:xfrm>
            <a:off x="6817921" y="169070"/>
            <a:ext cx="2146691" cy="2976434"/>
          </a:xfrm>
          <a:custGeom>
            <a:avLst/>
            <a:gdLst/>
            <a:ahLst/>
            <a:cxnLst/>
            <a:rect l="l" t="t" r="r" b="b"/>
            <a:pathLst>
              <a:path w="5088890" h="2262504">
                <a:moveTo>
                  <a:pt x="5088850" y="0"/>
                </a:moveTo>
                <a:lnTo>
                  <a:pt x="0" y="0"/>
                </a:lnTo>
                <a:lnTo>
                  <a:pt x="0" y="2262318"/>
                </a:lnTo>
                <a:lnTo>
                  <a:pt x="5088850" y="2262318"/>
                </a:lnTo>
                <a:lnTo>
                  <a:pt x="5088850" y="0"/>
                </a:lnTo>
                <a:close/>
              </a:path>
            </a:pathLst>
          </a:custGeom>
          <a:solidFill>
            <a:schemeClr val="accent2"/>
          </a:solidFill>
        </p:spPr>
        <p:txBody>
          <a:bodyPr wrap="square" lIns="0" tIns="0" rIns="0" bIns="0" rtlCol="0"/>
          <a:lstStyle/>
          <a:p>
            <a:endParaRPr sz="819" b="0" i="0">
              <a:latin typeface="Enagás PT Serif" panose="020A0603040505020204" pitchFamily="18" charset="77"/>
            </a:endParaRPr>
          </a:p>
        </p:txBody>
      </p:sp>
      <p:pic>
        <p:nvPicPr>
          <p:cNvPr id="17" name="Imagen 16" descr="Un dibujo de una persona&#10;&#10;Descripción generada automáticamente con confianza baja">
            <a:extLst>
              <a:ext uri="{FF2B5EF4-FFF2-40B4-BE49-F238E27FC236}">
                <a16:creationId xmlns:a16="http://schemas.microsoft.com/office/drawing/2014/main" id="{35F061E7-09A0-8E43-9C0D-6C95FC13D342}"/>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179388" y="169070"/>
            <a:ext cx="6638532" cy="4053516"/>
          </a:xfrm>
          <a:prstGeom prst="rect">
            <a:avLst/>
          </a:prstGeom>
        </p:spPr>
      </p:pic>
      <p:sp>
        <p:nvSpPr>
          <p:cNvPr id="8" name="object 2">
            <a:extLst>
              <a:ext uri="{FF2B5EF4-FFF2-40B4-BE49-F238E27FC236}">
                <a16:creationId xmlns:a16="http://schemas.microsoft.com/office/drawing/2014/main" id="{76C855EF-017A-3340-80AB-25DAF8898FAA}"/>
              </a:ext>
            </a:extLst>
          </p:cNvPr>
          <p:cNvSpPr/>
          <p:nvPr userDrawn="1"/>
        </p:nvSpPr>
        <p:spPr>
          <a:xfrm>
            <a:off x="321" y="4222588"/>
            <a:ext cx="6817599" cy="920913"/>
          </a:xfrm>
          <a:custGeom>
            <a:avLst/>
            <a:gdLst/>
            <a:ahLst/>
            <a:cxnLst/>
            <a:rect l="l" t="t" r="r" b="b"/>
            <a:pathLst>
              <a:path w="15015844" h="2262504">
                <a:moveTo>
                  <a:pt x="0" y="2262318"/>
                </a:moveTo>
                <a:lnTo>
                  <a:pt x="15015249" y="2262318"/>
                </a:lnTo>
                <a:lnTo>
                  <a:pt x="15015249" y="0"/>
                </a:lnTo>
                <a:lnTo>
                  <a:pt x="0" y="0"/>
                </a:lnTo>
                <a:lnTo>
                  <a:pt x="0" y="2262318"/>
                </a:lnTo>
                <a:close/>
              </a:path>
            </a:pathLst>
          </a:custGeom>
          <a:solidFill>
            <a:schemeClr val="bg1">
              <a:lumMod val="95000"/>
            </a:schemeClr>
          </a:solidFill>
        </p:spPr>
        <p:txBody>
          <a:bodyPr wrap="square" lIns="0" tIns="0" rIns="0" bIns="0" rtlCol="0"/>
          <a:lstStyle/>
          <a:p>
            <a:endParaRPr lang="en-GB" sz="819">
              <a:latin typeface="Enagás PT Serif" panose="020A0603040505020204" pitchFamily="18" charset="77"/>
            </a:endParaRPr>
          </a:p>
        </p:txBody>
      </p:sp>
      <p:sp>
        <p:nvSpPr>
          <p:cNvPr id="11" name="Text Placeholder 12">
            <a:extLst>
              <a:ext uri="{FF2B5EF4-FFF2-40B4-BE49-F238E27FC236}">
                <a16:creationId xmlns:a16="http://schemas.microsoft.com/office/drawing/2014/main" id="{8FCD48D0-2B98-A642-AEF9-400F269DB3C0}"/>
              </a:ext>
            </a:extLst>
          </p:cNvPr>
          <p:cNvSpPr>
            <a:spLocks noGrp="1"/>
          </p:cNvSpPr>
          <p:nvPr>
            <p:ph type="body" sz="quarter" idx="12" hasCustomPrompt="1"/>
          </p:nvPr>
        </p:nvSpPr>
        <p:spPr>
          <a:xfrm>
            <a:off x="641813" y="4553300"/>
            <a:ext cx="1362819" cy="222953"/>
          </a:xfrm>
          <a:prstGeom prst="rect">
            <a:avLst/>
          </a:prstGeom>
          <a:solidFill>
            <a:schemeClr val="accent5"/>
          </a:solidFill>
        </p:spPr>
        <p:txBody>
          <a:bodyPr wrap="none"/>
          <a:lstStyle>
            <a:lvl1pPr marL="0" indent="0" algn="ctr">
              <a:buNone/>
              <a:defRPr sz="900" b="1" i="0" spc="0">
                <a:solidFill>
                  <a:schemeClr val="bg1"/>
                </a:solidFill>
                <a:latin typeface="Verdana" panose="020B0604030504040204" pitchFamily="34" charset="0"/>
                <a:ea typeface="Verdana" panose="020B0604030504040204" pitchFamily="34" charset="0"/>
                <a:cs typeface="Verdana" panose="020B0604030504040204" pitchFamily="34" charset="0"/>
              </a:defRPr>
            </a:lvl1pPr>
          </a:lstStyle>
          <a:p>
            <a:pPr lvl="0"/>
            <a:r>
              <a:rPr lang="es-ES_tradnl" noProof="0"/>
              <a:t>Fecha/evento</a:t>
            </a:r>
          </a:p>
        </p:txBody>
      </p:sp>
      <p:sp>
        <p:nvSpPr>
          <p:cNvPr id="16" name="Text Placeholder 12">
            <a:extLst>
              <a:ext uri="{FF2B5EF4-FFF2-40B4-BE49-F238E27FC236}">
                <a16:creationId xmlns:a16="http://schemas.microsoft.com/office/drawing/2014/main" id="{777712D5-0146-B841-919C-D494ADD33B55}"/>
              </a:ext>
            </a:extLst>
          </p:cNvPr>
          <p:cNvSpPr>
            <a:spLocks noGrp="1"/>
          </p:cNvSpPr>
          <p:nvPr>
            <p:ph type="body" sz="quarter" idx="19" hasCustomPrompt="1"/>
          </p:nvPr>
        </p:nvSpPr>
        <p:spPr>
          <a:xfrm>
            <a:off x="641813" y="1474128"/>
            <a:ext cx="3738086" cy="1443399"/>
          </a:xfrm>
          <a:prstGeom prst="rect">
            <a:avLst/>
          </a:prstGeom>
          <a:solidFill>
            <a:schemeClr val="bg1">
              <a:alpha val="80000"/>
            </a:schemeClr>
          </a:solidFill>
        </p:spPr>
        <p:txBody>
          <a:bodyPr wrap="square" lIns="216000" tIns="288000" rIns="216000" bIns="288000" anchor="ctr" anchorCtr="0">
            <a:spAutoFit/>
          </a:bodyPr>
          <a:lstStyle>
            <a:lvl1pPr marL="0" indent="0" algn="l">
              <a:lnSpc>
                <a:spcPct val="100000"/>
              </a:lnSpc>
              <a:spcBef>
                <a:spcPts val="0"/>
              </a:spcBef>
              <a:spcAft>
                <a:spcPts val="600"/>
              </a:spcAft>
              <a:buClr>
                <a:schemeClr val="accent3"/>
              </a:buClr>
              <a:buSzPct val="110000"/>
              <a:buNone/>
              <a:defRPr sz="28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Escribe aquí el título de la presentación</a:t>
            </a:r>
          </a:p>
        </p:txBody>
      </p:sp>
    </p:spTree>
    <p:extLst>
      <p:ext uri="{BB962C8B-B14F-4D97-AF65-F5344CB8AC3E}">
        <p14:creationId xmlns:p14="http://schemas.microsoft.com/office/powerpoint/2010/main" val="3117714609"/>
      </p:ext>
    </p:extLst>
  </p:cSld>
  <p:clrMapOvr>
    <a:masterClrMapping/>
  </p:clrMapOvr>
  <p:extLst>
    <p:ext uri="{DCECCB84-F9BA-43D5-87BE-67443E8EF086}">
      <p15:sldGuideLst xmlns:p15="http://schemas.microsoft.com/office/powerpoint/2012/main">
        <p15:guide id="1" pos="113" userDrawn="1">
          <p15:clr>
            <a:srgbClr val="FBAE40"/>
          </p15:clr>
        </p15:guide>
        <p15:guide id="2" pos="5647" userDrawn="1">
          <p15:clr>
            <a:srgbClr val="FBAE40"/>
          </p15:clr>
        </p15:guide>
        <p15:guide id="3" orient="horz" pos="100" userDrawn="1">
          <p15:clr>
            <a:srgbClr val="FBAE40"/>
          </p15:clr>
        </p15:guide>
        <p15:guide id="4" orient="horz" pos="31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2">
    <p:bg>
      <p:bgPr>
        <a:solidFill>
          <a:schemeClr val="bg1"/>
        </a:solidFill>
        <a:effectLst/>
      </p:bgPr>
    </p:bg>
    <p:spTree>
      <p:nvGrpSpPr>
        <p:cNvPr id="1" name=""/>
        <p:cNvGrpSpPr/>
        <p:nvPr/>
      </p:nvGrpSpPr>
      <p:grpSpPr>
        <a:xfrm>
          <a:off x="0" y="0"/>
          <a:ext cx="0" cy="0"/>
          <a:chOff x="0" y="0"/>
          <a:chExt cx="0" cy="0"/>
        </a:xfrm>
      </p:grpSpPr>
      <p:sp>
        <p:nvSpPr>
          <p:cNvPr id="9" name="object 6">
            <a:extLst>
              <a:ext uri="{FF2B5EF4-FFF2-40B4-BE49-F238E27FC236}">
                <a16:creationId xmlns:a16="http://schemas.microsoft.com/office/drawing/2014/main" id="{4EE3FF46-9D72-DE44-A8FC-C84C9F8A5F81}"/>
              </a:ext>
            </a:extLst>
          </p:cNvPr>
          <p:cNvSpPr/>
          <p:nvPr userDrawn="1"/>
        </p:nvSpPr>
        <p:spPr>
          <a:xfrm>
            <a:off x="6817921" y="169070"/>
            <a:ext cx="2145600" cy="2976434"/>
          </a:xfrm>
          <a:custGeom>
            <a:avLst/>
            <a:gdLst/>
            <a:ahLst/>
            <a:cxnLst/>
            <a:rect l="l" t="t" r="r" b="b"/>
            <a:pathLst>
              <a:path w="5088890" h="2262504">
                <a:moveTo>
                  <a:pt x="5088850" y="0"/>
                </a:moveTo>
                <a:lnTo>
                  <a:pt x="0" y="0"/>
                </a:lnTo>
                <a:lnTo>
                  <a:pt x="0" y="2262318"/>
                </a:lnTo>
                <a:lnTo>
                  <a:pt x="5088850" y="2262318"/>
                </a:lnTo>
                <a:lnTo>
                  <a:pt x="5088850" y="0"/>
                </a:lnTo>
                <a:close/>
              </a:path>
            </a:pathLst>
          </a:custGeom>
          <a:solidFill>
            <a:schemeClr val="accent4"/>
          </a:solidFill>
        </p:spPr>
        <p:txBody>
          <a:bodyPr wrap="square" lIns="0" tIns="0" rIns="0" bIns="0" rtlCol="0"/>
          <a:lstStyle/>
          <a:p>
            <a:endParaRPr sz="819" b="0" i="0">
              <a:latin typeface="Enagás PT Serif" panose="020A0603040505020204" pitchFamily="18" charset="77"/>
            </a:endParaRPr>
          </a:p>
        </p:txBody>
      </p:sp>
      <p:pic>
        <p:nvPicPr>
          <p:cNvPr id="10" name="Imagen 9" descr="Un conjunto de árboles&#10;&#10;Descripción generada automáticamente con confianza baja">
            <a:extLst>
              <a:ext uri="{FF2B5EF4-FFF2-40B4-BE49-F238E27FC236}">
                <a16:creationId xmlns:a16="http://schemas.microsoft.com/office/drawing/2014/main" id="{6DCBABE3-A83E-FC43-A317-CE38ABB0D6B2}"/>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179388" y="169071"/>
            <a:ext cx="6638482" cy="4053517"/>
          </a:xfrm>
          <a:prstGeom prst="rect">
            <a:avLst/>
          </a:prstGeom>
        </p:spPr>
      </p:pic>
      <p:sp>
        <p:nvSpPr>
          <p:cNvPr id="8" name="object 2">
            <a:extLst>
              <a:ext uri="{FF2B5EF4-FFF2-40B4-BE49-F238E27FC236}">
                <a16:creationId xmlns:a16="http://schemas.microsoft.com/office/drawing/2014/main" id="{76C855EF-017A-3340-80AB-25DAF8898FAA}"/>
              </a:ext>
            </a:extLst>
          </p:cNvPr>
          <p:cNvSpPr/>
          <p:nvPr userDrawn="1"/>
        </p:nvSpPr>
        <p:spPr>
          <a:xfrm>
            <a:off x="321" y="4222588"/>
            <a:ext cx="6817599" cy="920913"/>
          </a:xfrm>
          <a:custGeom>
            <a:avLst/>
            <a:gdLst/>
            <a:ahLst/>
            <a:cxnLst/>
            <a:rect l="l" t="t" r="r" b="b"/>
            <a:pathLst>
              <a:path w="15015844" h="2262504">
                <a:moveTo>
                  <a:pt x="0" y="2262318"/>
                </a:moveTo>
                <a:lnTo>
                  <a:pt x="15015249" y="2262318"/>
                </a:lnTo>
                <a:lnTo>
                  <a:pt x="15015249" y="0"/>
                </a:lnTo>
                <a:lnTo>
                  <a:pt x="0" y="0"/>
                </a:lnTo>
                <a:lnTo>
                  <a:pt x="0" y="2262318"/>
                </a:lnTo>
                <a:close/>
              </a:path>
            </a:pathLst>
          </a:custGeom>
          <a:solidFill>
            <a:schemeClr val="bg1">
              <a:lumMod val="95000"/>
            </a:schemeClr>
          </a:solidFill>
        </p:spPr>
        <p:txBody>
          <a:bodyPr wrap="square" lIns="0" tIns="0" rIns="0" bIns="0" rtlCol="0"/>
          <a:lstStyle/>
          <a:p>
            <a:endParaRPr lang="en-GB" sz="819">
              <a:latin typeface="Enagás PT Serif" panose="020A0603040505020204" pitchFamily="18" charset="77"/>
            </a:endParaRPr>
          </a:p>
        </p:txBody>
      </p:sp>
      <p:sp>
        <p:nvSpPr>
          <p:cNvPr id="11" name="Text Placeholder 12">
            <a:extLst>
              <a:ext uri="{FF2B5EF4-FFF2-40B4-BE49-F238E27FC236}">
                <a16:creationId xmlns:a16="http://schemas.microsoft.com/office/drawing/2014/main" id="{8FCD48D0-2B98-A642-AEF9-400F269DB3C0}"/>
              </a:ext>
            </a:extLst>
          </p:cNvPr>
          <p:cNvSpPr>
            <a:spLocks noGrp="1"/>
          </p:cNvSpPr>
          <p:nvPr>
            <p:ph type="body" sz="quarter" idx="12" hasCustomPrompt="1"/>
          </p:nvPr>
        </p:nvSpPr>
        <p:spPr>
          <a:xfrm>
            <a:off x="641813" y="4553300"/>
            <a:ext cx="1362819" cy="222953"/>
          </a:xfrm>
          <a:prstGeom prst="rect">
            <a:avLst/>
          </a:prstGeom>
          <a:solidFill>
            <a:schemeClr val="accent2"/>
          </a:solidFill>
        </p:spPr>
        <p:txBody>
          <a:bodyPr wrap="none"/>
          <a:lstStyle>
            <a:lvl1pPr marL="0" indent="0" algn="ctr">
              <a:buNone/>
              <a:defRPr sz="900" b="1" i="0" spc="0">
                <a:solidFill>
                  <a:schemeClr val="bg1"/>
                </a:solidFill>
                <a:latin typeface="Verdana" panose="020B0604030504040204" pitchFamily="34" charset="0"/>
                <a:ea typeface="Verdana" panose="020B0604030504040204" pitchFamily="34" charset="0"/>
                <a:cs typeface="Verdana" panose="020B0604030504040204" pitchFamily="34" charset="0"/>
              </a:defRPr>
            </a:lvl1pPr>
          </a:lstStyle>
          <a:p>
            <a:pPr lvl="0"/>
            <a:r>
              <a:rPr lang="es-ES_tradnl" noProof="0"/>
              <a:t>Fecha/evento</a:t>
            </a:r>
          </a:p>
        </p:txBody>
      </p:sp>
      <p:sp>
        <p:nvSpPr>
          <p:cNvPr id="13" name="Text Placeholder 12">
            <a:extLst>
              <a:ext uri="{FF2B5EF4-FFF2-40B4-BE49-F238E27FC236}">
                <a16:creationId xmlns:a16="http://schemas.microsoft.com/office/drawing/2014/main" id="{05C74D19-E097-8F4F-8BC6-B5B0F31AC181}"/>
              </a:ext>
            </a:extLst>
          </p:cNvPr>
          <p:cNvSpPr>
            <a:spLocks noGrp="1"/>
          </p:cNvSpPr>
          <p:nvPr>
            <p:ph type="body" sz="quarter" idx="19" hasCustomPrompt="1"/>
          </p:nvPr>
        </p:nvSpPr>
        <p:spPr>
          <a:xfrm>
            <a:off x="641813" y="1474128"/>
            <a:ext cx="3738086" cy="1443399"/>
          </a:xfrm>
          <a:prstGeom prst="rect">
            <a:avLst/>
          </a:prstGeom>
          <a:solidFill>
            <a:schemeClr val="bg1">
              <a:alpha val="80000"/>
            </a:schemeClr>
          </a:solidFill>
        </p:spPr>
        <p:txBody>
          <a:bodyPr wrap="square" lIns="216000" tIns="288000" rIns="216000" bIns="288000" anchor="ctr" anchorCtr="0">
            <a:spAutoFit/>
          </a:bodyPr>
          <a:lstStyle>
            <a:lvl1pPr marL="0" indent="0" algn="l">
              <a:lnSpc>
                <a:spcPct val="100000"/>
              </a:lnSpc>
              <a:spcBef>
                <a:spcPts val="0"/>
              </a:spcBef>
              <a:spcAft>
                <a:spcPts val="600"/>
              </a:spcAft>
              <a:buClr>
                <a:schemeClr val="accent3"/>
              </a:buClr>
              <a:buSzPct val="110000"/>
              <a:buNone/>
              <a:defRPr sz="28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Escribe aquí el título de la presentación</a:t>
            </a:r>
          </a:p>
        </p:txBody>
      </p:sp>
    </p:spTree>
    <p:extLst>
      <p:ext uri="{BB962C8B-B14F-4D97-AF65-F5344CB8AC3E}">
        <p14:creationId xmlns:p14="http://schemas.microsoft.com/office/powerpoint/2010/main" val="41401383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3">
    <p:bg>
      <p:bgPr>
        <a:solidFill>
          <a:schemeClr val="bg1"/>
        </a:solidFill>
        <a:effectLst/>
      </p:bgPr>
    </p:bg>
    <p:spTree>
      <p:nvGrpSpPr>
        <p:cNvPr id="1" name=""/>
        <p:cNvGrpSpPr/>
        <p:nvPr/>
      </p:nvGrpSpPr>
      <p:grpSpPr>
        <a:xfrm>
          <a:off x="0" y="0"/>
          <a:ext cx="0" cy="0"/>
          <a:chOff x="0" y="0"/>
          <a:chExt cx="0" cy="0"/>
        </a:xfrm>
      </p:grpSpPr>
      <p:sp>
        <p:nvSpPr>
          <p:cNvPr id="9" name="object 6">
            <a:extLst>
              <a:ext uri="{FF2B5EF4-FFF2-40B4-BE49-F238E27FC236}">
                <a16:creationId xmlns:a16="http://schemas.microsoft.com/office/drawing/2014/main" id="{4EE3FF46-9D72-DE44-A8FC-C84C9F8A5F81}"/>
              </a:ext>
            </a:extLst>
          </p:cNvPr>
          <p:cNvSpPr/>
          <p:nvPr userDrawn="1"/>
        </p:nvSpPr>
        <p:spPr>
          <a:xfrm>
            <a:off x="6818400" y="169200"/>
            <a:ext cx="2145600" cy="2976434"/>
          </a:xfrm>
          <a:custGeom>
            <a:avLst/>
            <a:gdLst/>
            <a:ahLst/>
            <a:cxnLst/>
            <a:rect l="l" t="t" r="r" b="b"/>
            <a:pathLst>
              <a:path w="5088890" h="2262504">
                <a:moveTo>
                  <a:pt x="5088850" y="0"/>
                </a:moveTo>
                <a:lnTo>
                  <a:pt x="0" y="0"/>
                </a:lnTo>
                <a:lnTo>
                  <a:pt x="0" y="2262318"/>
                </a:lnTo>
                <a:lnTo>
                  <a:pt x="5088850" y="2262318"/>
                </a:lnTo>
                <a:lnTo>
                  <a:pt x="5088850" y="0"/>
                </a:lnTo>
                <a:close/>
              </a:path>
            </a:pathLst>
          </a:custGeom>
          <a:solidFill>
            <a:schemeClr val="accent5"/>
          </a:solidFill>
        </p:spPr>
        <p:txBody>
          <a:bodyPr wrap="square" lIns="0" tIns="0" rIns="0" bIns="0" rtlCol="0"/>
          <a:lstStyle/>
          <a:p>
            <a:endParaRPr sz="819" b="0" i="0">
              <a:latin typeface="Enagás PT Serif" panose="020A0603040505020204" pitchFamily="18" charset="77"/>
            </a:endParaRPr>
          </a:p>
        </p:txBody>
      </p:sp>
      <p:pic>
        <p:nvPicPr>
          <p:cNvPr id="4" name="Imagen 3" descr="Imagen que contiene agua, parado, grande, pájaro&#10;&#10;Descripción generada automáticamente">
            <a:extLst>
              <a:ext uri="{FF2B5EF4-FFF2-40B4-BE49-F238E27FC236}">
                <a16:creationId xmlns:a16="http://schemas.microsoft.com/office/drawing/2014/main" id="{0B96B8FB-B04C-E74C-9873-EE3268A12D7E}"/>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r="-1"/>
          <a:stretch/>
        </p:blipFill>
        <p:spPr>
          <a:xfrm>
            <a:off x="179387" y="169071"/>
            <a:ext cx="6638325" cy="4053516"/>
          </a:xfrm>
          <a:prstGeom prst="rect">
            <a:avLst/>
          </a:prstGeom>
        </p:spPr>
      </p:pic>
      <p:sp>
        <p:nvSpPr>
          <p:cNvPr id="8" name="object 2">
            <a:extLst>
              <a:ext uri="{FF2B5EF4-FFF2-40B4-BE49-F238E27FC236}">
                <a16:creationId xmlns:a16="http://schemas.microsoft.com/office/drawing/2014/main" id="{76C855EF-017A-3340-80AB-25DAF8898FAA}"/>
              </a:ext>
            </a:extLst>
          </p:cNvPr>
          <p:cNvSpPr/>
          <p:nvPr userDrawn="1"/>
        </p:nvSpPr>
        <p:spPr>
          <a:xfrm>
            <a:off x="321" y="4222588"/>
            <a:ext cx="6817599" cy="920913"/>
          </a:xfrm>
          <a:custGeom>
            <a:avLst/>
            <a:gdLst/>
            <a:ahLst/>
            <a:cxnLst/>
            <a:rect l="l" t="t" r="r" b="b"/>
            <a:pathLst>
              <a:path w="15015844" h="2262504">
                <a:moveTo>
                  <a:pt x="0" y="2262318"/>
                </a:moveTo>
                <a:lnTo>
                  <a:pt x="15015249" y="2262318"/>
                </a:lnTo>
                <a:lnTo>
                  <a:pt x="15015249" y="0"/>
                </a:lnTo>
                <a:lnTo>
                  <a:pt x="0" y="0"/>
                </a:lnTo>
                <a:lnTo>
                  <a:pt x="0" y="2262318"/>
                </a:lnTo>
                <a:close/>
              </a:path>
            </a:pathLst>
          </a:custGeom>
          <a:solidFill>
            <a:schemeClr val="bg1">
              <a:lumMod val="95000"/>
            </a:schemeClr>
          </a:solidFill>
        </p:spPr>
        <p:txBody>
          <a:bodyPr wrap="square" lIns="0" tIns="0" rIns="0" bIns="0" rtlCol="0"/>
          <a:lstStyle/>
          <a:p>
            <a:endParaRPr lang="en-GB" sz="819">
              <a:latin typeface="Enagás PT Serif" panose="020A0603040505020204" pitchFamily="18" charset="77"/>
            </a:endParaRPr>
          </a:p>
        </p:txBody>
      </p:sp>
      <p:sp>
        <p:nvSpPr>
          <p:cNvPr id="11" name="Text Placeholder 12">
            <a:extLst>
              <a:ext uri="{FF2B5EF4-FFF2-40B4-BE49-F238E27FC236}">
                <a16:creationId xmlns:a16="http://schemas.microsoft.com/office/drawing/2014/main" id="{8FCD48D0-2B98-A642-AEF9-400F269DB3C0}"/>
              </a:ext>
            </a:extLst>
          </p:cNvPr>
          <p:cNvSpPr>
            <a:spLocks noGrp="1"/>
          </p:cNvSpPr>
          <p:nvPr>
            <p:ph type="body" sz="quarter" idx="12" hasCustomPrompt="1"/>
          </p:nvPr>
        </p:nvSpPr>
        <p:spPr>
          <a:xfrm>
            <a:off x="641813" y="4553300"/>
            <a:ext cx="1362819" cy="222953"/>
          </a:xfrm>
          <a:prstGeom prst="rect">
            <a:avLst/>
          </a:prstGeom>
          <a:solidFill>
            <a:schemeClr val="accent1"/>
          </a:solidFill>
        </p:spPr>
        <p:txBody>
          <a:bodyPr wrap="none"/>
          <a:lstStyle>
            <a:lvl1pPr marL="0" indent="0" algn="ctr">
              <a:buNone/>
              <a:defRPr sz="900" b="1" i="0" spc="0">
                <a:solidFill>
                  <a:schemeClr val="bg1"/>
                </a:solidFill>
                <a:latin typeface="Verdana" panose="020B0604030504040204" pitchFamily="34" charset="0"/>
                <a:ea typeface="Verdana" panose="020B0604030504040204" pitchFamily="34" charset="0"/>
                <a:cs typeface="Verdana" panose="020B0604030504040204" pitchFamily="34" charset="0"/>
              </a:defRPr>
            </a:lvl1pPr>
          </a:lstStyle>
          <a:p>
            <a:pPr lvl="0"/>
            <a:r>
              <a:rPr lang="es-ES_tradnl" noProof="0"/>
              <a:t>Fecha/evento</a:t>
            </a:r>
          </a:p>
        </p:txBody>
      </p:sp>
      <p:sp>
        <p:nvSpPr>
          <p:cNvPr id="10" name="Text Placeholder 12">
            <a:extLst>
              <a:ext uri="{FF2B5EF4-FFF2-40B4-BE49-F238E27FC236}">
                <a16:creationId xmlns:a16="http://schemas.microsoft.com/office/drawing/2014/main" id="{613AD00D-C571-F44A-803F-DEA8DB61BC80}"/>
              </a:ext>
            </a:extLst>
          </p:cNvPr>
          <p:cNvSpPr>
            <a:spLocks noGrp="1"/>
          </p:cNvSpPr>
          <p:nvPr>
            <p:ph type="body" sz="quarter" idx="19" hasCustomPrompt="1"/>
          </p:nvPr>
        </p:nvSpPr>
        <p:spPr>
          <a:xfrm>
            <a:off x="641813" y="1474128"/>
            <a:ext cx="3738086" cy="1443399"/>
          </a:xfrm>
          <a:prstGeom prst="rect">
            <a:avLst/>
          </a:prstGeom>
          <a:solidFill>
            <a:schemeClr val="bg1">
              <a:alpha val="80000"/>
            </a:schemeClr>
          </a:solidFill>
        </p:spPr>
        <p:txBody>
          <a:bodyPr wrap="square" lIns="216000" tIns="288000" rIns="216000" bIns="288000" anchor="ctr" anchorCtr="0">
            <a:spAutoFit/>
          </a:bodyPr>
          <a:lstStyle>
            <a:lvl1pPr marL="0" indent="0" algn="l">
              <a:lnSpc>
                <a:spcPct val="100000"/>
              </a:lnSpc>
              <a:spcBef>
                <a:spcPts val="0"/>
              </a:spcBef>
              <a:spcAft>
                <a:spcPts val="600"/>
              </a:spcAft>
              <a:buClr>
                <a:schemeClr val="accent3"/>
              </a:buClr>
              <a:buSzPct val="110000"/>
              <a:buNone/>
              <a:defRPr sz="28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Escribe aquí el título de la presentación</a:t>
            </a:r>
          </a:p>
        </p:txBody>
      </p:sp>
    </p:spTree>
    <p:extLst>
      <p:ext uri="{BB962C8B-B14F-4D97-AF65-F5344CB8AC3E}">
        <p14:creationId xmlns:p14="http://schemas.microsoft.com/office/powerpoint/2010/main" val="26466478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4">
    <p:bg>
      <p:bgPr>
        <a:solidFill>
          <a:schemeClr val="bg1"/>
        </a:solidFill>
        <a:effectLst/>
      </p:bgPr>
    </p:bg>
    <p:spTree>
      <p:nvGrpSpPr>
        <p:cNvPr id="1" name=""/>
        <p:cNvGrpSpPr/>
        <p:nvPr/>
      </p:nvGrpSpPr>
      <p:grpSpPr>
        <a:xfrm>
          <a:off x="0" y="0"/>
          <a:ext cx="0" cy="0"/>
          <a:chOff x="0" y="0"/>
          <a:chExt cx="0" cy="0"/>
        </a:xfrm>
      </p:grpSpPr>
      <p:sp>
        <p:nvSpPr>
          <p:cNvPr id="9" name="object 6">
            <a:extLst>
              <a:ext uri="{FF2B5EF4-FFF2-40B4-BE49-F238E27FC236}">
                <a16:creationId xmlns:a16="http://schemas.microsoft.com/office/drawing/2014/main" id="{4EE3FF46-9D72-DE44-A8FC-C84C9F8A5F81}"/>
              </a:ext>
            </a:extLst>
          </p:cNvPr>
          <p:cNvSpPr/>
          <p:nvPr userDrawn="1"/>
        </p:nvSpPr>
        <p:spPr>
          <a:xfrm>
            <a:off x="6818400" y="169070"/>
            <a:ext cx="2145600" cy="2976434"/>
          </a:xfrm>
          <a:custGeom>
            <a:avLst/>
            <a:gdLst/>
            <a:ahLst/>
            <a:cxnLst/>
            <a:rect l="l" t="t" r="r" b="b"/>
            <a:pathLst>
              <a:path w="5088890" h="2262504">
                <a:moveTo>
                  <a:pt x="5088850" y="0"/>
                </a:moveTo>
                <a:lnTo>
                  <a:pt x="0" y="0"/>
                </a:lnTo>
                <a:lnTo>
                  <a:pt x="0" y="2262318"/>
                </a:lnTo>
                <a:lnTo>
                  <a:pt x="5088850" y="2262318"/>
                </a:lnTo>
                <a:lnTo>
                  <a:pt x="5088850" y="0"/>
                </a:lnTo>
                <a:close/>
              </a:path>
            </a:pathLst>
          </a:custGeom>
          <a:solidFill>
            <a:schemeClr val="accent1"/>
          </a:solidFill>
        </p:spPr>
        <p:txBody>
          <a:bodyPr wrap="square" lIns="0" tIns="0" rIns="0" bIns="0" rtlCol="0"/>
          <a:lstStyle/>
          <a:p>
            <a:endParaRPr sz="819" b="0" i="0">
              <a:latin typeface="Enagás PT Serif" panose="020A0603040505020204" pitchFamily="18" charset="77"/>
            </a:endParaRPr>
          </a:p>
        </p:txBody>
      </p:sp>
      <p:pic>
        <p:nvPicPr>
          <p:cNvPr id="4" name="Imagen 3" descr="Imagen que contiene interior, tabla, taza, naranja&#10;&#10;Descripción generada automáticamente">
            <a:extLst>
              <a:ext uri="{FF2B5EF4-FFF2-40B4-BE49-F238E27FC236}">
                <a16:creationId xmlns:a16="http://schemas.microsoft.com/office/drawing/2014/main" id="{D418353C-B613-EC42-9E99-A6875FF0F40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179388" y="169072"/>
            <a:ext cx="6637705" cy="4053516"/>
          </a:xfrm>
          <a:prstGeom prst="rect">
            <a:avLst/>
          </a:prstGeom>
        </p:spPr>
      </p:pic>
      <p:sp>
        <p:nvSpPr>
          <p:cNvPr id="8" name="object 2">
            <a:extLst>
              <a:ext uri="{FF2B5EF4-FFF2-40B4-BE49-F238E27FC236}">
                <a16:creationId xmlns:a16="http://schemas.microsoft.com/office/drawing/2014/main" id="{76C855EF-017A-3340-80AB-25DAF8898FAA}"/>
              </a:ext>
            </a:extLst>
          </p:cNvPr>
          <p:cNvSpPr/>
          <p:nvPr userDrawn="1"/>
        </p:nvSpPr>
        <p:spPr>
          <a:xfrm>
            <a:off x="321" y="4222588"/>
            <a:ext cx="6817599" cy="920913"/>
          </a:xfrm>
          <a:custGeom>
            <a:avLst/>
            <a:gdLst/>
            <a:ahLst/>
            <a:cxnLst/>
            <a:rect l="l" t="t" r="r" b="b"/>
            <a:pathLst>
              <a:path w="15015844" h="2262504">
                <a:moveTo>
                  <a:pt x="0" y="2262318"/>
                </a:moveTo>
                <a:lnTo>
                  <a:pt x="15015249" y="2262318"/>
                </a:lnTo>
                <a:lnTo>
                  <a:pt x="15015249" y="0"/>
                </a:lnTo>
                <a:lnTo>
                  <a:pt x="0" y="0"/>
                </a:lnTo>
                <a:lnTo>
                  <a:pt x="0" y="2262318"/>
                </a:lnTo>
                <a:close/>
              </a:path>
            </a:pathLst>
          </a:custGeom>
          <a:solidFill>
            <a:schemeClr val="bg1">
              <a:lumMod val="95000"/>
            </a:schemeClr>
          </a:solidFill>
        </p:spPr>
        <p:txBody>
          <a:bodyPr wrap="square" lIns="0" tIns="0" rIns="0" bIns="0" rtlCol="0"/>
          <a:lstStyle/>
          <a:p>
            <a:endParaRPr lang="en-GB" sz="819">
              <a:latin typeface="Enagás PT Serif" panose="020A0603040505020204" pitchFamily="18" charset="77"/>
            </a:endParaRPr>
          </a:p>
        </p:txBody>
      </p:sp>
      <p:sp>
        <p:nvSpPr>
          <p:cNvPr id="11" name="Text Placeholder 12">
            <a:extLst>
              <a:ext uri="{FF2B5EF4-FFF2-40B4-BE49-F238E27FC236}">
                <a16:creationId xmlns:a16="http://schemas.microsoft.com/office/drawing/2014/main" id="{8FCD48D0-2B98-A642-AEF9-400F269DB3C0}"/>
              </a:ext>
            </a:extLst>
          </p:cNvPr>
          <p:cNvSpPr>
            <a:spLocks noGrp="1"/>
          </p:cNvSpPr>
          <p:nvPr>
            <p:ph type="body" sz="quarter" idx="12" hasCustomPrompt="1"/>
          </p:nvPr>
        </p:nvSpPr>
        <p:spPr>
          <a:xfrm>
            <a:off x="641813" y="4553300"/>
            <a:ext cx="1362819" cy="222953"/>
          </a:xfrm>
          <a:prstGeom prst="rect">
            <a:avLst/>
          </a:prstGeom>
          <a:solidFill>
            <a:schemeClr val="accent4"/>
          </a:solidFill>
        </p:spPr>
        <p:txBody>
          <a:bodyPr wrap="none"/>
          <a:lstStyle>
            <a:lvl1pPr marL="0" indent="0" algn="ctr">
              <a:buNone/>
              <a:defRPr sz="900" b="1" i="0" spc="0">
                <a:solidFill>
                  <a:schemeClr val="bg1"/>
                </a:solidFill>
                <a:latin typeface="Verdana" panose="020B0604030504040204" pitchFamily="34" charset="0"/>
                <a:ea typeface="Verdana" panose="020B0604030504040204" pitchFamily="34" charset="0"/>
                <a:cs typeface="Verdana" panose="020B0604030504040204" pitchFamily="34" charset="0"/>
              </a:defRPr>
            </a:lvl1pPr>
          </a:lstStyle>
          <a:p>
            <a:pPr lvl="0"/>
            <a:r>
              <a:rPr lang="es-ES_tradnl" noProof="0"/>
              <a:t>Fecha/evento</a:t>
            </a:r>
          </a:p>
        </p:txBody>
      </p:sp>
      <p:sp>
        <p:nvSpPr>
          <p:cNvPr id="10" name="Text Placeholder 12">
            <a:extLst>
              <a:ext uri="{FF2B5EF4-FFF2-40B4-BE49-F238E27FC236}">
                <a16:creationId xmlns:a16="http://schemas.microsoft.com/office/drawing/2014/main" id="{2A1D101C-F5E1-BF4B-B989-64B08A14FBFB}"/>
              </a:ext>
            </a:extLst>
          </p:cNvPr>
          <p:cNvSpPr>
            <a:spLocks noGrp="1"/>
          </p:cNvSpPr>
          <p:nvPr>
            <p:ph type="body" sz="quarter" idx="19" hasCustomPrompt="1"/>
          </p:nvPr>
        </p:nvSpPr>
        <p:spPr>
          <a:xfrm>
            <a:off x="641813" y="1474128"/>
            <a:ext cx="3738086" cy="1443399"/>
          </a:xfrm>
          <a:prstGeom prst="rect">
            <a:avLst/>
          </a:prstGeom>
          <a:solidFill>
            <a:schemeClr val="bg1">
              <a:alpha val="80000"/>
            </a:schemeClr>
          </a:solidFill>
        </p:spPr>
        <p:txBody>
          <a:bodyPr wrap="square" lIns="216000" tIns="288000" rIns="216000" bIns="288000" anchor="ctr" anchorCtr="0">
            <a:spAutoFit/>
          </a:bodyPr>
          <a:lstStyle>
            <a:lvl1pPr marL="0" indent="0" algn="l">
              <a:lnSpc>
                <a:spcPct val="100000"/>
              </a:lnSpc>
              <a:spcBef>
                <a:spcPts val="0"/>
              </a:spcBef>
              <a:spcAft>
                <a:spcPts val="600"/>
              </a:spcAft>
              <a:buClr>
                <a:schemeClr val="accent3"/>
              </a:buClr>
              <a:buSzPct val="110000"/>
              <a:buNone/>
              <a:defRPr sz="28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Escribe aquí el título de la presentación</a:t>
            </a:r>
          </a:p>
        </p:txBody>
      </p:sp>
    </p:spTree>
    <p:extLst>
      <p:ext uri="{BB962C8B-B14F-4D97-AF65-F5344CB8AC3E}">
        <p14:creationId xmlns:p14="http://schemas.microsoft.com/office/powerpoint/2010/main" val="33339897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ÍNDICE 1">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9454F8EA-597D-8C47-9AD3-A0F6271E049D}"/>
              </a:ext>
            </a:extLst>
          </p:cNvPr>
          <p:cNvSpPr>
            <a:spLocks noGrp="1"/>
          </p:cNvSpPr>
          <p:nvPr>
            <p:ph type="sldNum" sz="quarter" idx="4"/>
          </p:nvPr>
        </p:nvSpPr>
        <p:spPr>
          <a:xfrm>
            <a:off x="8525476" y="4638617"/>
            <a:ext cx="473273" cy="204788"/>
          </a:xfrm>
          <a:prstGeom prst="rect">
            <a:avLst/>
          </a:prstGeom>
        </p:spPr>
        <p:txBody>
          <a:bodyPr/>
          <a:lstStyle>
            <a:lvl1pPr algn="ctr">
              <a:defRPr sz="800" b="0" i="0">
                <a:solidFill>
                  <a:schemeClr val="accent3"/>
                </a:solidFill>
                <a:latin typeface="Enagás PT Serif" panose="020A0603040505020204" pitchFamily="18" charset="77"/>
              </a:defRPr>
            </a:lvl1pPr>
          </a:lstStyle>
          <a:p>
            <a:fld id="{BC84A7B8-DCD1-44CA-A629-967FC9CECB50}" type="slidenum">
              <a:rPr lang="es-ES_tradnl" smtClean="0"/>
              <a:pPr/>
              <a:t>‹Nº›</a:t>
            </a:fld>
            <a:endParaRPr lang="es-ES_tradnl"/>
          </a:p>
        </p:txBody>
      </p:sp>
      <p:pic>
        <p:nvPicPr>
          <p:cNvPr id="10" name="Imagen 9" descr="Un dibujo de una persona&#10;&#10;Descripción generada automáticamente con confianza baja">
            <a:extLst>
              <a:ext uri="{FF2B5EF4-FFF2-40B4-BE49-F238E27FC236}">
                <a16:creationId xmlns:a16="http://schemas.microsoft.com/office/drawing/2014/main" id="{E0504104-7F21-5D43-9991-0B1BF89AECC1}"/>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6355" y="1050449"/>
            <a:ext cx="7966800" cy="1919900"/>
          </a:xfrm>
          <a:prstGeom prst="rect">
            <a:avLst/>
          </a:prstGeom>
        </p:spPr>
      </p:pic>
      <p:sp>
        <p:nvSpPr>
          <p:cNvPr id="12" name="object 16">
            <a:extLst>
              <a:ext uri="{FF2B5EF4-FFF2-40B4-BE49-F238E27FC236}">
                <a16:creationId xmlns:a16="http://schemas.microsoft.com/office/drawing/2014/main" id="{72A6B4E3-3CFE-AA49-9566-9D207A21C2F9}"/>
              </a:ext>
            </a:extLst>
          </p:cNvPr>
          <p:cNvSpPr/>
          <p:nvPr userDrawn="1"/>
        </p:nvSpPr>
        <p:spPr>
          <a:xfrm>
            <a:off x="426381" y="853351"/>
            <a:ext cx="7966800" cy="197100"/>
          </a:xfrm>
          <a:custGeom>
            <a:avLst/>
            <a:gdLst/>
            <a:ahLst/>
            <a:cxnLst/>
            <a:rect l="l" t="t" r="r" b="b"/>
            <a:pathLst>
              <a:path w="721995" h="312420">
                <a:moveTo>
                  <a:pt x="721789" y="0"/>
                </a:moveTo>
                <a:lnTo>
                  <a:pt x="0" y="0"/>
                </a:lnTo>
                <a:lnTo>
                  <a:pt x="0" y="312178"/>
                </a:lnTo>
                <a:lnTo>
                  <a:pt x="721789" y="312178"/>
                </a:lnTo>
                <a:lnTo>
                  <a:pt x="721789" y="0"/>
                </a:lnTo>
                <a:close/>
              </a:path>
            </a:pathLst>
          </a:custGeom>
          <a:solidFill>
            <a:schemeClr val="accent2"/>
          </a:solidFill>
        </p:spPr>
        <p:txBody>
          <a:bodyPr wrap="square" lIns="135000" tIns="0" rIns="0" bIns="0" rtlCol="0" anchor="ctr"/>
          <a:lstStyle/>
          <a:p>
            <a:endParaRPr lang="es-ES" sz="1050" spc="225">
              <a:solidFill>
                <a:srgbClr val="FFFFFF"/>
              </a:solidFill>
              <a:latin typeface="Enagás PT Serif" panose="020A0603040505020204" pitchFamily="18" charset="77"/>
              <a:ea typeface="Enagás PT Serif" panose="020A0603040505020204" pitchFamily="18" charset="0"/>
              <a:cs typeface="Enagás PT Serif" panose="020A0603040505020204" pitchFamily="18" charset="0"/>
            </a:endParaRPr>
          </a:p>
        </p:txBody>
      </p:sp>
      <p:sp>
        <p:nvSpPr>
          <p:cNvPr id="8" name="2 Título"/>
          <p:cNvSpPr>
            <a:spLocks noGrp="1"/>
          </p:cNvSpPr>
          <p:nvPr>
            <p:ph type="title" hasCustomPrompt="1"/>
          </p:nvPr>
        </p:nvSpPr>
        <p:spPr>
          <a:xfrm>
            <a:off x="439199" y="298800"/>
            <a:ext cx="7953981" cy="400110"/>
          </a:xfrm>
          <a:prstGeom prst="rect">
            <a:avLst/>
          </a:prstGeom>
        </p:spPr>
        <p:txBody>
          <a:bodyPr wrap="square" lIns="0" tIns="0" rIns="0" bIns="0">
            <a:spAutoFit/>
          </a:bodyPr>
          <a:lstStyle>
            <a:lvl1pPr algn="l">
              <a:defRPr sz="2600" b="0">
                <a:solidFill>
                  <a:schemeClr val="accent3"/>
                </a:solidFill>
                <a:latin typeface="Enagás PT Serif" panose="020A0603040505020204" pitchFamily="18" charset="0"/>
                <a:ea typeface="Enagás PT Serif" panose="020A0603040505020204" pitchFamily="18" charset="0"/>
                <a:cs typeface="Verdana" panose="020B0604030504040204" pitchFamily="34" charset="0"/>
              </a:defRPr>
            </a:lvl1pPr>
          </a:lstStyle>
          <a:p>
            <a:r>
              <a:rPr lang="es-ES"/>
              <a:t>Completa el índice</a:t>
            </a:r>
          </a:p>
        </p:txBody>
      </p:sp>
      <p:sp>
        <p:nvSpPr>
          <p:cNvPr id="11" name="3 Marcador de texto"/>
          <p:cNvSpPr>
            <a:spLocks noGrp="1"/>
          </p:cNvSpPr>
          <p:nvPr>
            <p:ph type="body" sz="quarter" idx="11" hasCustomPrompt="1"/>
          </p:nvPr>
        </p:nvSpPr>
        <p:spPr>
          <a:xfrm>
            <a:off x="426379" y="2967775"/>
            <a:ext cx="7966800" cy="1764000"/>
          </a:xfrm>
          <a:prstGeom prst="rect">
            <a:avLst/>
          </a:prstGeom>
          <a:solidFill>
            <a:schemeClr val="bg1"/>
          </a:solidFill>
        </p:spPr>
        <p:txBody>
          <a:bodyPr lIns="360000" tIns="360000" rIns="360000" bIns="360000" numCol="2" anchor="ctr" anchorCtr="0"/>
          <a:lstStyle>
            <a:lvl1pPr marL="0" marR="0" indent="0" algn="l" defTabSz="914400" rtl="0" eaLnBrk="1" fontAlgn="auto" latinLnBrk="0" hangingPunct="1">
              <a:lnSpc>
                <a:spcPct val="150000"/>
              </a:lnSpc>
              <a:spcBef>
                <a:spcPct val="20000"/>
              </a:spcBef>
              <a:spcAft>
                <a:spcPts val="0"/>
              </a:spcAft>
              <a:buClrTx/>
              <a:buSzTx/>
              <a:buFont typeface="+mj-lt"/>
              <a:buNone/>
              <a:tabLst/>
              <a:defRPr sz="1400" b="0" baseline="0">
                <a:solidFill>
                  <a:schemeClr val="accent3"/>
                </a:solidFill>
              </a:defRPr>
            </a:lvl1pPr>
            <a:lvl2pPr marL="457200" indent="0">
              <a:buClr>
                <a:schemeClr val="accent1"/>
              </a:buClr>
              <a:buFont typeface="Arial" panose="020B0604020202020204" pitchFamily="34" charset="0"/>
              <a:buNone/>
              <a:defRPr sz="1400" baseline="0">
                <a:solidFill>
                  <a:schemeClr val="accent3"/>
                </a:solidFill>
              </a:defRPr>
            </a:lvl2pPr>
          </a:lstStyle>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1</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2</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3</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4</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t>
            </a:r>
          </a:p>
        </p:txBody>
      </p:sp>
    </p:spTree>
    <p:extLst>
      <p:ext uri="{BB962C8B-B14F-4D97-AF65-F5344CB8AC3E}">
        <p14:creationId xmlns:p14="http://schemas.microsoft.com/office/powerpoint/2010/main" val="17195704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ÍNDICE 2">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A50ECD44-34C8-2E44-AA48-30F7B410C343}"/>
              </a:ext>
            </a:extLst>
          </p:cNvPr>
          <p:cNvSpPr>
            <a:spLocks noGrp="1"/>
          </p:cNvSpPr>
          <p:nvPr>
            <p:ph type="sldNum" sz="quarter" idx="4"/>
          </p:nvPr>
        </p:nvSpPr>
        <p:spPr>
          <a:xfrm>
            <a:off x="8525476" y="4638617"/>
            <a:ext cx="473273" cy="204788"/>
          </a:xfrm>
          <a:prstGeom prst="rect">
            <a:avLst/>
          </a:prstGeom>
        </p:spPr>
        <p:txBody>
          <a:bodyPr/>
          <a:lstStyle>
            <a:lvl1pPr algn="ctr">
              <a:defRPr sz="800" b="0" i="0">
                <a:solidFill>
                  <a:schemeClr val="accent3"/>
                </a:solidFill>
                <a:latin typeface="Enagás PT Serif" panose="020A0603040505020204" pitchFamily="18" charset="77"/>
              </a:defRPr>
            </a:lvl1pPr>
          </a:lstStyle>
          <a:p>
            <a:fld id="{BC84A7B8-DCD1-44CA-A629-967FC9CECB50}" type="slidenum">
              <a:rPr lang="es-ES_tradnl" smtClean="0"/>
              <a:pPr/>
              <a:t>‹Nº›</a:t>
            </a:fld>
            <a:endParaRPr lang="es-ES_tradnl"/>
          </a:p>
        </p:txBody>
      </p:sp>
      <p:pic>
        <p:nvPicPr>
          <p:cNvPr id="13" name="Imagen 12" descr="Un conjunto de árboles&#10;&#10;Descripción generada automáticamente con confianza baja">
            <a:extLst>
              <a:ext uri="{FF2B5EF4-FFF2-40B4-BE49-F238E27FC236}">
                <a16:creationId xmlns:a16="http://schemas.microsoft.com/office/drawing/2014/main" id="{571B1B5D-6563-F34B-B64B-F26B70F5C3D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6376" y="1050451"/>
            <a:ext cx="7966800" cy="1918051"/>
          </a:xfrm>
          <a:prstGeom prst="rect">
            <a:avLst/>
          </a:prstGeom>
        </p:spPr>
      </p:pic>
      <p:sp>
        <p:nvSpPr>
          <p:cNvPr id="12" name="object 16">
            <a:extLst>
              <a:ext uri="{FF2B5EF4-FFF2-40B4-BE49-F238E27FC236}">
                <a16:creationId xmlns:a16="http://schemas.microsoft.com/office/drawing/2014/main" id="{72A6B4E3-3CFE-AA49-9566-9D207A21C2F9}"/>
              </a:ext>
            </a:extLst>
          </p:cNvPr>
          <p:cNvSpPr/>
          <p:nvPr userDrawn="1"/>
        </p:nvSpPr>
        <p:spPr>
          <a:xfrm>
            <a:off x="426381" y="853351"/>
            <a:ext cx="7965000" cy="197100"/>
          </a:xfrm>
          <a:custGeom>
            <a:avLst/>
            <a:gdLst/>
            <a:ahLst/>
            <a:cxnLst/>
            <a:rect l="l" t="t" r="r" b="b"/>
            <a:pathLst>
              <a:path w="721995" h="312420">
                <a:moveTo>
                  <a:pt x="721789" y="0"/>
                </a:moveTo>
                <a:lnTo>
                  <a:pt x="0" y="0"/>
                </a:lnTo>
                <a:lnTo>
                  <a:pt x="0" y="312178"/>
                </a:lnTo>
                <a:lnTo>
                  <a:pt x="721789" y="312178"/>
                </a:lnTo>
                <a:lnTo>
                  <a:pt x="721789" y="0"/>
                </a:lnTo>
                <a:close/>
              </a:path>
            </a:pathLst>
          </a:custGeom>
          <a:solidFill>
            <a:schemeClr val="accent4"/>
          </a:solidFill>
        </p:spPr>
        <p:txBody>
          <a:bodyPr wrap="square" lIns="135000" tIns="0" rIns="0" bIns="0" rtlCol="0" anchor="ctr"/>
          <a:lstStyle/>
          <a:p>
            <a:endParaRPr lang="es-ES" sz="1050" spc="225">
              <a:solidFill>
                <a:srgbClr val="FFFFFF"/>
              </a:solidFill>
              <a:latin typeface="Enagás PT Serif" panose="020A0603040505020204" pitchFamily="18" charset="77"/>
              <a:ea typeface="Enagás PT Serif" panose="020A0603040505020204" pitchFamily="18" charset="0"/>
              <a:cs typeface="Enagás PT Serif" panose="020A0603040505020204" pitchFamily="18" charset="0"/>
            </a:endParaRPr>
          </a:p>
        </p:txBody>
      </p:sp>
      <p:sp>
        <p:nvSpPr>
          <p:cNvPr id="11" name="2 Título"/>
          <p:cNvSpPr>
            <a:spLocks noGrp="1"/>
          </p:cNvSpPr>
          <p:nvPr>
            <p:ph type="title" hasCustomPrompt="1"/>
          </p:nvPr>
        </p:nvSpPr>
        <p:spPr>
          <a:xfrm>
            <a:off x="439199" y="298800"/>
            <a:ext cx="7953981" cy="400110"/>
          </a:xfrm>
          <a:prstGeom prst="rect">
            <a:avLst/>
          </a:prstGeom>
        </p:spPr>
        <p:txBody>
          <a:bodyPr wrap="square" lIns="0" tIns="0" rIns="0" bIns="0">
            <a:spAutoFit/>
          </a:bodyPr>
          <a:lstStyle>
            <a:lvl1pPr algn="l">
              <a:defRPr sz="2600" b="0">
                <a:solidFill>
                  <a:schemeClr val="accent3"/>
                </a:solidFill>
                <a:latin typeface="Enagás PT Serif" panose="020A0603040505020204" pitchFamily="18" charset="0"/>
                <a:ea typeface="Enagás PT Serif" panose="020A0603040505020204" pitchFamily="18" charset="0"/>
                <a:cs typeface="Verdana" panose="020B0604030504040204" pitchFamily="34" charset="0"/>
              </a:defRPr>
            </a:lvl1pPr>
          </a:lstStyle>
          <a:p>
            <a:r>
              <a:rPr lang="es-ES"/>
              <a:t>Completa el índice</a:t>
            </a:r>
          </a:p>
        </p:txBody>
      </p:sp>
      <p:sp>
        <p:nvSpPr>
          <p:cNvPr id="14" name="3 Marcador de texto"/>
          <p:cNvSpPr>
            <a:spLocks noGrp="1"/>
          </p:cNvSpPr>
          <p:nvPr>
            <p:ph type="body" sz="quarter" idx="11" hasCustomPrompt="1"/>
          </p:nvPr>
        </p:nvSpPr>
        <p:spPr>
          <a:xfrm>
            <a:off x="426379" y="2967775"/>
            <a:ext cx="7966800" cy="1764000"/>
          </a:xfrm>
          <a:prstGeom prst="rect">
            <a:avLst/>
          </a:prstGeom>
          <a:solidFill>
            <a:schemeClr val="bg1"/>
          </a:solidFill>
        </p:spPr>
        <p:txBody>
          <a:bodyPr lIns="360000" tIns="360000" rIns="360000" bIns="360000" numCol="2" anchor="ctr" anchorCtr="0"/>
          <a:lstStyle>
            <a:lvl1pPr marL="0" marR="0" indent="0" algn="l" defTabSz="914400" rtl="0" eaLnBrk="1" fontAlgn="auto" latinLnBrk="0" hangingPunct="1">
              <a:lnSpc>
                <a:spcPct val="150000"/>
              </a:lnSpc>
              <a:spcBef>
                <a:spcPct val="20000"/>
              </a:spcBef>
              <a:spcAft>
                <a:spcPts val="0"/>
              </a:spcAft>
              <a:buClrTx/>
              <a:buSzTx/>
              <a:buFont typeface="+mj-lt"/>
              <a:buNone/>
              <a:tabLst/>
              <a:defRPr sz="1400" b="0" baseline="0">
                <a:solidFill>
                  <a:schemeClr val="accent3"/>
                </a:solidFill>
              </a:defRPr>
            </a:lvl1pPr>
            <a:lvl2pPr marL="457200" indent="0">
              <a:buClr>
                <a:schemeClr val="accent1"/>
              </a:buClr>
              <a:buFont typeface="Arial" panose="020B0604020202020204" pitchFamily="34" charset="0"/>
              <a:buNone/>
              <a:defRPr sz="1400" baseline="0">
                <a:solidFill>
                  <a:schemeClr val="accent3"/>
                </a:solidFill>
              </a:defRPr>
            </a:lvl2pPr>
          </a:lstStyle>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1</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2</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3</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4</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t>
            </a:r>
          </a:p>
        </p:txBody>
      </p:sp>
    </p:spTree>
    <p:extLst>
      <p:ext uri="{BB962C8B-B14F-4D97-AF65-F5344CB8AC3E}">
        <p14:creationId xmlns:p14="http://schemas.microsoft.com/office/powerpoint/2010/main" val="1121426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ÍNDICE 3">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85CDCAF3-0746-004C-9C3B-0FCB94230116}"/>
              </a:ext>
            </a:extLst>
          </p:cNvPr>
          <p:cNvSpPr>
            <a:spLocks noGrp="1"/>
          </p:cNvSpPr>
          <p:nvPr>
            <p:ph type="sldNum" sz="quarter" idx="4"/>
          </p:nvPr>
        </p:nvSpPr>
        <p:spPr>
          <a:xfrm>
            <a:off x="8525476" y="4638617"/>
            <a:ext cx="473273" cy="204788"/>
          </a:xfrm>
          <a:prstGeom prst="rect">
            <a:avLst/>
          </a:prstGeom>
        </p:spPr>
        <p:txBody>
          <a:bodyPr/>
          <a:lstStyle>
            <a:lvl1pPr algn="ctr">
              <a:defRPr sz="800" b="0" i="0">
                <a:solidFill>
                  <a:schemeClr val="accent3"/>
                </a:solidFill>
                <a:latin typeface="Enagás PT Serif" panose="020A0603040505020204" pitchFamily="18" charset="77"/>
              </a:defRPr>
            </a:lvl1pPr>
          </a:lstStyle>
          <a:p>
            <a:fld id="{BC84A7B8-DCD1-44CA-A629-967FC9CECB50}" type="slidenum">
              <a:rPr lang="es-ES_tradnl" smtClean="0"/>
              <a:pPr/>
              <a:t>‹Nº›</a:t>
            </a:fld>
            <a:endParaRPr lang="es-ES_tradnl"/>
          </a:p>
        </p:txBody>
      </p:sp>
      <p:pic>
        <p:nvPicPr>
          <p:cNvPr id="9" name="Imagen 8" descr="Imagen que contiene agua, parado, grande, pájaro&#10;&#10;Descripción generada automáticamente">
            <a:extLst>
              <a:ext uri="{FF2B5EF4-FFF2-40B4-BE49-F238E27FC236}">
                <a16:creationId xmlns:a16="http://schemas.microsoft.com/office/drawing/2014/main" id="{8023BAE1-37B8-B540-B421-814E0ED8F4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6301" y="1050448"/>
            <a:ext cx="7966800" cy="1917333"/>
          </a:xfrm>
          <a:prstGeom prst="rect">
            <a:avLst/>
          </a:prstGeom>
        </p:spPr>
      </p:pic>
      <p:sp>
        <p:nvSpPr>
          <p:cNvPr id="12" name="object 16">
            <a:extLst>
              <a:ext uri="{FF2B5EF4-FFF2-40B4-BE49-F238E27FC236}">
                <a16:creationId xmlns:a16="http://schemas.microsoft.com/office/drawing/2014/main" id="{72A6B4E3-3CFE-AA49-9566-9D207A21C2F9}"/>
              </a:ext>
            </a:extLst>
          </p:cNvPr>
          <p:cNvSpPr/>
          <p:nvPr userDrawn="1"/>
        </p:nvSpPr>
        <p:spPr>
          <a:xfrm>
            <a:off x="426381" y="853351"/>
            <a:ext cx="7965000" cy="197100"/>
          </a:xfrm>
          <a:custGeom>
            <a:avLst/>
            <a:gdLst/>
            <a:ahLst/>
            <a:cxnLst/>
            <a:rect l="l" t="t" r="r" b="b"/>
            <a:pathLst>
              <a:path w="721995" h="312420">
                <a:moveTo>
                  <a:pt x="721789" y="0"/>
                </a:moveTo>
                <a:lnTo>
                  <a:pt x="0" y="0"/>
                </a:lnTo>
                <a:lnTo>
                  <a:pt x="0" y="312178"/>
                </a:lnTo>
                <a:lnTo>
                  <a:pt x="721789" y="312178"/>
                </a:lnTo>
                <a:lnTo>
                  <a:pt x="721789" y="0"/>
                </a:lnTo>
                <a:close/>
              </a:path>
            </a:pathLst>
          </a:custGeom>
          <a:solidFill>
            <a:schemeClr val="accent5"/>
          </a:solidFill>
        </p:spPr>
        <p:txBody>
          <a:bodyPr wrap="square" lIns="135000" tIns="0" rIns="0" bIns="0" rtlCol="0" anchor="ctr"/>
          <a:lstStyle/>
          <a:p>
            <a:endParaRPr lang="es-ES" sz="1050" spc="225">
              <a:solidFill>
                <a:srgbClr val="FFFFFF"/>
              </a:solidFill>
              <a:latin typeface="Enagás PT Serif" panose="020A0603040505020204" pitchFamily="18" charset="77"/>
              <a:ea typeface="Enagás PT Serif" panose="020A0603040505020204" pitchFamily="18" charset="0"/>
              <a:cs typeface="Enagás PT Serif" panose="020A0603040505020204" pitchFamily="18" charset="0"/>
            </a:endParaRPr>
          </a:p>
        </p:txBody>
      </p:sp>
      <p:sp>
        <p:nvSpPr>
          <p:cNvPr id="13" name="2 Título"/>
          <p:cNvSpPr>
            <a:spLocks noGrp="1"/>
          </p:cNvSpPr>
          <p:nvPr>
            <p:ph type="title" hasCustomPrompt="1"/>
          </p:nvPr>
        </p:nvSpPr>
        <p:spPr>
          <a:xfrm>
            <a:off x="439199" y="298800"/>
            <a:ext cx="7953981" cy="400110"/>
          </a:xfrm>
          <a:prstGeom prst="rect">
            <a:avLst/>
          </a:prstGeom>
        </p:spPr>
        <p:txBody>
          <a:bodyPr wrap="square" lIns="0" tIns="0" rIns="0" bIns="0">
            <a:spAutoFit/>
          </a:bodyPr>
          <a:lstStyle>
            <a:lvl1pPr algn="l">
              <a:defRPr sz="2600" b="0">
                <a:solidFill>
                  <a:schemeClr val="accent3"/>
                </a:solidFill>
                <a:latin typeface="Enagás PT Serif" panose="020A0603040505020204" pitchFamily="18" charset="0"/>
                <a:ea typeface="Enagás PT Serif" panose="020A0603040505020204" pitchFamily="18" charset="0"/>
                <a:cs typeface="Verdana" panose="020B0604030504040204" pitchFamily="34" charset="0"/>
              </a:defRPr>
            </a:lvl1pPr>
          </a:lstStyle>
          <a:p>
            <a:r>
              <a:rPr lang="es-ES"/>
              <a:t>Completa el índice</a:t>
            </a:r>
          </a:p>
        </p:txBody>
      </p:sp>
      <p:sp>
        <p:nvSpPr>
          <p:cNvPr id="14" name="3 Marcador de texto"/>
          <p:cNvSpPr>
            <a:spLocks noGrp="1"/>
          </p:cNvSpPr>
          <p:nvPr>
            <p:ph type="body" sz="quarter" idx="11" hasCustomPrompt="1"/>
          </p:nvPr>
        </p:nvSpPr>
        <p:spPr>
          <a:xfrm>
            <a:off x="426379" y="2967775"/>
            <a:ext cx="7966800" cy="1764000"/>
          </a:xfrm>
          <a:prstGeom prst="rect">
            <a:avLst/>
          </a:prstGeom>
          <a:solidFill>
            <a:schemeClr val="bg1"/>
          </a:solidFill>
        </p:spPr>
        <p:txBody>
          <a:bodyPr lIns="360000" tIns="360000" rIns="360000" bIns="360000" numCol="2" anchor="ctr" anchorCtr="0"/>
          <a:lstStyle>
            <a:lvl1pPr marL="0" marR="0" indent="0" algn="l" defTabSz="914400" rtl="0" eaLnBrk="1" fontAlgn="auto" latinLnBrk="0" hangingPunct="1">
              <a:lnSpc>
                <a:spcPct val="150000"/>
              </a:lnSpc>
              <a:spcBef>
                <a:spcPct val="20000"/>
              </a:spcBef>
              <a:spcAft>
                <a:spcPts val="0"/>
              </a:spcAft>
              <a:buClrTx/>
              <a:buSzTx/>
              <a:buFont typeface="+mj-lt"/>
              <a:buNone/>
              <a:tabLst/>
              <a:defRPr sz="1400" b="0" baseline="0">
                <a:solidFill>
                  <a:schemeClr val="accent3"/>
                </a:solidFill>
              </a:defRPr>
            </a:lvl1pPr>
            <a:lvl2pPr marL="457200" indent="0">
              <a:buClr>
                <a:schemeClr val="accent1"/>
              </a:buClr>
              <a:buFont typeface="Arial" panose="020B0604020202020204" pitchFamily="34" charset="0"/>
              <a:buNone/>
              <a:defRPr sz="1400" baseline="0">
                <a:solidFill>
                  <a:schemeClr val="accent3"/>
                </a:solidFill>
              </a:defRPr>
            </a:lvl2pPr>
          </a:lstStyle>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1</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2</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3</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4</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t>
            </a:r>
          </a:p>
        </p:txBody>
      </p:sp>
    </p:spTree>
    <p:extLst>
      <p:ext uri="{BB962C8B-B14F-4D97-AF65-F5344CB8AC3E}">
        <p14:creationId xmlns:p14="http://schemas.microsoft.com/office/powerpoint/2010/main" val="29566434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ÍNDICE 4">
    <p:spTree>
      <p:nvGrpSpPr>
        <p:cNvPr id="1" name=""/>
        <p:cNvGrpSpPr/>
        <p:nvPr/>
      </p:nvGrpSpPr>
      <p:grpSpPr>
        <a:xfrm>
          <a:off x="0" y="0"/>
          <a:ext cx="0" cy="0"/>
          <a:chOff x="0" y="0"/>
          <a:chExt cx="0" cy="0"/>
        </a:xfrm>
      </p:grpSpPr>
      <p:pic>
        <p:nvPicPr>
          <p:cNvPr id="3" name="Imagen 2" descr="Imagen que contiene interior, tabla, taza, naranja&#10;&#10;Descripción generada automáticamente">
            <a:extLst>
              <a:ext uri="{FF2B5EF4-FFF2-40B4-BE49-F238E27FC236}">
                <a16:creationId xmlns:a16="http://schemas.microsoft.com/office/drawing/2014/main" id="{CCB3EBC8-0550-0947-9BF4-C76AAE1DE137}"/>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6381" y="1050451"/>
            <a:ext cx="7966800" cy="1917325"/>
          </a:xfrm>
          <a:prstGeom prst="rect">
            <a:avLst/>
          </a:prstGeom>
        </p:spPr>
      </p:pic>
      <p:sp>
        <p:nvSpPr>
          <p:cNvPr id="15" name="Slide Number Placeholder 5">
            <a:extLst>
              <a:ext uri="{FF2B5EF4-FFF2-40B4-BE49-F238E27FC236}">
                <a16:creationId xmlns:a16="http://schemas.microsoft.com/office/drawing/2014/main" id="{748707C8-4524-DD43-8B3C-BEA69EE2412C}"/>
              </a:ext>
            </a:extLst>
          </p:cNvPr>
          <p:cNvSpPr>
            <a:spLocks noGrp="1"/>
          </p:cNvSpPr>
          <p:nvPr>
            <p:ph type="sldNum" sz="quarter" idx="4"/>
          </p:nvPr>
        </p:nvSpPr>
        <p:spPr>
          <a:xfrm>
            <a:off x="8525476" y="4638617"/>
            <a:ext cx="473273" cy="204788"/>
          </a:xfrm>
          <a:prstGeom prst="rect">
            <a:avLst/>
          </a:prstGeom>
        </p:spPr>
        <p:txBody>
          <a:bodyPr/>
          <a:lstStyle>
            <a:lvl1pPr algn="ctr">
              <a:defRPr sz="800" b="0" i="0">
                <a:solidFill>
                  <a:schemeClr val="accent3"/>
                </a:solidFill>
                <a:latin typeface="Enagás PT Serif" panose="020A0603040505020204" pitchFamily="18" charset="77"/>
              </a:defRPr>
            </a:lvl1pPr>
          </a:lstStyle>
          <a:p>
            <a:fld id="{BC84A7B8-DCD1-44CA-A629-967FC9CECB50}" type="slidenum">
              <a:rPr lang="es-ES_tradnl" smtClean="0"/>
              <a:pPr/>
              <a:t>‹Nº›</a:t>
            </a:fld>
            <a:endParaRPr lang="es-ES_tradnl"/>
          </a:p>
        </p:txBody>
      </p:sp>
      <p:sp>
        <p:nvSpPr>
          <p:cNvPr id="12" name="object 16">
            <a:extLst>
              <a:ext uri="{FF2B5EF4-FFF2-40B4-BE49-F238E27FC236}">
                <a16:creationId xmlns:a16="http://schemas.microsoft.com/office/drawing/2014/main" id="{72A6B4E3-3CFE-AA49-9566-9D207A21C2F9}"/>
              </a:ext>
            </a:extLst>
          </p:cNvPr>
          <p:cNvSpPr/>
          <p:nvPr userDrawn="1"/>
        </p:nvSpPr>
        <p:spPr>
          <a:xfrm>
            <a:off x="426381" y="853351"/>
            <a:ext cx="7965000" cy="197100"/>
          </a:xfrm>
          <a:custGeom>
            <a:avLst/>
            <a:gdLst/>
            <a:ahLst/>
            <a:cxnLst/>
            <a:rect l="l" t="t" r="r" b="b"/>
            <a:pathLst>
              <a:path w="721995" h="312420">
                <a:moveTo>
                  <a:pt x="721789" y="0"/>
                </a:moveTo>
                <a:lnTo>
                  <a:pt x="0" y="0"/>
                </a:lnTo>
                <a:lnTo>
                  <a:pt x="0" y="312178"/>
                </a:lnTo>
                <a:lnTo>
                  <a:pt x="721789" y="312178"/>
                </a:lnTo>
                <a:lnTo>
                  <a:pt x="721789" y="0"/>
                </a:lnTo>
                <a:close/>
              </a:path>
            </a:pathLst>
          </a:custGeom>
          <a:solidFill>
            <a:schemeClr val="accent1"/>
          </a:solidFill>
        </p:spPr>
        <p:txBody>
          <a:bodyPr wrap="square" lIns="135000" tIns="0" rIns="0" bIns="0" rtlCol="0" anchor="ctr"/>
          <a:lstStyle/>
          <a:p>
            <a:endParaRPr lang="es-ES" sz="1050" spc="225">
              <a:solidFill>
                <a:srgbClr val="FFFFFF"/>
              </a:solidFill>
              <a:latin typeface="Enagás PT Serif" panose="020A0603040505020204" pitchFamily="18" charset="77"/>
              <a:ea typeface="Enagás PT Serif" panose="020A0603040505020204" pitchFamily="18" charset="0"/>
              <a:cs typeface="Enagás PT Serif" panose="020A0603040505020204" pitchFamily="18" charset="0"/>
            </a:endParaRPr>
          </a:p>
        </p:txBody>
      </p:sp>
      <p:sp>
        <p:nvSpPr>
          <p:cNvPr id="13" name="2 Título"/>
          <p:cNvSpPr>
            <a:spLocks noGrp="1"/>
          </p:cNvSpPr>
          <p:nvPr>
            <p:ph type="title" hasCustomPrompt="1"/>
          </p:nvPr>
        </p:nvSpPr>
        <p:spPr>
          <a:xfrm>
            <a:off x="439199" y="298800"/>
            <a:ext cx="7953981" cy="400110"/>
          </a:xfrm>
          <a:prstGeom prst="rect">
            <a:avLst/>
          </a:prstGeom>
        </p:spPr>
        <p:txBody>
          <a:bodyPr wrap="square" lIns="0" tIns="0" rIns="0" bIns="0">
            <a:spAutoFit/>
          </a:bodyPr>
          <a:lstStyle>
            <a:lvl1pPr algn="l">
              <a:defRPr sz="2600" b="0">
                <a:solidFill>
                  <a:schemeClr val="accent3"/>
                </a:solidFill>
                <a:latin typeface="Enagás PT Serif" panose="020A0603040505020204" pitchFamily="18" charset="0"/>
                <a:ea typeface="Enagás PT Serif" panose="020A0603040505020204" pitchFamily="18" charset="0"/>
                <a:cs typeface="Verdana" panose="020B0604030504040204" pitchFamily="34" charset="0"/>
              </a:defRPr>
            </a:lvl1pPr>
          </a:lstStyle>
          <a:p>
            <a:r>
              <a:rPr lang="es-ES"/>
              <a:t>Completa el índice</a:t>
            </a:r>
          </a:p>
        </p:txBody>
      </p:sp>
      <p:sp>
        <p:nvSpPr>
          <p:cNvPr id="14" name="3 Marcador de texto"/>
          <p:cNvSpPr>
            <a:spLocks noGrp="1"/>
          </p:cNvSpPr>
          <p:nvPr>
            <p:ph type="body" sz="quarter" idx="11" hasCustomPrompt="1"/>
          </p:nvPr>
        </p:nvSpPr>
        <p:spPr>
          <a:xfrm>
            <a:off x="426379" y="2967775"/>
            <a:ext cx="7966800" cy="1764000"/>
          </a:xfrm>
          <a:prstGeom prst="rect">
            <a:avLst/>
          </a:prstGeom>
          <a:solidFill>
            <a:schemeClr val="bg1"/>
          </a:solidFill>
        </p:spPr>
        <p:txBody>
          <a:bodyPr lIns="360000" tIns="360000" rIns="360000" bIns="360000" numCol="2" anchor="ctr" anchorCtr="0"/>
          <a:lstStyle>
            <a:lvl1pPr marL="0" marR="0" indent="0" algn="l" defTabSz="914400" rtl="0" eaLnBrk="1" fontAlgn="auto" latinLnBrk="0" hangingPunct="1">
              <a:lnSpc>
                <a:spcPct val="150000"/>
              </a:lnSpc>
              <a:spcBef>
                <a:spcPct val="20000"/>
              </a:spcBef>
              <a:spcAft>
                <a:spcPts val="0"/>
              </a:spcAft>
              <a:buClrTx/>
              <a:buSzTx/>
              <a:buFont typeface="+mj-lt"/>
              <a:buNone/>
              <a:tabLst/>
              <a:defRPr sz="1400" b="0" baseline="0">
                <a:solidFill>
                  <a:schemeClr val="accent3"/>
                </a:solidFill>
              </a:defRPr>
            </a:lvl1pPr>
            <a:lvl2pPr marL="457200" indent="0">
              <a:buClr>
                <a:schemeClr val="accent1"/>
              </a:buClr>
              <a:buFont typeface="Arial" panose="020B0604020202020204" pitchFamily="34" charset="0"/>
              <a:buNone/>
              <a:defRPr sz="1400" baseline="0">
                <a:solidFill>
                  <a:schemeClr val="accent3"/>
                </a:solidFill>
              </a:defRPr>
            </a:lvl2pPr>
          </a:lstStyle>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1</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2</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3</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Apartado 4</a:t>
            </a:r>
          </a:p>
          <a:p>
            <a:pPr marL="514350" marR="0" lvl="0" indent="-514350" algn="l" defTabSz="914400" rtl="0" eaLnBrk="1" fontAlgn="auto" latinLnBrk="0" hangingPunct="1">
              <a:lnSpc>
                <a:spcPct val="150000"/>
              </a:lnSpc>
              <a:spcBef>
                <a:spcPct val="20000"/>
              </a:spcBef>
              <a:spcAft>
                <a:spcPts val="0"/>
              </a:spcAft>
              <a:buClrTx/>
              <a:buSzTx/>
              <a:buFont typeface="+mj-lt"/>
              <a:buAutoNum type="arabicPeriod"/>
              <a:tabLst/>
              <a:defRPr/>
            </a:pPr>
            <a:r>
              <a:rPr kumimoji="0" lang="es-ES" sz="1600" b="0" i="0" u="none" strike="noStrike" kern="1200" cap="none" spc="0" normalizeH="0" baseline="0" noProof="0">
                <a:ln>
                  <a:noFill/>
                </a:ln>
                <a:solidFill>
                  <a:srgbClr val="63666A"/>
                </a:solidFill>
                <a:effectLst/>
                <a:uLnTx/>
                <a:uFillTx/>
                <a:latin typeface="+mn-lt"/>
                <a:ea typeface="+mn-ea"/>
                <a:cs typeface="+mn-cs"/>
              </a:rPr>
              <a:t>…</a:t>
            </a:r>
          </a:p>
        </p:txBody>
      </p:sp>
    </p:spTree>
    <p:extLst>
      <p:ext uri="{BB962C8B-B14F-4D97-AF65-F5344CB8AC3E}">
        <p14:creationId xmlns:p14="http://schemas.microsoft.com/office/powerpoint/2010/main" val="258528767"/>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ubtítulo/antetítulo">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B04FAC64-697C-744A-8112-A87F70158D11}"/>
              </a:ext>
            </a:extLst>
          </p:cNvPr>
          <p:cNvSpPr>
            <a:spLocks noGrp="1"/>
          </p:cNvSpPr>
          <p:nvPr>
            <p:ph type="sldNum" sz="quarter" idx="4"/>
          </p:nvPr>
        </p:nvSpPr>
        <p:spPr>
          <a:xfrm>
            <a:off x="8525476" y="4638617"/>
            <a:ext cx="473273" cy="204788"/>
          </a:xfrm>
          <a:prstGeom prst="rect">
            <a:avLst/>
          </a:prstGeom>
        </p:spPr>
        <p:txBody>
          <a:bodyPr/>
          <a:lstStyle>
            <a:lvl1pPr algn="ctr">
              <a:defRPr sz="800" b="0" i="0">
                <a:solidFill>
                  <a:schemeClr val="accent3"/>
                </a:solidFill>
                <a:latin typeface="Enagás PT Serif" panose="020A0603040505020204" pitchFamily="18" charset="77"/>
              </a:defRPr>
            </a:lvl1pPr>
          </a:lstStyle>
          <a:p>
            <a:fld id="{BC84A7B8-DCD1-44CA-A629-967FC9CECB50}" type="slidenum">
              <a:rPr lang="es-ES_tradnl" smtClean="0"/>
              <a:pPr/>
              <a:t>‹Nº›</a:t>
            </a:fld>
            <a:endParaRPr lang="es-ES_tradnl"/>
          </a:p>
        </p:txBody>
      </p:sp>
      <p:sp>
        <p:nvSpPr>
          <p:cNvPr id="3" name="Marcador de texto 2">
            <a:extLst>
              <a:ext uri="{FF2B5EF4-FFF2-40B4-BE49-F238E27FC236}">
                <a16:creationId xmlns:a16="http://schemas.microsoft.com/office/drawing/2014/main" id="{ED382541-1604-654B-A65F-6E00B131DD16}"/>
              </a:ext>
            </a:extLst>
          </p:cNvPr>
          <p:cNvSpPr>
            <a:spLocks noGrp="1"/>
          </p:cNvSpPr>
          <p:nvPr>
            <p:ph type="body" sz="quarter" idx="21" hasCustomPrompt="1"/>
          </p:nvPr>
        </p:nvSpPr>
        <p:spPr>
          <a:xfrm>
            <a:off x="431800" y="158750"/>
            <a:ext cx="7956550" cy="141460"/>
          </a:xfrm>
          <a:prstGeom prst="rect">
            <a:avLst/>
          </a:prstGeom>
        </p:spPr>
        <p:txBody>
          <a:bodyPr lIns="0" tIns="0" rIns="0" bIns="0"/>
          <a:lstStyle>
            <a:lvl1pPr marL="0" indent="0">
              <a:buNone/>
              <a:defRPr sz="900" b="1">
                <a:solidFill>
                  <a:schemeClr val="accent1"/>
                </a:solidFill>
              </a:defRPr>
            </a:lvl1pPr>
            <a:lvl2pPr marL="457200" indent="0">
              <a:buNone/>
              <a:defRPr sz="900" b="1">
                <a:solidFill>
                  <a:schemeClr val="accent1"/>
                </a:solidFill>
              </a:defRPr>
            </a:lvl2pPr>
            <a:lvl3pPr marL="914400" indent="0">
              <a:buNone/>
              <a:defRPr sz="900" b="1">
                <a:solidFill>
                  <a:schemeClr val="accent1"/>
                </a:solidFill>
              </a:defRPr>
            </a:lvl3pPr>
            <a:lvl4pPr marL="1371600" indent="0">
              <a:buNone/>
              <a:defRPr sz="900" b="1">
                <a:solidFill>
                  <a:schemeClr val="accent1"/>
                </a:solidFill>
              </a:defRPr>
            </a:lvl4pPr>
            <a:lvl5pPr marL="1828800" indent="0">
              <a:buNone/>
              <a:defRPr sz="900" b="1">
                <a:solidFill>
                  <a:schemeClr val="accent1"/>
                </a:solidFill>
              </a:defRPr>
            </a:lvl5pPr>
          </a:lstStyle>
          <a:p>
            <a:pPr lvl="0"/>
            <a:r>
              <a:rPr lang="es-ES"/>
              <a:t>Antetítulo si lo tuviera. </a:t>
            </a:r>
            <a:r>
              <a:rPr lang="es-ES" err="1"/>
              <a:t>Verdana</a:t>
            </a:r>
            <a:r>
              <a:rPr lang="es-ES"/>
              <a:t> 9 negrita (RGB 0, 122, 174) </a:t>
            </a:r>
            <a:endParaRPr lang="es-ES_tradnl"/>
          </a:p>
        </p:txBody>
      </p:sp>
      <p:sp>
        <p:nvSpPr>
          <p:cNvPr id="8" name="Text Placeholder 12">
            <a:extLst>
              <a:ext uri="{FF2B5EF4-FFF2-40B4-BE49-F238E27FC236}">
                <a16:creationId xmlns:a16="http://schemas.microsoft.com/office/drawing/2014/main" id="{4102A1F6-3BA1-9344-A2BE-98333259B640}"/>
              </a:ext>
            </a:extLst>
          </p:cNvPr>
          <p:cNvSpPr>
            <a:spLocks noGrp="1"/>
          </p:cNvSpPr>
          <p:nvPr>
            <p:ph type="body" sz="quarter" idx="19" hasCustomPrompt="1"/>
          </p:nvPr>
        </p:nvSpPr>
        <p:spPr>
          <a:xfrm>
            <a:off x="432000" y="362927"/>
            <a:ext cx="7940342" cy="335413"/>
          </a:xfrm>
          <a:prstGeom prst="rect">
            <a:avLst/>
          </a:prstGeom>
        </p:spPr>
        <p:txBody>
          <a:bodyPr wrap="square" lIns="0" tIns="0" rIns="0" bIns="0" anchor="t">
            <a:spAutoFit/>
          </a:bodyPr>
          <a:lstStyle>
            <a:lvl1pPr marL="0" indent="0" algn="l">
              <a:lnSpc>
                <a:spcPts val="2600"/>
              </a:lnSpc>
              <a:spcBef>
                <a:spcPts val="0"/>
              </a:spcBef>
              <a:spcAft>
                <a:spcPts val="0"/>
              </a:spcAft>
              <a:buClr>
                <a:schemeClr val="accent3"/>
              </a:buClr>
              <a:buSzPct val="110000"/>
              <a:buNone/>
              <a:defRPr sz="26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Escribe el título en Enagás PT Serif (RGB 99, 102, 106)</a:t>
            </a:r>
          </a:p>
        </p:txBody>
      </p:sp>
      <p:sp>
        <p:nvSpPr>
          <p:cNvPr id="5" name="Text Placeholder 12">
            <a:extLst>
              <a:ext uri="{FF2B5EF4-FFF2-40B4-BE49-F238E27FC236}">
                <a16:creationId xmlns:a16="http://schemas.microsoft.com/office/drawing/2014/main" id="{9D20DD62-D5F1-BD4A-B469-89350AF1C41D}"/>
              </a:ext>
            </a:extLst>
          </p:cNvPr>
          <p:cNvSpPr>
            <a:spLocks noGrp="1"/>
          </p:cNvSpPr>
          <p:nvPr>
            <p:ph type="body" sz="quarter" idx="20" hasCustomPrompt="1"/>
          </p:nvPr>
        </p:nvSpPr>
        <p:spPr>
          <a:xfrm>
            <a:off x="432000" y="700187"/>
            <a:ext cx="7940342" cy="169277"/>
          </a:xfrm>
          <a:prstGeom prst="rect">
            <a:avLst/>
          </a:prstGeom>
        </p:spPr>
        <p:txBody>
          <a:bodyPr wrap="square" lIns="0" tIns="0" rIns="0" bIns="0" anchor="t">
            <a:spAutoFit/>
          </a:bodyPr>
          <a:lstStyle>
            <a:lvl1pPr marL="0" indent="0" algn="l">
              <a:lnSpc>
                <a:spcPct val="100000"/>
              </a:lnSpc>
              <a:spcBef>
                <a:spcPts val="0"/>
              </a:spcBef>
              <a:spcAft>
                <a:spcPts val="600"/>
              </a:spcAft>
              <a:buClr>
                <a:schemeClr val="accent3"/>
              </a:buClr>
              <a:buSzPct val="110000"/>
              <a:buNone/>
              <a:defRPr sz="1100" b="1" i="0">
                <a:solidFill>
                  <a:schemeClr val="accent3"/>
                </a:solidFill>
                <a:latin typeface="Verdana" panose="020B0604030504040204" pitchFamily="34" charset="0"/>
                <a:ea typeface="Verdana" panose="020B0604030504040204" pitchFamily="34" charset="0"/>
                <a:cs typeface="Verdana" panose="020B0604030504040204" pitchFamily="34" charset="0"/>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Subtítulo de la diapositiva si lo tuviera. </a:t>
            </a:r>
            <a:r>
              <a:rPr lang="es-ES_tradnl" noProof="0" err="1"/>
              <a:t>Verdana</a:t>
            </a:r>
            <a:r>
              <a:rPr lang="es-ES_tradnl" noProof="0"/>
              <a:t> 11 negrita (RGB 99, 102, 106)</a:t>
            </a:r>
          </a:p>
        </p:txBody>
      </p:sp>
      <p:sp>
        <p:nvSpPr>
          <p:cNvPr id="7" name="Marcador de texto 8">
            <a:extLst>
              <a:ext uri="{FF2B5EF4-FFF2-40B4-BE49-F238E27FC236}">
                <a16:creationId xmlns:a16="http://schemas.microsoft.com/office/drawing/2014/main" id="{C6DF052F-C7BB-3949-A7C2-035D5A3B334A}"/>
              </a:ext>
            </a:extLst>
          </p:cNvPr>
          <p:cNvSpPr>
            <a:spLocks noGrp="1"/>
          </p:cNvSpPr>
          <p:nvPr>
            <p:ph type="body" sz="quarter" idx="22"/>
          </p:nvPr>
        </p:nvSpPr>
        <p:spPr>
          <a:xfrm>
            <a:off x="431800" y="1123950"/>
            <a:ext cx="7940342" cy="3656623"/>
          </a:xfrm>
          <a:prstGeom prst="rect">
            <a:avLst/>
          </a:prstGeom>
        </p:spPr>
        <p:txBody>
          <a:bodyPr/>
          <a:lstStyle>
            <a:lvl1pPr>
              <a:defRPr sz="1000">
                <a:solidFill>
                  <a:schemeClr val="accent3"/>
                </a:solidFill>
              </a:defRPr>
            </a:lvl1pPr>
            <a:lvl2pPr>
              <a:defRPr sz="1000">
                <a:solidFill>
                  <a:schemeClr val="accent3"/>
                </a:solidFill>
              </a:defRPr>
            </a:lvl2pPr>
            <a:lvl3pPr>
              <a:defRPr sz="1000">
                <a:solidFill>
                  <a:schemeClr val="accent3"/>
                </a:solidFill>
              </a:defRPr>
            </a:lvl3pPr>
            <a:lvl4pPr>
              <a:defRPr sz="1000">
                <a:solidFill>
                  <a:schemeClr val="accent3"/>
                </a:solidFill>
              </a:defRPr>
            </a:lvl4pPr>
            <a:lvl5pPr>
              <a:defRPr sz="1000">
                <a:solidFill>
                  <a:schemeClr val="accent3"/>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Tree>
    <p:extLst>
      <p:ext uri="{BB962C8B-B14F-4D97-AF65-F5344CB8AC3E}">
        <p14:creationId xmlns:p14="http://schemas.microsoft.com/office/powerpoint/2010/main" val="25067123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iseño personalizado">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E331AD17-31BE-45A5-93FF-A0630DA38A7A}"/>
              </a:ext>
            </a:extLst>
          </p:cNvPr>
          <p:cNvSpPr>
            <a:spLocks noGrp="1"/>
          </p:cNvSpPr>
          <p:nvPr>
            <p:ph type="sldNum" sz="quarter" idx="10"/>
          </p:nvPr>
        </p:nvSpPr>
        <p:spPr/>
        <p:txBody>
          <a:bodyPr/>
          <a:lstStyle/>
          <a:p>
            <a:fld id="{BC84A7B8-DCD1-44CA-A629-967FC9CECB50}" type="slidenum">
              <a:rPr lang="es-ES_tradnl" smtClean="0"/>
              <a:pPr/>
              <a:t>‹Nº›</a:t>
            </a:fld>
            <a:endParaRPr lang="es-ES_tradnl"/>
          </a:p>
        </p:txBody>
      </p:sp>
      <p:sp>
        <p:nvSpPr>
          <p:cNvPr id="4" name="Marcador de texto 2">
            <a:extLst>
              <a:ext uri="{FF2B5EF4-FFF2-40B4-BE49-F238E27FC236}">
                <a16:creationId xmlns:a16="http://schemas.microsoft.com/office/drawing/2014/main" id="{FF9B3165-755B-4757-9796-F6D06A73A6DC}"/>
              </a:ext>
            </a:extLst>
          </p:cNvPr>
          <p:cNvSpPr>
            <a:spLocks noGrp="1"/>
          </p:cNvSpPr>
          <p:nvPr>
            <p:ph type="body" sz="quarter" idx="21" hasCustomPrompt="1"/>
          </p:nvPr>
        </p:nvSpPr>
        <p:spPr>
          <a:xfrm>
            <a:off x="431800" y="158750"/>
            <a:ext cx="7956550" cy="141460"/>
          </a:xfrm>
          <a:prstGeom prst="rect">
            <a:avLst/>
          </a:prstGeom>
        </p:spPr>
        <p:txBody>
          <a:bodyPr lIns="0" tIns="0" rIns="0" bIns="0"/>
          <a:lstStyle>
            <a:lvl1pPr marL="0" indent="0">
              <a:buNone/>
              <a:defRPr sz="900" b="1">
                <a:solidFill>
                  <a:schemeClr val="accent1"/>
                </a:solidFill>
              </a:defRPr>
            </a:lvl1pPr>
            <a:lvl2pPr marL="457200" indent="0">
              <a:buNone/>
              <a:defRPr sz="900" b="1">
                <a:solidFill>
                  <a:schemeClr val="accent1"/>
                </a:solidFill>
              </a:defRPr>
            </a:lvl2pPr>
            <a:lvl3pPr marL="914400" indent="0">
              <a:buNone/>
              <a:defRPr sz="900" b="1">
                <a:solidFill>
                  <a:schemeClr val="accent1"/>
                </a:solidFill>
              </a:defRPr>
            </a:lvl3pPr>
            <a:lvl4pPr marL="1371600" indent="0">
              <a:buNone/>
              <a:defRPr sz="900" b="1">
                <a:solidFill>
                  <a:schemeClr val="accent1"/>
                </a:solidFill>
              </a:defRPr>
            </a:lvl4pPr>
            <a:lvl5pPr marL="1828800" indent="0">
              <a:buNone/>
              <a:defRPr sz="900" b="1">
                <a:solidFill>
                  <a:schemeClr val="accent1"/>
                </a:solidFill>
              </a:defRPr>
            </a:lvl5pPr>
          </a:lstStyle>
          <a:p>
            <a:pPr lvl="0"/>
            <a:r>
              <a:rPr lang="es-ES"/>
              <a:t>Antetítulo si lo tuviera. </a:t>
            </a:r>
            <a:r>
              <a:rPr lang="es-ES" err="1"/>
              <a:t>Verdana</a:t>
            </a:r>
            <a:r>
              <a:rPr lang="es-ES"/>
              <a:t> 9 negrita (RGB 0, 122, 174) </a:t>
            </a:r>
            <a:endParaRPr lang="es-ES_tradnl"/>
          </a:p>
        </p:txBody>
      </p:sp>
      <p:sp>
        <p:nvSpPr>
          <p:cNvPr id="5" name="Text Placeholder 12">
            <a:extLst>
              <a:ext uri="{FF2B5EF4-FFF2-40B4-BE49-F238E27FC236}">
                <a16:creationId xmlns:a16="http://schemas.microsoft.com/office/drawing/2014/main" id="{EE4826B8-3F56-4E3E-BD94-F9E926FEC92F}"/>
              </a:ext>
            </a:extLst>
          </p:cNvPr>
          <p:cNvSpPr>
            <a:spLocks noGrp="1"/>
          </p:cNvSpPr>
          <p:nvPr>
            <p:ph type="body" sz="quarter" idx="19" hasCustomPrompt="1"/>
          </p:nvPr>
        </p:nvSpPr>
        <p:spPr>
          <a:xfrm>
            <a:off x="432000" y="362927"/>
            <a:ext cx="7940342" cy="335413"/>
          </a:xfrm>
          <a:prstGeom prst="rect">
            <a:avLst/>
          </a:prstGeom>
        </p:spPr>
        <p:txBody>
          <a:bodyPr wrap="square" lIns="0" tIns="0" rIns="0" bIns="0" anchor="t">
            <a:spAutoFit/>
          </a:bodyPr>
          <a:lstStyle>
            <a:lvl1pPr marL="0" indent="0" algn="l">
              <a:lnSpc>
                <a:spcPts val="2600"/>
              </a:lnSpc>
              <a:spcBef>
                <a:spcPts val="0"/>
              </a:spcBef>
              <a:spcAft>
                <a:spcPts val="0"/>
              </a:spcAft>
              <a:buClr>
                <a:schemeClr val="accent3"/>
              </a:buClr>
              <a:buSzPct val="110000"/>
              <a:buNone/>
              <a:defRPr sz="26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Escribe el título en Enagás PT Serif (RGB 99, 102, 106)</a:t>
            </a:r>
          </a:p>
        </p:txBody>
      </p:sp>
      <p:sp>
        <p:nvSpPr>
          <p:cNvPr id="6" name="Text Placeholder 12">
            <a:extLst>
              <a:ext uri="{FF2B5EF4-FFF2-40B4-BE49-F238E27FC236}">
                <a16:creationId xmlns:a16="http://schemas.microsoft.com/office/drawing/2014/main" id="{D328BC89-CF2A-4416-85A2-9362E30D0F12}"/>
              </a:ext>
            </a:extLst>
          </p:cNvPr>
          <p:cNvSpPr>
            <a:spLocks noGrp="1"/>
          </p:cNvSpPr>
          <p:nvPr>
            <p:ph type="body" sz="quarter" idx="20" hasCustomPrompt="1"/>
          </p:nvPr>
        </p:nvSpPr>
        <p:spPr>
          <a:xfrm>
            <a:off x="432000" y="700187"/>
            <a:ext cx="7940342" cy="169277"/>
          </a:xfrm>
          <a:prstGeom prst="rect">
            <a:avLst/>
          </a:prstGeom>
        </p:spPr>
        <p:txBody>
          <a:bodyPr wrap="square" lIns="0" tIns="0" rIns="0" bIns="0" anchor="t">
            <a:spAutoFit/>
          </a:bodyPr>
          <a:lstStyle>
            <a:lvl1pPr marL="0" indent="0" algn="l">
              <a:lnSpc>
                <a:spcPct val="100000"/>
              </a:lnSpc>
              <a:spcBef>
                <a:spcPts val="0"/>
              </a:spcBef>
              <a:spcAft>
                <a:spcPts val="600"/>
              </a:spcAft>
              <a:buClr>
                <a:schemeClr val="accent3"/>
              </a:buClr>
              <a:buSzPct val="110000"/>
              <a:buNone/>
              <a:defRPr sz="1100" b="1" i="0">
                <a:solidFill>
                  <a:schemeClr val="accent3"/>
                </a:solidFill>
                <a:latin typeface="Verdana" panose="020B0604030504040204" pitchFamily="34" charset="0"/>
                <a:ea typeface="Verdana" panose="020B0604030504040204" pitchFamily="34" charset="0"/>
                <a:cs typeface="Verdana" panose="020B0604030504040204" pitchFamily="34" charset="0"/>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Subtítulo de la diapositiva si lo tuviera. </a:t>
            </a:r>
            <a:r>
              <a:rPr lang="es-ES_tradnl" noProof="0" err="1"/>
              <a:t>Verdana</a:t>
            </a:r>
            <a:r>
              <a:rPr lang="es-ES_tradnl" noProof="0"/>
              <a:t> 11 negrita (RGB 99, 102, 106)</a:t>
            </a:r>
          </a:p>
        </p:txBody>
      </p:sp>
      <p:sp>
        <p:nvSpPr>
          <p:cNvPr id="7" name="Marcador de texto 8">
            <a:extLst>
              <a:ext uri="{FF2B5EF4-FFF2-40B4-BE49-F238E27FC236}">
                <a16:creationId xmlns:a16="http://schemas.microsoft.com/office/drawing/2014/main" id="{1EF69AEC-D4F5-41CC-A515-31FCCC605E6D}"/>
              </a:ext>
            </a:extLst>
          </p:cNvPr>
          <p:cNvSpPr>
            <a:spLocks noGrp="1"/>
          </p:cNvSpPr>
          <p:nvPr>
            <p:ph type="body" sz="quarter" idx="22"/>
          </p:nvPr>
        </p:nvSpPr>
        <p:spPr>
          <a:xfrm>
            <a:off x="431800" y="1123950"/>
            <a:ext cx="3924000" cy="3656623"/>
          </a:xfrm>
          <a:prstGeom prst="rect">
            <a:avLst/>
          </a:prstGeom>
        </p:spPr>
        <p:txBody>
          <a:bodyPr/>
          <a:lstStyle>
            <a:lvl1pPr>
              <a:defRPr sz="1000">
                <a:solidFill>
                  <a:schemeClr val="accent3"/>
                </a:solidFill>
              </a:defRPr>
            </a:lvl1pPr>
            <a:lvl2pPr>
              <a:defRPr sz="1000">
                <a:solidFill>
                  <a:schemeClr val="accent3"/>
                </a:solidFill>
              </a:defRPr>
            </a:lvl2pPr>
            <a:lvl3pPr>
              <a:defRPr sz="1000">
                <a:solidFill>
                  <a:schemeClr val="accent3"/>
                </a:solidFill>
              </a:defRPr>
            </a:lvl3pPr>
            <a:lvl4pPr>
              <a:defRPr sz="1000">
                <a:solidFill>
                  <a:schemeClr val="accent3"/>
                </a:solidFill>
              </a:defRPr>
            </a:lvl4pPr>
            <a:lvl5pPr>
              <a:defRPr sz="1000">
                <a:solidFill>
                  <a:schemeClr val="accent3"/>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8" name="Marcador de texto 8">
            <a:extLst>
              <a:ext uri="{FF2B5EF4-FFF2-40B4-BE49-F238E27FC236}">
                <a16:creationId xmlns:a16="http://schemas.microsoft.com/office/drawing/2014/main" id="{0CE3E694-7F2A-4805-BBD4-8C64CAF46512}"/>
              </a:ext>
            </a:extLst>
          </p:cNvPr>
          <p:cNvSpPr>
            <a:spLocks noGrp="1"/>
          </p:cNvSpPr>
          <p:nvPr>
            <p:ph type="body" sz="quarter" idx="23"/>
          </p:nvPr>
        </p:nvSpPr>
        <p:spPr>
          <a:xfrm>
            <a:off x="4448342" y="1123949"/>
            <a:ext cx="3924000" cy="3656623"/>
          </a:xfrm>
          <a:prstGeom prst="rect">
            <a:avLst/>
          </a:prstGeom>
        </p:spPr>
        <p:txBody>
          <a:bodyPr/>
          <a:lstStyle>
            <a:lvl1pPr>
              <a:defRPr sz="1000">
                <a:solidFill>
                  <a:schemeClr val="accent3"/>
                </a:solidFill>
              </a:defRPr>
            </a:lvl1pPr>
            <a:lvl2pPr>
              <a:defRPr sz="1000">
                <a:solidFill>
                  <a:schemeClr val="accent3"/>
                </a:solidFill>
              </a:defRPr>
            </a:lvl2pPr>
            <a:lvl3pPr>
              <a:defRPr sz="1000">
                <a:solidFill>
                  <a:schemeClr val="accent3"/>
                </a:solidFill>
              </a:defRPr>
            </a:lvl3pPr>
            <a:lvl4pPr>
              <a:defRPr sz="1000">
                <a:solidFill>
                  <a:schemeClr val="accent3"/>
                </a:solidFill>
              </a:defRPr>
            </a:lvl4pPr>
            <a:lvl5pPr>
              <a:defRPr sz="1000">
                <a:solidFill>
                  <a:schemeClr val="accent3"/>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s-ES_tradnl" dirty="0"/>
          </a:p>
        </p:txBody>
      </p:sp>
    </p:spTree>
    <p:extLst>
      <p:ext uri="{BB962C8B-B14F-4D97-AF65-F5344CB8AC3E}">
        <p14:creationId xmlns:p14="http://schemas.microsoft.com/office/powerpoint/2010/main" val="113054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Diseño personalizado">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E331AD17-31BE-45A5-93FF-A0630DA38A7A}"/>
              </a:ext>
            </a:extLst>
          </p:cNvPr>
          <p:cNvSpPr>
            <a:spLocks noGrp="1"/>
          </p:cNvSpPr>
          <p:nvPr>
            <p:ph type="sldNum" sz="quarter" idx="10"/>
          </p:nvPr>
        </p:nvSpPr>
        <p:spPr/>
        <p:txBody>
          <a:bodyPr/>
          <a:lstStyle/>
          <a:p>
            <a:fld id="{BC84A7B8-DCD1-44CA-A629-967FC9CECB50}" type="slidenum">
              <a:rPr lang="es-ES_tradnl" smtClean="0"/>
              <a:pPr/>
              <a:t>‹Nº›</a:t>
            </a:fld>
            <a:endParaRPr lang="es-ES_tradnl"/>
          </a:p>
        </p:txBody>
      </p:sp>
      <p:sp>
        <p:nvSpPr>
          <p:cNvPr id="4" name="Marcador de texto 2">
            <a:extLst>
              <a:ext uri="{FF2B5EF4-FFF2-40B4-BE49-F238E27FC236}">
                <a16:creationId xmlns:a16="http://schemas.microsoft.com/office/drawing/2014/main" id="{FF9B3165-755B-4757-9796-F6D06A73A6DC}"/>
              </a:ext>
            </a:extLst>
          </p:cNvPr>
          <p:cNvSpPr>
            <a:spLocks noGrp="1"/>
          </p:cNvSpPr>
          <p:nvPr>
            <p:ph type="body" sz="quarter" idx="21" hasCustomPrompt="1"/>
          </p:nvPr>
        </p:nvSpPr>
        <p:spPr>
          <a:xfrm>
            <a:off x="431800" y="158750"/>
            <a:ext cx="7956550" cy="141460"/>
          </a:xfrm>
          <a:prstGeom prst="rect">
            <a:avLst/>
          </a:prstGeom>
        </p:spPr>
        <p:txBody>
          <a:bodyPr lIns="0" tIns="0" rIns="0" bIns="0"/>
          <a:lstStyle>
            <a:lvl1pPr marL="0" indent="0">
              <a:buNone/>
              <a:defRPr sz="900" b="1">
                <a:solidFill>
                  <a:schemeClr val="accent1"/>
                </a:solidFill>
              </a:defRPr>
            </a:lvl1pPr>
            <a:lvl2pPr marL="457200" indent="0">
              <a:buNone/>
              <a:defRPr sz="900" b="1">
                <a:solidFill>
                  <a:schemeClr val="accent1"/>
                </a:solidFill>
              </a:defRPr>
            </a:lvl2pPr>
            <a:lvl3pPr marL="914400" indent="0">
              <a:buNone/>
              <a:defRPr sz="900" b="1">
                <a:solidFill>
                  <a:schemeClr val="accent1"/>
                </a:solidFill>
              </a:defRPr>
            </a:lvl3pPr>
            <a:lvl4pPr marL="1371600" indent="0">
              <a:buNone/>
              <a:defRPr sz="900" b="1">
                <a:solidFill>
                  <a:schemeClr val="accent1"/>
                </a:solidFill>
              </a:defRPr>
            </a:lvl4pPr>
            <a:lvl5pPr marL="1828800" indent="0">
              <a:buNone/>
              <a:defRPr sz="900" b="1">
                <a:solidFill>
                  <a:schemeClr val="accent1"/>
                </a:solidFill>
              </a:defRPr>
            </a:lvl5pPr>
          </a:lstStyle>
          <a:p>
            <a:pPr lvl="0"/>
            <a:r>
              <a:rPr lang="es-ES"/>
              <a:t>Antetítulo si lo tuviera. </a:t>
            </a:r>
            <a:r>
              <a:rPr lang="es-ES" err="1"/>
              <a:t>Verdana</a:t>
            </a:r>
            <a:r>
              <a:rPr lang="es-ES"/>
              <a:t> 9 negrita (RGB 0, 122, 174) </a:t>
            </a:r>
            <a:endParaRPr lang="es-ES_tradnl"/>
          </a:p>
        </p:txBody>
      </p:sp>
      <p:sp>
        <p:nvSpPr>
          <p:cNvPr id="5" name="Text Placeholder 12">
            <a:extLst>
              <a:ext uri="{FF2B5EF4-FFF2-40B4-BE49-F238E27FC236}">
                <a16:creationId xmlns:a16="http://schemas.microsoft.com/office/drawing/2014/main" id="{EE4826B8-3F56-4E3E-BD94-F9E926FEC92F}"/>
              </a:ext>
            </a:extLst>
          </p:cNvPr>
          <p:cNvSpPr>
            <a:spLocks noGrp="1"/>
          </p:cNvSpPr>
          <p:nvPr>
            <p:ph type="body" sz="quarter" idx="19" hasCustomPrompt="1"/>
          </p:nvPr>
        </p:nvSpPr>
        <p:spPr>
          <a:xfrm>
            <a:off x="432000" y="362927"/>
            <a:ext cx="7940342" cy="335413"/>
          </a:xfrm>
          <a:prstGeom prst="rect">
            <a:avLst/>
          </a:prstGeom>
        </p:spPr>
        <p:txBody>
          <a:bodyPr wrap="square" lIns="0" tIns="0" rIns="0" bIns="0" anchor="t">
            <a:spAutoFit/>
          </a:bodyPr>
          <a:lstStyle>
            <a:lvl1pPr marL="0" indent="0" algn="l">
              <a:lnSpc>
                <a:spcPts val="2600"/>
              </a:lnSpc>
              <a:spcBef>
                <a:spcPts val="0"/>
              </a:spcBef>
              <a:spcAft>
                <a:spcPts val="0"/>
              </a:spcAft>
              <a:buClr>
                <a:schemeClr val="accent3"/>
              </a:buClr>
              <a:buSzPct val="110000"/>
              <a:buNone/>
              <a:defRPr sz="26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Escribe el título en Enagás PT Serif (RGB 99, 102, 106)</a:t>
            </a:r>
          </a:p>
        </p:txBody>
      </p:sp>
      <p:sp>
        <p:nvSpPr>
          <p:cNvPr id="6" name="Text Placeholder 12">
            <a:extLst>
              <a:ext uri="{FF2B5EF4-FFF2-40B4-BE49-F238E27FC236}">
                <a16:creationId xmlns:a16="http://schemas.microsoft.com/office/drawing/2014/main" id="{D328BC89-CF2A-4416-85A2-9362E30D0F12}"/>
              </a:ext>
            </a:extLst>
          </p:cNvPr>
          <p:cNvSpPr>
            <a:spLocks noGrp="1"/>
          </p:cNvSpPr>
          <p:nvPr>
            <p:ph type="body" sz="quarter" idx="20" hasCustomPrompt="1"/>
          </p:nvPr>
        </p:nvSpPr>
        <p:spPr>
          <a:xfrm>
            <a:off x="432000" y="700187"/>
            <a:ext cx="7940342" cy="169277"/>
          </a:xfrm>
          <a:prstGeom prst="rect">
            <a:avLst/>
          </a:prstGeom>
        </p:spPr>
        <p:txBody>
          <a:bodyPr wrap="square" lIns="0" tIns="0" rIns="0" bIns="0" anchor="t">
            <a:spAutoFit/>
          </a:bodyPr>
          <a:lstStyle>
            <a:lvl1pPr marL="0" indent="0" algn="l">
              <a:lnSpc>
                <a:spcPct val="100000"/>
              </a:lnSpc>
              <a:spcBef>
                <a:spcPts val="0"/>
              </a:spcBef>
              <a:spcAft>
                <a:spcPts val="600"/>
              </a:spcAft>
              <a:buClr>
                <a:schemeClr val="accent3"/>
              </a:buClr>
              <a:buSzPct val="110000"/>
              <a:buNone/>
              <a:defRPr sz="1100" b="1" i="0">
                <a:solidFill>
                  <a:schemeClr val="accent3"/>
                </a:solidFill>
                <a:latin typeface="Verdana" panose="020B0604030504040204" pitchFamily="34" charset="0"/>
                <a:ea typeface="Verdana" panose="020B0604030504040204" pitchFamily="34" charset="0"/>
                <a:cs typeface="Verdana" panose="020B0604030504040204" pitchFamily="34" charset="0"/>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Subtítulo de la diapositiva si lo tuviera. </a:t>
            </a:r>
            <a:r>
              <a:rPr lang="es-ES_tradnl" noProof="0" err="1"/>
              <a:t>Verdana</a:t>
            </a:r>
            <a:r>
              <a:rPr lang="es-ES_tradnl" noProof="0"/>
              <a:t> 11 negrita (RGB 99, 102, 106)</a:t>
            </a:r>
          </a:p>
        </p:txBody>
      </p:sp>
      <p:sp>
        <p:nvSpPr>
          <p:cNvPr id="7" name="Marcador de texto 8">
            <a:extLst>
              <a:ext uri="{FF2B5EF4-FFF2-40B4-BE49-F238E27FC236}">
                <a16:creationId xmlns:a16="http://schemas.microsoft.com/office/drawing/2014/main" id="{1EF69AEC-D4F5-41CC-A515-31FCCC605E6D}"/>
              </a:ext>
            </a:extLst>
          </p:cNvPr>
          <p:cNvSpPr>
            <a:spLocks noGrp="1"/>
          </p:cNvSpPr>
          <p:nvPr>
            <p:ph type="body" sz="quarter" idx="22"/>
          </p:nvPr>
        </p:nvSpPr>
        <p:spPr>
          <a:xfrm>
            <a:off x="431800" y="1123950"/>
            <a:ext cx="2570480" cy="3656623"/>
          </a:xfrm>
          <a:prstGeom prst="rect">
            <a:avLst/>
          </a:prstGeom>
        </p:spPr>
        <p:txBody>
          <a:bodyPr/>
          <a:lstStyle>
            <a:lvl1pPr>
              <a:defRPr sz="1000">
                <a:solidFill>
                  <a:schemeClr val="accent3"/>
                </a:solidFill>
              </a:defRPr>
            </a:lvl1pPr>
            <a:lvl2pPr>
              <a:defRPr sz="1000">
                <a:solidFill>
                  <a:schemeClr val="accent3"/>
                </a:solidFill>
              </a:defRPr>
            </a:lvl2pPr>
            <a:lvl3pPr>
              <a:defRPr sz="1000">
                <a:solidFill>
                  <a:schemeClr val="accent3"/>
                </a:solidFill>
              </a:defRPr>
            </a:lvl3pPr>
            <a:lvl4pPr>
              <a:defRPr sz="1000">
                <a:solidFill>
                  <a:schemeClr val="accent3"/>
                </a:solidFill>
              </a:defRPr>
            </a:lvl4pPr>
            <a:lvl5pPr>
              <a:defRPr sz="1000">
                <a:solidFill>
                  <a:schemeClr val="accent3"/>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8" name="Marcador de texto 8">
            <a:extLst>
              <a:ext uri="{FF2B5EF4-FFF2-40B4-BE49-F238E27FC236}">
                <a16:creationId xmlns:a16="http://schemas.microsoft.com/office/drawing/2014/main" id="{0CE3E694-7F2A-4805-BBD4-8C64CAF46512}"/>
              </a:ext>
            </a:extLst>
          </p:cNvPr>
          <p:cNvSpPr>
            <a:spLocks noGrp="1"/>
          </p:cNvSpPr>
          <p:nvPr>
            <p:ph type="body" sz="quarter" idx="23"/>
          </p:nvPr>
        </p:nvSpPr>
        <p:spPr>
          <a:xfrm>
            <a:off x="3124835" y="1123949"/>
            <a:ext cx="2570480" cy="3656623"/>
          </a:xfrm>
          <a:prstGeom prst="rect">
            <a:avLst/>
          </a:prstGeom>
        </p:spPr>
        <p:txBody>
          <a:bodyPr/>
          <a:lstStyle>
            <a:lvl1pPr>
              <a:defRPr sz="1000">
                <a:solidFill>
                  <a:schemeClr val="accent3"/>
                </a:solidFill>
              </a:defRPr>
            </a:lvl1pPr>
            <a:lvl2pPr>
              <a:defRPr sz="1000">
                <a:solidFill>
                  <a:schemeClr val="accent3"/>
                </a:solidFill>
              </a:defRPr>
            </a:lvl2pPr>
            <a:lvl3pPr>
              <a:defRPr sz="1000">
                <a:solidFill>
                  <a:schemeClr val="accent3"/>
                </a:solidFill>
              </a:defRPr>
            </a:lvl3pPr>
            <a:lvl4pPr>
              <a:defRPr sz="1000">
                <a:solidFill>
                  <a:schemeClr val="accent3"/>
                </a:solidFill>
              </a:defRPr>
            </a:lvl4pPr>
            <a:lvl5pPr>
              <a:defRPr sz="1000">
                <a:solidFill>
                  <a:schemeClr val="accent3"/>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s-ES_tradnl" dirty="0"/>
          </a:p>
        </p:txBody>
      </p:sp>
      <p:sp>
        <p:nvSpPr>
          <p:cNvPr id="9" name="Marcador de texto 8">
            <a:extLst>
              <a:ext uri="{FF2B5EF4-FFF2-40B4-BE49-F238E27FC236}">
                <a16:creationId xmlns:a16="http://schemas.microsoft.com/office/drawing/2014/main" id="{471E1142-29E5-4DD8-909F-F670F636B496}"/>
              </a:ext>
            </a:extLst>
          </p:cNvPr>
          <p:cNvSpPr>
            <a:spLocks noGrp="1"/>
          </p:cNvSpPr>
          <p:nvPr>
            <p:ph type="body" sz="quarter" idx="24"/>
          </p:nvPr>
        </p:nvSpPr>
        <p:spPr>
          <a:xfrm>
            <a:off x="5817870" y="1123949"/>
            <a:ext cx="2570480" cy="3656623"/>
          </a:xfrm>
          <a:prstGeom prst="rect">
            <a:avLst/>
          </a:prstGeom>
        </p:spPr>
        <p:txBody>
          <a:bodyPr/>
          <a:lstStyle>
            <a:lvl1pPr>
              <a:defRPr sz="1000">
                <a:solidFill>
                  <a:schemeClr val="accent3"/>
                </a:solidFill>
              </a:defRPr>
            </a:lvl1pPr>
            <a:lvl2pPr>
              <a:defRPr sz="1000">
                <a:solidFill>
                  <a:schemeClr val="accent3"/>
                </a:solidFill>
              </a:defRPr>
            </a:lvl2pPr>
            <a:lvl3pPr>
              <a:defRPr sz="1000">
                <a:solidFill>
                  <a:schemeClr val="accent3"/>
                </a:solidFill>
              </a:defRPr>
            </a:lvl3pPr>
            <a:lvl4pPr>
              <a:defRPr sz="1000">
                <a:solidFill>
                  <a:schemeClr val="accent3"/>
                </a:solidFill>
              </a:defRPr>
            </a:lvl4pPr>
            <a:lvl5pPr>
              <a:defRPr sz="1000">
                <a:solidFill>
                  <a:schemeClr val="accent3"/>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Tree>
    <p:extLst>
      <p:ext uri="{BB962C8B-B14F-4D97-AF65-F5344CB8AC3E}">
        <p14:creationId xmlns:p14="http://schemas.microsoft.com/office/powerpoint/2010/main" val="919401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Diseño personalizado">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E331AD17-31BE-45A5-93FF-A0630DA38A7A}"/>
              </a:ext>
            </a:extLst>
          </p:cNvPr>
          <p:cNvSpPr>
            <a:spLocks noGrp="1"/>
          </p:cNvSpPr>
          <p:nvPr>
            <p:ph type="sldNum" sz="quarter" idx="10"/>
          </p:nvPr>
        </p:nvSpPr>
        <p:spPr/>
        <p:txBody>
          <a:bodyPr/>
          <a:lstStyle/>
          <a:p>
            <a:fld id="{BC84A7B8-DCD1-44CA-A629-967FC9CECB50}" type="slidenum">
              <a:rPr lang="es-ES_tradnl" smtClean="0"/>
              <a:pPr/>
              <a:t>‹Nº›</a:t>
            </a:fld>
            <a:endParaRPr lang="es-ES_tradnl"/>
          </a:p>
        </p:txBody>
      </p:sp>
      <p:sp>
        <p:nvSpPr>
          <p:cNvPr id="4" name="Marcador de texto 2">
            <a:extLst>
              <a:ext uri="{FF2B5EF4-FFF2-40B4-BE49-F238E27FC236}">
                <a16:creationId xmlns:a16="http://schemas.microsoft.com/office/drawing/2014/main" id="{FF9B3165-755B-4757-9796-F6D06A73A6DC}"/>
              </a:ext>
            </a:extLst>
          </p:cNvPr>
          <p:cNvSpPr>
            <a:spLocks noGrp="1"/>
          </p:cNvSpPr>
          <p:nvPr>
            <p:ph type="body" sz="quarter" idx="21" hasCustomPrompt="1"/>
          </p:nvPr>
        </p:nvSpPr>
        <p:spPr>
          <a:xfrm>
            <a:off x="431800" y="158750"/>
            <a:ext cx="7956550" cy="141460"/>
          </a:xfrm>
          <a:prstGeom prst="rect">
            <a:avLst/>
          </a:prstGeom>
        </p:spPr>
        <p:txBody>
          <a:bodyPr lIns="0" tIns="0" rIns="0" bIns="0"/>
          <a:lstStyle>
            <a:lvl1pPr marL="0" indent="0">
              <a:buNone/>
              <a:defRPr sz="900" b="1">
                <a:solidFill>
                  <a:schemeClr val="accent1"/>
                </a:solidFill>
              </a:defRPr>
            </a:lvl1pPr>
            <a:lvl2pPr marL="457200" indent="0">
              <a:buNone/>
              <a:defRPr sz="900" b="1">
                <a:solidFill>
                  <a:schemeClr val="accent1"/>
                </a:solidFill>
              </a:defRPr>
            </a:lvl2pPr>
            <a:lvl3pPr marL="914400" indent="0">
              <a:buNone/>
              <a:defRPr sz="900" b="1">
                <a:solidFill>
                  <a:schemeClr val="accent1"/>
                </a:solidFill>
              </a:defRPr>
            </a:lvl3pPr>
            <a:lvl4pPr marL="1371600" indent="0">
              <a:buNone/>
              <a:defRPr sz="900" b="1">
                <a:solidFill>
                  <a:schemeClr val="accent1"/>
                </a:solidFill>
              </a:defRPr>
            </a:lvl4pPr>
            <a:lvl5pPr marL="1828800" indent="0">
              <a:buNone/>
              <a:defRPr sz="900" b="1">
                <a:solidFill>
                  <a:schemeClr val="accent1"/>
                </a:solidFill>
              </a:defRPr>
            </a:lvl5pPr>
          </a:lstStyle>
          <a:p>
            <a:pPr lvl="0"/>
            <a:r>
              <a:rPr lang="es-ES"/>
              <a:t>Antetítulo si lo tuviera. </a:t>
            </a:r>
            <a:r>
              <a:rPr lang="es-ES" err="1"/>
              <a:t>Verdana</a:t>
            </a:r>
            <a:r>
              <a:rPr lang="es-ES"/>
              <a:t> 9 negrita (RGB 0, 122, 174) </a:t>
            </a:r>
            <a:endParaRPr lang="es-ES_tradnl"/>
          </a:p>
        </p:txBody>
      </p:sp>
      <p:sp>
        <p:nvSpPr>
          <p:cNvPr id="5" name="Text Placeholder 12">
            <a:extLst>
              <a:ext uri="{FF2B5EF4-FFF2-40B4-BE49-F238E27FC236}">
                <a16:creationId xmlns:a16="http://schemas.microsoft.com/office/drawing/2014/main" id="{EE4826B8-3F56-4E3E-BD94-F9E926FEC92F}"/>
              </a:ext>
            </a:extLst>
          </p:cNvPr>
          <p:cNvSpPr>
            <a:spLocks noGrp="1"/>
          </p:cNvSpPr>
          <p:nvPr>
            <p:ph type="body" sz="quarter" idx="19" hasCustomPrompt="1"/>
          </p:nvPr>
        </p:nvSpPr>
        <p:spPr>
          <a:xfrm>
            <a:off x="432000" y="362927"/>
            <a:ext cx="7940342" cy="335413"/>
          </a:xfrm>
          <a:prstGeom prst="rect">
            <a:avLst/>
          </a:prstGeom>
        </p:spPr>
        <p:txBody>
          <a:bodyPr wrap="square" lIns="0" tIns="0" rIns="0" bIns="0" anchor="t">
            <a:spAutoFit/>
          </a:bodyPr>
          <a:lstStyle>
            <a:lvl1pPr marL="0" indent="0" algn="l">
              <a:lnSpc>
                <a:spcPts val="2600"/>
              </a:lnSpc>
              <a:spcBef>
                <a:spcPts val="0"/>
              </a:spcBef>
              <a:spcAft>
                <a:spcPts val="0"/>
              </a:spcAft>
              <a:buClr>
                <a:schemeClr val="accent3"/>
              </a:buClr>
              <a:buSzPct val="110000"/>
              <a:buNone/>
              <a:defRPr sz="26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Escribe el título en Enagás PT Serif (RGB 99, 102, 106)</a:t>
            </a:r>
          </a:p>
        </p:txBody>
      </p:sp>
      <p:sp>
        <p:nvSpPr>
          <p:cNvPr id="6" name="Text Placeholder 12">
            <a:extLst>
              <a:ext uri="{FF2B5EF4-FFF2-40B4-BE49-F238E27FC236}">
                <a16:creationId xmlns:a16="http://schemas.microsoft.com/office/drawing/2014/main" id="{D328BC89-CF2A-4416-85A2-9362E30D0F12}"/>
              </a:ext>
            </a:extLst>
          </p:cNvPr>
          <p:cNvSpPr>
            <a:spLocks noGrp="1"/>
          </p:cNvSpPr>
          <p:nvPr>
            <p:ph type="body" sz="quarter" idx="20" hasCustomPrompt="1"/>
          </p:nvPr>
        </p:nvSpPr>
        <p:spPr>
          <a:xfrm>
            <a:off x="432000" y="700187"/>
            <a:ext cx="7940342" cy="169277"/>
          </a:xfrm>
          <a:prstGeom prst="rect">
            <a:avLst/>
          </a:prstGeom>
        </p:spPr>
        <p:txBody>
          <a:bodyPr wrap="square" lIns="0" tIns="0" rIns="0" bIns="0" anchor="t">
            <a:spAutoFit/>
          </a:bodyPr>
          <a:lstStyle>
            <a:lvl1pPr marL="0" indent="0" algn="l">
              <a:lnSpc>
                <a:spcPct val="100000"/>
              </a:lnSpc>
              <a:spcBef>
                <a:spcPts val="0"/>
              </a:spcBef>
              <a:spcAft>
                <a:spcPts val="600"/>
              </a:spcAft>
              <a:buClr>
                <a:schemeClr val="accent3"/>
              </a:buClr>
              <a:buSzPct val="110000"/>
              <a:buNone/>
              <a:defRPr sz="1100" b="1" i="0">
                <a:solidFill>
                  <a:schemeClr val="accent3"/>
                </a:solidFill>
                <a:latin typeface="Verdana" panose="020B0604030504040204" pitchFamily="34" charset="0"/>
                <a:ea typeface="Verdana" panose="020B0604030504040204" pitchFamily="34" charset="0"/>
                <a:cs typeface="Verdana" panose="020B0604030504040204" pitchFamily="34" charset="0"/>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Subtítulo de la diapositiva si lo tuviera. </a:t>
            </a:r>
            <a:r>
              <a:rPr lang="es-ES_tradnl" noProof="0" err="1"/>
              <a:t>Verdana</a:t>
            </a:r>
            <a:r>
              <a:rPr lang="es-ES_tradnl" noProof="0"/>
              <a:t> 11 negrita (RGB 99, 102, 106)</a:t>
            </a:r>
          </a:p>
        </p:txBody>
      </p:sp>
      <p:sp>
        <p:nvSpPr>
          <p:cNvPr id="7" name="Marcador de texto 8">
            <a:extLst>
              <a:ext uri="{FF2B5EF4-FFF2-40B4-BE49-F238E27FC236}">
                <a16:creationId xmlns:a16="http://schemas.microsoft.com/office/drawing/2014/main" id="{1EF69AEC-D4F5-41CC-A515-31FCCC605E6D}"/>
              </a:ext>
            </a:extLst>
          </p:cNvPr>
          <p:cNvSpPr>
            <a:spLocks noGrp="1"/>
          </p:cNvSpPr>
          <p:nvPr>
            <p:ph type="body" sz="quarter" idx="22"/>
          </p:nvPr>
        </p:nvSpPr>
        <p:spPr>
          <a:xfrm>
            <a:off x="431800" y="1123950"/>
            <a:ext cx="3924000" cy="3656623"/>
          </a:xfrm>
          <a:prstGeom prst="rect">
            <a:avLst/>
          </a:prstGeom>
        </p:spPr>
        <p:txBody>
          <a:bodyPr/>
          <a:lstStyle>
            <a:lvl1pPr>
              <a:defRPr sz="1000">
                <a:solidFill>
                  <a:schemeClr val="accent3"/>
                </a:solidFill>
              </a:defRPr>
            </a:lvl1pPr>
            <a:lvl2pPr>
              <a:defRPr sz="1000">
                <a:solidFill>
                  <a:schemeClr val="accent3"/>
                </a:solidFill>
              </a:defRPr>
            </a:lvl2pPr>
            <a:lvl3pPr>
              <a:defRPr sz="1000">
                <a:solidFill>
                  <a:schemeClr val="accent3"/>
                </a:solidFill>
              </a:defRPr>
            </a:lvl3pPr>
            <a:lvl4pPr>
              <a:defRPr sz="1000">
                <a:solidFill>
                  <a:schemeClr val="accent3"/>
                </a:solidFill>
              </a:defRPr>
            </a:lvl4pPr>
            <a:lvl5pPr>
              <a:defRPr sz="1000">
                <a:solidFill>
                  <a:schemeClr val="accent3"/>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9" name="Marcador de posición de imagen 2">
            <a:extLst>
              <a:ext uri="{FF2B5EF4-FFF2-40B4-BE49-F238E27FC236}">
                <a16:creationId xmlns:a16="http://schemas.microsoft.com/office/drawing/2014/main" id="{8E7612F4-E61E-44D6-898C-5013C22F3FC3}"/>
              </a:ext>
            </a:extLst>
          </p:cNvPr>
          <p:cNvSpPr>
            <a:spLocks noGrp="1"/>
          </p:cNvSpPr>
          <p:nvPr>
            <p:ph type="pic" idx="1"/>
          </p:nvPr>
        </p:nvSpPr>
        <p:spPr>
          <a:xfrm>
            <a:off x="4448144" y="1123949"/>
            <a:ext cx="3923999" cy="3656623"/>
          </a:xfrm>
          <a:prstGeom prst="rect">
            <a:avLst/>
          </a:prstGeom>
        </p:spPr>
        <p:txBody>
          <a:bodyPr/>
          <a:lstStyle>
            <a:lvl1pPr marL="0" indent="0">
              <a:buNone/>
              <a:defRPr sz="3200">
                <a:solidFill>
                  <a:schemeClr val="accent3"/>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_tradnl"/>
          </a:p>
        </p:txBody>
      </p:sp>
    </p:spTree>
    <p:extLst>
      <p:ext uri="{BB962C8B-B14F-4D97-AF65-F5344CB8AC3E}">
        <p14:creationId xmlns:p14="http://schemas.microsoft.com/office/powerpoint/2010/main" val="4033954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4_Diseño personalizado">
    <p:spTree>
      <p:nvGrpSpPr>
        <p:cNvPr id="1" name=""/>
        <p:cNvGrpSpPr/>
        <p:nvPr/>
      </p:nvGrpSpPr>
      <p:grpSpPr>
        <a:xfrm>
          <a:off x="0" y="0"/>
          <a:ext cx="0" cy="0"/>
          <a:chOff x="0" y="0"/>
          <a:chExt cx="0" cy="0"/>
        </a:xfrm>
      </p:grpSpPr>
      <p:sp>
        <p:nvSpPr>
          <p:cNvPr id="11" name="Marcador de contenido 10">
            <a:extLst>
              <a:ext uri="{FF2B5EF4-FFF2-40B4-BE49-F238E27FC236}">
                <a16:creationId xmlns:a16="http://schemas.microsoft.com/office/drawing/2014/main" id="{7D463045-E6B2-42B2-A3CF-88E8439310C4}"/>
              </a:ext>
            </a:extLst>
          </p:cNvPr>
          <p:cNvSpPr>
            <a:spLocks noGrp="1"/>
          </p:cNvSpPr>
          <p:nvPr>
            <p:ph sz="quarter" idx="23"/>
          </p:nvPr>
        </p:nvSpPr>
        <p:spPr>
          <a:xfrm>
            <a:off x="4448143" y="1125432"/>
            <a:ext cx="3923999" cy="3655140"/>
          </a:xfrm>
          <a:prstGeom prst="rect">
            <a:avLst/>
          </a:prstGeom>
        </p:spPr>
        <p:txBody>
          <a:bodyPr/>
          <a:lstStyle>
            <a:lvl1pPr>
              <a:defRPr lang="es-ES_tradnl" sz="1000" dirty="0">
                <a:solidFill>
                  <a:schemeClr val="accent3"/>
                </a:solidFill>
              </a:defRPr>
            </a:lvl1pPr>
          </a:lstStyle>
          <a:p>
            <a:pPr lvl="0"/>
            <a:endParaRPr lang="es-ES_tradnl" dirty="0"/>
          </a:p>
        </p:txBody>
      </p:sp>
      <p:sp>
        <p:nvSpPr>
          <p:cNvPr id="3" name="Marcador de número de diapositiva 2">
            <a:extLst>
              <a:ext uri="{FF2B5EF4-FFF2-40B4-BE49-F238E27FC236}">
                <a16:creationId xmlns:a16="http://schemas.microsoft.com/office/drawing/2014/main" id="{E331AD17-31BE-45A5-93FF-A0630DA38A7A}"/>
              </a:ext>
            </a:extLst>
          </p:cNvPr>
          <p:cNvSpPr>
            <a:spLocks noGrp="1"/>
          </p:cNvSpPr>
          <p:nvPr>
            <p:ph type="sldNum" sz="quarter" idx="10"/>
          </p:nvPr>
        </p:nvSpPr>
        <p:spPr/>
        <p:txBody>
          <a:bodyPr/>
          <a:lstStyle/>
          <a:p>
            <a:fld id="{BC84A7B8-DCD1-44CA-A629-967FC9CECB50}" type="slidenum">
              <a:rPr lang="es-ES_tradnl" smtClean="0"/>
              <a:pPr/>
              <a:t>‹Nº›</a:t>
            </a:fld>
            <a:endParaRPr lang="es-ES_tradnl"/>
          </a:p>
        </p:txBody>
      </p:sp>
      <p:sp>
        <p:nvSpPr>
          <p:cNvPr id="4" name="Marcador de texto 2">
            <a:extLst>
              <a:ext uri="{FF2B5EF4-FFF2-40B4-BE49-F238E27FC236}">
                <a16:creationId xmlns:a16="http://schemas.microsoft.com/office/drawing/2014/main" id="{FF9B3165-755B-4757-9796-F6D06A73A6DC}"/>
              </a:ext>
            </a:extLst>
          </p:cNvPr>
          <p:cNvSpPr>
            <a:spLocks noGrp="1"/>
          </p:cNvSpPr>
          <p:nvPr>
            <p:ph type="body" sz="quarter" idx="21" hasCustomPrompt="1"/>
          </p:nvPr>
        </p:nvSpPr>
        <p:spPr>
          <a:xfrm>
            <a:off x="431800" y="158750"/>
            <a:ext cx="7956550" cy="141460"/>
          </a:xfrm>
          <a:prstGeom prst="rect">
            <a:avLst/>
          </a:prstGeom>
        </p:spPr>
        <p:txBody>
          <a:bodyPr lIns="0" tIns="0" rIns="0" bIns="0"/>
          <a:lstStyle>
            <a:lvl1pPr marL="0" indent="0">
              <a:buNone/>
              <a:defRPr sz="900" b="1">
                <a:solidFill>
                  <a:schemeClr val="accent1"/>
                </a:solidFill>
              </a:defRPr>
            </a:lvl1pPr>
            <a:lvl2pPr marL="457200" indent="0">
              <a:buNone/>
              <a:defRPr sz="900" b="1">
                <a:solidFill>
                  <a:schemeClr val="accent1"/>
                </a:solidFill>
              </a:defRPr>
            </a:lvl2pPr>
            <a:lvl3pPr marL="914400" indent="0">
              <a:buNone/>
              <a:defRPr sz="900" b="1">
                <a:solidFill>
                  <a:schemeClr val="accent1"/>
                </a:solidFill>
              </a:defRPr>
            </a:lvl3pPr>
            <a:lvl4pPr marL="1371600" indent="0">
              <a:buNone/>
              <a:defRPr sz="900" b="1">
                <a:solidFill>
                  <a:schemeClr val="accent1"/>
                </a:solidFill>
              </a:defRPr>
            </a:lvl4pPr>
            <a:lvl5pPr marL="1828800" indent="0">
              <a:buNone/>
              <a:defRPr sz="900" b="1">
                <a:solidFill>
                  <a:schemeClr val="accent1"/>
                </a:solidFill>
              </a:defRPr>
            </a:lvl5pPr>
          </a:lstStyle>
          <a:p>
            <a:pPr lvl="0"/>
            <a:r>
              <a:rPr lang="es-ES"/>
              <a:t>Antetítulo si lo tuviera. </a:t>
            </a:r>
            <a:r>
              <a:rPr lang="es-ES" err="1"/>
              <a:t>Verdana</a:t>
            </a:r>
            <a:r>
              <a:rPr lang="es-ES"/>
              <a:t> 9 negrita (RGB 0, 122, 174) </a:t>
            </a:r>
            <a:endParaRPr lang="es-ES_tradnl"/>
          </a:p>
        </p:txBody>
      </p:sp>
      <p:sp>
        <p:nvSpPr>
          <p:cNvPr id="5" name="Text Placeholder 12">
            <a:extLst>
              <a:ext uri="{FF2B5EF4-FFF2-40B4-BE49-F238E27FC236}">
                <a16:creationId xmlns:a16="http://schemas.microsoft.com/office/drawing/2014/main" id="{EE4826B8-3F56-4E3E-BD94-F9E926FEC92F}"/>
              </a:ext>
            </a:extLst>
          </p:cNvPr>
          <p:cNvSpPr>
            <a:spLocks noGrp="1"/>
          </p:cNvSpPr>
          <p:nvPr>
            <p:ph type="body" sz="quarter" idx="19" hasCustomPrompt="1"/>
          </p:nvPr>
        </p:nvSpPr>
        <p:spPr>
          <a:xfrm>
            <a:off x="432000" y="362927"/>
            <a:ext cx="7940342" cy="335413"/>
          </a:xfrm>
          <a:prstGeom prst="rect">
            <a:avLst/>
          </a:prstGeom>
        </p:spPr>
        <p:txBody>
          <a:bodyPr wrap="square" lIns="0" tIns="0" rIns="0" bIns="0" anchor="t">
            <a:spAutoFit/>
          </a:bodyPr>
          <a:lstStyle>
            <a:lvl1pPr marL="0" indent="0" algn="l">
              <a:lnSpc>
                <a:spcPts val="2600"/>
              </a:lnSpc>
              <a:spcBef>
                <a:spcPts val="0"/>
              </a:spcBef>
              <a:spcAft>
                <a:spcPts val="0"/>
              </a:spcAft>
              <a:buClr>
                <a:schemeClr val="accent3"/>
              </a:buClr>
              <a:buSzPct val="110000"/>
              <a:buNone/>
              <a:defRPr sz="26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Escribe el título en Enagás PT Serif (RGB 99, 102, 106)</a:t>
            </a:r>
          </a:p>
        </p:txBody>
      </p:sp>
      <p:sp>
        <p:nvSpPr>
          <p:cNvPr id="6" name="Text Placeholder 12">
            <a:extLst>
              <a:ext uri="{FF2B5EF4-FFF2-40B4-BE49-F238E27FC236}">
                <a16:creationId xmlns:a16="http://schemas.microsoft.com/office/drawing/2014/main" id="{D328BC89-CF2A-4416-85A2-9362E30D0F12}"/>
              </a:ext>
            </a:extLst>
          </p:cNvPr>
          <p:cNvSpPr>
            <a:spLocks noGrp="1"/>
          </p:cNvSpPr>
          <p:nvPr>
            <p:ph type="body" sz="quarter" idx="20" hasCustomPrompt="1"/>
          </p:nvPr>
        </p:nvSpPr>
        <p:spPr>
          <a:xfrm>
            <a:off x="432000" y="700187"/>
            <a:ext cx="7940342" cy="169277"/>
          </a:xfrm>
          <a:prstGeom prst="rect">
            <a:avLst/>
          </a:prstGeom>
        </p:spPr>
        <p:txBody>
          <a:bodyPr wrap="square" lIns="0" tIns="0" rIns="0" bIns="0" anchor="t">
            <a:spAutoFit/>
          </a:bodyPr>
          <a:lstStyle>
            <a:lvl1pPr marL="0" indent="0" algn="l">
              <a:lnSpc>
                <a:spcPct val="100000"/>
              </a:lnSpc>
              <a:spcBef>
                <a:spcPts val="0"/>
              </a:spcBef>
              <a:spcAft>
                <a:spcPts val="600"/>
              </a:spcAft>
              <a:buClr>
                <a:schemeClr val="accent3"/>
              </a:buClr>
              <a:buSzPct val="110000"/>
              <a:buNone/>
              <a:defRPr sz="1100" b="1" i="0">
                <a:solidFill>
                  <a:schemeClr val="accent3"/>
                </a:solidFill>
                <a:latin typeface="Verdana" panose="020B0604030504040204" pitchFamily="34" charset="0"/>
                <a:ea typeface="Verdana" panose="020B0604030504040204" pitchFamily="34" charset="0"/>
                <a:cs typeface="Verdana" panose="020B0604030504040204" pitchFamily="34" charset="0"/>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dirty="0"/>
              <a:t>Subtítulo de la diapositiva si lo tuviera. </a:t>
            </a:r>
            <a:r>
              <a:rPr lang="es-ES_tradnl" noProof="0" dirty="0" err="1"/>
              <a:t>Verdana</a:t>
            </a:r>
            <a:r>
              <a:rPr lang="es-ES_tradnl" noProof="0" dirty="0"/>
              <a:t> 11 negrita (RGB 99, 102, 106)</a:t>
            </a:r>
          </a:p>
        </p:txBody>
      </p:sp>
      <p:sp>
        <p:nvSpPr>
          <p:cNvPr id="7" name="Marcador de texto 8">
            <a:extLst>
              <a:ext uri="{FF2B5EF4-FFF2-40B4-BE49-F238E27FC236}">
                <a16:creationId xmlns:a16="http://schemas.microsoft.com/office/drawing/2014/main" id="{1EF69AEC-D4F5-41CC-A515-31FCCC605E6D}"/>
              </a:ext>
            </a:extLst>
          </p:cNvPr>
          <p:cNvSpPr>
            <a:spLocks noGrp="1"/>
          </p:cNvSpPr>
          <p:nvPr>
            <p:ph type="body" sz="quarter" idx="22"/>
          </p:nvPr>
        </p:nvSpPr>
        <p:spPr>
          <a:xfrm>
            <a:off x="431800" y="1123950"/>
            <a:ext cx="3924000" cy="3656623"/>
          </a:xfrm>
          <a:prstGeom prst="rect">
            <a:avLst/>
          </a:prstGeom>
        </p:spPr>
        <p:txBody>
          <a:bodyPr/>
          <a:lstStyle>
            <a:lvl1pPr>
              <a:defRPr sz="1000">
                <a:solidFill>
                  <a:schemeClr val="accent3"/>
                </a:solidFill>
              </a:defRPr>
            </a:lvl1pPr>
            <a:lvl2pPr>
              <a:defRPr sz="1000">
                <a:solidFill>
                  <a:schemeClr val="accent3"/>
                </a:solidFill>
              </a:defRPr>
            </a:lvl2pPr>
            <a:lvl3pPr>
              <a:defRPr sz="1000">
                <a:solidFill>
                  <a:schemeClr val="accent3"/>
                </a:solidFill>
              </a:defRPr>
            </a:lvl3pPr>
            <a:lvl4pPr>
              <a:defRPr sz="1000">
                <a:solidFill>
                  <a:schemeClr val="accent3"/>
                </a:solidFill>
              </a:defRPr>
            </a:lvl4pPr>
            <a:lvl5pPr>
              <a:defRPr sz="1000">
                <a:solidFill>
                  <a:schemeClr val="accent3"/>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s-ES_tradnl" dirty="0"/>
          </a:p>
        </p:txBody>
      </p:sp>
    </p:spTree>
    <p:extLst>
      <p:ext uri="{BB962C8B-B14F-4D97-AF65-F5344CB8AC3E}">
        <p14:creationId xmlns:p14="http://schemas.microsoft.com/office/powerpoint/2010/main" val="31532418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Diseño personalizado">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E331AD17-31BE-45A5-93FF-A0630DA38A7A}"/>
              </a:ext>
            </a:extLst>
          </p:cNvPr>
          <p:cNvSpPr>
            <a:spLocks noGrp="1"/>
          </p:cNvSpPr>
          <p:nvPr>
            <p:ph type="sldNum" sz="quarter" idx="10"/>
          </p:nvPr>
        </p:nvSpPr>
        <p:spPr/>
        <p:txBody>
          <a:bodyPr/>
          <a:lstStyle/>
          <a:p>
            <a:fld id="{BC84A7B8-DCD1-44CA-A629-967FC9CECB50}" type="slidenum">
              <a:rPr lang="es-ES_tradnl" smtClean="0"/>
              <a:pPr/>
              <a:t>‹Nº›</a:t>
            </a:fld>
            <a:endParaRPr lang="es-ES_tradnl"/>
          </a:p>
        </p:txBody>
      </p:sp>
      <p:sp>
        <p:nvSpPr>
          <p:cNvPr id="4" name="Marcador de texto 2">
            <a:extLst>
              <a:ext uri="{FF2B5EF4-FFF2-40B4-BE49-F238E27FC236}">
                <a16:creationId xmlns:a16="http://schemas.microsoft.com/office/drawing/2014/main" id="{FF9B3165-755B-4757-9796-F6D06A73A6DC}"/>
              </a:ext>
            </a:extLst>
          </p:cNvPr>
          <p:cNvSpPr>
            <a:spLocks noGrp="1"/>
          </p:cNvSpPr>
          <p:nvPr>
            <p:ph type="body" sz="quarter" idx="21" hasCustomPrompt="1"/>
          </p:nvPr>
        </p:nvSpPr>
        <p:spPr>
          <a:xfrm>
            <a:off x="431800" y="158750"/>
            <a:ext cx="7956550" cy="141460"/>
          </a:xfrm>
          <a:prstGeom prst="rect">
            <a:avLst/>
          </a:prstGeom>
        </p:spPr>
        <p:txBody>
          <a:bodyPr lIns="0" tIns="0" rIns="0" bIns="0"/>
          <a:lstStyle>
            <a:lvl1pPr marL="0" indent="0">
              <a:buNone/>
              <a:defRPr sz="900" b="1">
                <a:solidFill>
                  <a:schemeClr val="accent1"/>
                </a:solidFill>
              </a:defRPr>
            </a:lvl1pPr>
            <a:lvl2pPr marL="457200" indent="0">
              <a:buNone/>
              <a:defRPr sz="900" b="1">
                <a:solidFill>
                  <a:schemeClr val="accent1"/>
                </a:solidFill>
              </a:defRPr>
            </a:lvl2pPr>
            <a:lvl3pPr marL="914400" indent="0">
              <a:buNone/>
              <a:defRPr sz="900" b="1">
                <a:solidFill>
                  <a:schemeClr val="accent1"/>
                </a:solidFill>
              </a:defRPr>
            </a:lvl3pPr>
            <a:lvl4pPr marL="1371600" indent="0">
              <a:buNone/>
              <a:defRPr sz="900" b="1">
                <a:solidFill>
                  <a:schemeClr val="accent1"/>
                </a:solidFill>
              </a:defRPr>
            </a:lvl4pPr>
            <a:lvl5pPr marL="1828800" indent="0">
              <a:buNone/>
              <a:defRPr sz="900" b="1">
                <a:solidFill>
                  <a:schemeClr val="accent1"/>
                </a:solidFill>
              </a:defRPr>
            </a:lvl5pPr>
          </a:lstStyle>
          <a:p>
            <a:pPr lvl="0"/>
            <a:r>
              <a:rPr lang="es-ES"/>
              <a:t>Antetítulo si lo tuviera. </a:t>
            </a:r>
            <a:r>
              <a:rPr lang="es-ES" err="1"/>
              <a:t>Verdana</a:t>
            </a:r>
            <a:r>
              <a:rPr lang="es-ES"/>
              <a:t> 9 negrita (RGB 0, 122, 174) </a:t>
            </a:r>
            <a:endParaRPr lang="es-ES_tradnl"/>
          </a:p>
        </p:txBody>
      </p:sp>
      <p:sp>
        <p:nvSpPr>
          <p:cNvPr id="5" name="Text Placeholder 12">
            <a:extLst>
              <a:ext uri="{FF2B5EF4-FFF2-40B4-BE49-F238E27FC236}">
                <a16:creationId xmlns:a16="http://schemas.microsoft.com/office/drawing/2014/main" id="{EE4826B8-3F56-4E3E-BD94-F9E926FEC92F}"/>
              </a:ext>
            </a:extLst>
          </p:cNvPr>
          <p:cNvSpPr>
            <a:spLocks noGrp="1"/>
          </p:cNvSpPr>
          <p:nvPr>
            <p:ph type="body" sz="quarter" idx="19" hasCustomPrompt="1"/>
          </p:nvPr>
        </p:nvSpPr>
        <p:spPr>
          <a:xfrm>
            <a:off x="432000" y="362927"/>
            <a:ext cx="7940342" cy="335413"/>
          </a:xfrm>
          <a:prstGeom prst="rect">
            <a:avLst/>
          </a:prstGeom>
        </p:spPr>
        <p:txBody>
          <a:bodyPr wrap="square" lIns="0" tIns="0" rIns="0" bIns="0" anchor="t">
            <a:spAutoFit/>
          </a:bodyPr>
          <a:lstStyle>
            <a:lvl1pPr marL="0" indent="0" algn="l">
              <a:lnSpc>
                <a:spcPts val="2600"/>
              </a:lnSpc>
              <a:spcBef>
                <a:spcPts val="0"/>
              </a:spcBef>
              <a:spcAft>
                <a:spcPts val="0"/>
              </a:spcAft>
              <a:buClr>
                <a:schemeClr val="accent3"/>
              </a:buClr>
              <a:buSzPct val="110000"/>
              <a:buNone/>
              <a:defRPr sz="26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Escribe el título en Enagás PT Serif (RGB 99, 102, 106)</a:t>
            </a:r>
          </a:p>
        </p:txBody>
      </p:sp>
      <p:sp>
        <p:nvSpPr>
          <p:cNvPr id="6" name="Text Placeholder 12">
            <a:extLst>
              <a:ext uri="{FF2B5EF4-FFF2-40B4-BE49-F238E27FC236}">
                <a16:creationId xmlns:a16="http://schemas.microsoft.com/office/drawing/2014/main" id="{D328BC89-CF2A-4416-85A2-9362E30D0F12}"/>
              </a:ext>
            </a:extLst>
          </p:cNvPr>
          <p:cNvSpPr>
            <a:spLocks noGrp="1"/>
          </p:cNvSpPr>
          <p:nvPr>
            <p:ph type="body" sz="quarter" idx="20" hasCustomPrompt="1"/>
          </p:nvPr>
        </p:nvSpPr>
        <p:spPr>
          <a:xfrm>
            <a:off x="432000" y="700187"/>
            <a:ext cx="7940342" cy="169277"/>
          </a:xfrm>
          <a:prstGeom prst="rect">
            <a:avLst/>
          </a:prstGeom>
        </p:spPr>
        <p:txBody>
          <a:bodyPr wrap="square" lIns="0" tIns="0" rIns="0" bIns="0" anchor="t">
            <a:spAutoFit/>
          </a:bodyPr>
          <a:lstStyle>
            <a:lvl1pPr marL="0" indent="0" algn="l">
              <a:lnSpc>
                <a:spcPct val="100000"/>
              </a:lnSpc>
              <a:spcBef>
                <a:spcPts val="0"/>
              </a:spcBef>
              <a:spcAft>
                <a:spcPts val="600"/>
              </a:spcAft>
              <a:buClr>
                <a:schemeClr val="accent3"/>
              </a:buClr>
              <a:buSzPct val="110000"/>
              <a:buNone/>
              <a:defRPr sz="1100" b="1" i="0">
                <a:solidFill>
                  <a:schemeClr val="accent3"/>
                </a:solidFill>
                <a:latin typeface="Verdana" panose="020B0604030504040204" pitchFamily="34" charset="0"/>
                <a:ea typeface="Verdana" panose="020B0604030504040204" pitchFamily="34" charset="0"/>
                <a:cs typeface="Verdana" panose="020B0604030504040204" pitchFamily="34" charset="0"/>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Subtítulo de la diapositiva si lo tuviera. </a:t>
            </a:r>
            <a:r>
              <a:rPr lang="es-ES_tradnl" noProof="0" err="1"/>
              <a:t>Verdana</a:t>
            </a:r>
            <a:r>
              <a:rPr lang="es-ES_tradnl" noProof="0"/>
              <a:t> 11 negrita (RGB 99, 102, 106)</a:t>
            </a:r>
          </a:p>
        </p:txBody>
      </p:sp>
      <p:sp>
        <p:nvSpPr>
          <p:cNvPr id="7" name="Marcador de texto 8">
            <a:extLst>
              <a:ext uri="{FF2B5EF4-FFF2-40B4-BE49-F238E27FC236}">
                <a16:creationId xmlns:a16="http://schemas.microsoft.com/office/drawing/2014/main" id="{1EF69AEC-D4F5-41CC-A515-31FCCC605E6D}"/>
              </a:ext>
            </a:extLst>
          </p:cNvPr>
          <p:cNvSpPr>
            <a:spLocks noGrp="1"/>
          </p:cNvSpPr>
          <p:nvPr>
            <p:ph type="body" sz="quarter" idx="22"/>
          </p:nvPr>
        </p:nvSpPr>
        <p:spPr>
          <a:xfrm>
            <a:off x="431800" y="3031959"/>
            <a:ext cx="3924000" cy="1748614"/>
          </a:xfrm>
          <a:prstGeom prst="rect">
            <a:avLst/>
          </a:prstGeom>
        </p:spPr>
        <p:txBody>
          <a:bodyPr/>
          <a:lstStyle>
            <a:lvl1pPr>
              <a:defRPr sz="1000">
                <a:solidFill>
                  <a:schemeClr val="accent3"/>
                </a:solidFill>
              </a:defRPr>
            </a:lvl1pPr>
            <a:lvl2pPr>
              <a:defRPr sz="1000">
                <a:solidFill>
                  <a:schemeClr val="accent3"/>
                </a:solidFill>
              </a:defRPr>
            </a:lvl2pPr>
            <a:lvl3pPr>
              <a:defRPr sz="1000">
                <a:solidFill>
                  <a:schemeClr val="accent3"/>
                </a:solidFill>
              </a:defRPr>
            </a:lvl3pPr>
            <a:lvl4pPr>
              <a:defRPr sz="1000">
                <a:solidFill>
                  <a:schemeClr val="accent3"/>
                </a:solidFill>
              </a:defRPr>
            </a:lvl4pPr>
            <a:lvl5pPr>
              <a:defRPr sz="1000">
                <a:solidFill>
                  <a:schemeClr val="accent3"/>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8" name="Marcador de texto 8">
            <a:extLst>
              <a:ext uri="{FF2B5EF4-FFF2-40B4-BE49-F238E27FC236}">
                <a16:creationId xmlns:a16="http://schemas.microsoft.com/office/drawing/2014/main" id="{0CE3E694-7F2A-4805-BBD4-8C64CAF46512}"/>
              </a:ext>
            </a:extLst>
          </p:cNvPr>
          <p:cNvSpPr>
            <a:spLocks noGrp="1"/>
          </p:cNvSpPr>
          <p:nvPr>
            <p:ph type="body" sz="quarter" idx="23"/>
          </p:nvPr>
        </p:nvSpPr>
        <p:spPr>
          <a:xfrm>
            <a:off x="4448342" y="3031958"/>
            <a:ext cx="3924000" cy="1748614"/>
          </a:xfrm>
          <a:prstGeom prst="rect">
            <a:avLst/>
          </a:prstGeom>
        </p:spPr>
        <p:txBody>
          <a:bodyPr/>
          <a:lstStyle>
            <a:lvl1pPr>
              <a:defRPr sz="1000">
                <a:solidFill>
                  <a:schemeClr val="accent3"/>
                </a:solidFill>
              </a:defRPr>
            </a:lvl1pPr>
            <a:lvl2pPr>
              <a:defRPr sz="1000">
                <a:solidFill>
                  <a:schemeClr val="accent3"/>
                </a:solidFill>
              </a:defRPr>
            </a:lvl2pPr>
            <a:lvl3pPr>
              <a:defRPr sz="1000">
                <a:solidFill>
                  <a:schemeClr val="accent3"/>
                </a:solidFill>
              </a:defRPr>
            </a:lvl3pPr>
            <a:lvl4pPr>
              <a:defRPr sz="1000">
                <a:solidFill>
                  <a:schemeClr val="accent3"/>
                </a:solidFill>
              </a:defRPr>
            </a:lvl4pPr>
            <a:lvl5pPr>
              <a:defRPr sz="1000">
                <a:solidFill>
                  <a:schemeClr val="accent3"/>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s-ES_tradnl" dirty="0"/>
          </a:p>
        </p:txBody>
      </p:sp>
      <p:sp>
        <p:nvSpPr>
          <p:cNvPr id="9" name="Marcador de posición de imagen 2">
            <a:extLst>
              <a:ext uri="{FF2B5EF4-FFF2-40B4-BE49-F238E27FC236}">
                <a16:creationId xmlns:a16="http://schemas.microsoft.com/office/drawing/2014/main" id="{2B80916D-7991-4B07-B199-2167AE3299DC}"/>
              </a:ext>
            </a:extLst>
          </p:cNvPr>
          <p:cNvSpPr>
            <a:spLocks noGrp="1"/>
          </p:cNvSpPr>
          <p:nvPr>
            <p:ph type="pic" idx="1"/>
          </p:nvPr>
        </p:nvSpPr>
        <p:spPr>
          <a:xfrm>
            <a:off x="431800" y="935026"/>
            <a:ext cx="7940343" cy="2028180"/>
          </a:xfrm>
          <a:prstGeom prst="rect">
            <a:avLst/>
          </a:prstGeom>
        </p:spPr>
        <p:txBody>
          <a:bodyPr/>
          <a:lstStyle>
            <a:lvl1pPr marL="0" indent="0">
              <a:buNone/>
              <a:defRPr sz="3200">
                <a:solidFill>
                  <a:schemeClr val="accent3"/>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_tradnl"/>
          </a:p>
        </p:txBody>
      </p:sp>
    </p:spTree>
    <p:extLst>
      <p:ext uri="{BB962C8B-B14F-4D97-AF65-F5344CB8AC3E}">
        <p14:creationId xmlns:p14="http://schemas.microsoft.com/office/powerpoint/2010/main" val="26382413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IERRE 1">
    <p:spTree>
      <p:nvGrpSpPr>
        <p:cNvPr id="1" name=""/>
        <p:cNvGrpSpPr/>
        <p:nvPr/>
      </p:nvGrpSpPr>
      <p:grpSpPr>
        <a:xfrm>
          <a:off x="0" y="0"/>
          <a:ext cx="0" cy="0"/>
          <a:chOff x="0" y="0"/>
          <a:chExt cx="0" cy="0"/>
        </a:xfrm>
      </p:grpSpPr>
      <p:pic>
        <p:nvPicPr>
          <p:cNvPr id="10" name="Imagen 9" descr="Un dibujo de una persona&#10;&#10;Descripción generada automáticamente con confianza baja">
            <a:extLst>
              <a:ext uri="{FF2B5EF4-FFF2-40B4-BE49-F238E27FC236}">
                <a16:creationId xmlns:a16="http://schemas.microsoft.com/office/drawing/2014/main" id="{643699B8-E881-A244-B164-636AD58C4C28}"/>
              </a:ext>
            </a:extLst>
          </p:cNvPr>
          <p:cNvPicPr>
            <a:picLocks/>
          </p:cNvPicPr>
          <p:nvPr userDrawn="1"/>
        </p:nvPicPr>
        <p:blipFill rotWithShape="1">
          <a:blip r:embed="rId2" cstate="email">
            <a:extLst>
              <a:ext uri="{28A0092B-C50C-407E-A947-70E740481C1C}">
                <a14:useLocalDpi xmlns:a14="http://schemas.microsoft.com/office/drawing/2010/main"/>
              </a:ext>
            </a:extLst>
          </a:blip>
          <a:srcRect/>
          <a:stretch/>
        </p:blipFill>
        <p:spPr>
          <a:xfrm>
            <a:off x="179388" y="160750"/>
            <a:ext cx="8784000" cy="4824000"/>
          </a:xfrm>
          <a:prstGeom prst="rect">
            <a:avLst/>
          </a:prstGeom>
        </p:spPr>
      </p:pic>
      <p:sp>
        <p:nvSpPr>
          <p:cNvPr id="5" name="object 5">
            <a:extLst>
              <a:ext uri="{FF2B5EF4-FFF2-40B4-BE49-F238E27FC236}">
                <a16:creationId xmlns:a16="http://schemas.microsoft.com/office/drawing/2014/main" id="{AB20A344-34DD-5F42-92AF-C966897110F6}"/>
              </a:ext>
            </a:extLst>
          </p:cNvPr>
          <p:cNvSpPr/>
          <p:nvPr userDrawn="1"/>
        </p:nvSpPr>
        <p:spPr>
          <a:xfrm>
            <a:off x="697297" y="289"/>
            <a:ext cx="2540560" cy="5143211"/>
          </a:xfrm>
          <a:custGeom>
            <a:avLst/>
            <a:gdLst/>
            <a:ahLst/>
            <a:cxnLst/>
            <a:rect l="l" t="t" r="r" b="b"/>
            <a:pathLst>
              <a:path w="5586095" h="11308715">
                <a:moveTo>
                  <a:pt x="5585473" y="0"/>
                </a:moveTo>
                <a:lnTo>
                  <a:pt x="0" y="0"/>
                </a:lnTo>
                <a:lnTo>
                  <a:pt x="0" y="11308556"/>
                </a:lnTo>
                <a:lnTo>
                  <a:pt x="5585473" y="11308556"/>
                </a:lnTo>
                <a:lnTo>
                  <a:pt x="5585473" y="0"/>
                </a:lnTo>
                <a:close/>
              </a:path>
            </a:pathLst>
          </a:custGeom>
          <a:solidFill>
            <a:schemeClr val="accent6"/>
          </a:solidFill>
        </p:spPr>
        <p:txBody>
          <a:bodyPr wrap="square" lIns="0" tIns="0" rIns="0" bIns="0" rtlCol="0"/>
          <a:lstStyle/>
          <a:p>
            <a:endParaRPr sz="819"/>
          </a:p>
        </p:txBody>
      </p:sp>
      <p:sp>
        <p:nvSpPr>
          <p:cNvPr id="11" name="Text Placeholder 12">
            <a:extLst>
              <a:ext uri="{FF2B5EF4-FFF2-40B4-BE49-F238E27FC236}">
                <a16:creationId xmlns:a16="http://schemas.microsoft.com/office/drawing/2014/main" id="{C8A01CEB-9609-CB40-A774-43E008B18F21}"/>
              </a:ext>
            </a:extLst>
          </p:cNvPr>
          <p:cNvSpPr>
            <a:spLocks noGrp="1"/>
          </p:cNvSpPr>
          <p:nvPr>
            <p:ph type="body" sz="quarter" idx="19" hasCustomPrompt="1"/>
          </p:nvPr>
        </p:nvSpPr>
        <p:spPr>
          <a:xfrm>
            <a:off x="987200" y="1292950"/>
            <a:ext cx="1960754" cy="800219"/>
          </a:xfrm>
          <a:prstGeom prst="rect">
            <a:avLst/>
          </a:prstGeom>
        </p:spPr>
        <p:txBody>
          <a:bodyPr wrap="square" lIns="0" tIns="0" rIns="0" bIns="0" anchor="t">
            <a:spAutoFit/>
          </a:bodyPr>
          <a:lstStyle>
            <a:lvl1pPr marL="0" indent="0" algn="ctr">
              <a:lnSpc>
                <a:spcPct val="100000"/>
              </a:lnSpc>
              <a:spcBef>
                <a:spcPts val="0"/>
              </a:spcBef>
              <a:spcAft>
                <a:spcPts val="600"/>
              </a:spcAft>
              <a:buClr>
                <a:schemeClr val="accent3"/>
              </a:buClr>
              <a:buSzPct val="110000"/>
              <a:buNone/>
              <a:defRPr sz="26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Muchas gracias</a:t>
            </a:r>
          </a:p>
        </p:txBody>
      </p:sp>
      <p:pic>
        <p:nvPicPr>
          <p:cNvPr id="7" name="Gráfico 6">
            <a:extLst>
              <a:ext uri="{FF2B5EF4-FFF2-40B4-BE49-F238E27FC236}">
                <a16:creationId xmlns:a16="http://schemas.microsoft.com/office/drawing/2014/main" id="{0EAD808B-FCE8-448A-AD7F-60FDBE7E849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360706" y="2892491"/>
            <a:ext cx="1213743" cy="1019544"/>
          </a:xfrm>
          <a:prstGeom prst="rect">
            <a:avLst/>
          </a:prstGeom>
        </p:spPr>
      </p:pic>
    </p:spTree>
    <p:extLst>
      <p:ext uri="{BB962C8B-B14F-4D97-AF65-F5344CB8AC3E}">
        <p14:creationId xmlns:p14="http://schemas.microsoft.com/office/powerpoint/2010/main" val="4035676290"/>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IERRE 2">
    <p:spTree>
      <p:nvGrpSpPr>
        <p:cNvPr id="1" name=""/>
        <p:cNvGrpSpPr/>
        <p:nvPr/>
      </p:nvGrpSpPr>
      <p:grpSpPr>
        <a:xfrm>
          <a:off x="0" y="0"/>
          <a:ext cx="0" cy="0"/>
          <a:chOff x="0" y="0"/>
          <a:chExt cx="0" cy="0"/>
        </a:xfrm>
      </p:grpSpPr>
      <p:pic>
        <p:nvPicPr>
          <p:cNvPr id="9" name="Imagen 8" descr="Un conjunto de árboles&#10;&#10;Descripción generada automáticamente con confianza baja">
            <a:extLst>
              <a:ext uri="{FF2B5EF4-FFF2-40B4-BE49-F238E27FC236}">
                <a16:creationId xmlns:a16="http://schemas.microsoft.com/office/drawing/2014/main" id="{63732BDC-4662-2E4E-B207-AB3AA3B2C9F8}"/>
              </a:ext>
            </a:extLst>
          </p:cNvPr>
          <p:cNvPicPr>
            <a:picLocks/>
          </p:cNvPicPr>
          <p:nvPr userDrawn="1"/>
        </p:nvPicPr>
        <p:blipFill rotWithShape="1">
          <a:blip r:embed="rId2" cstate="email">
            <a:extLst>
              <a:ext uri="{28A0092B-C50C-407E-A947-70E740481C1C}">
                <a14:useLocalDpi xmlns:a14="http://schemas.microsoft.com/office/drawing/2010/main"/>
              </a:ext>
            </a:extLst>
          </a:blip>
          <a:srcRect/>
          <a:stretch/>
        </p:blipFill>
        <p:spPr>
          <a:xfrm>
            <a:off x="180613" y="157150"/>
            <a:ext cx="8784000" cy="4824000"/>
          </a:xfrm>
          <a:prstGeom prst="rect">
            <a:avLst/>
          </a:prstGeom>
        </p:spPr>
      </p:pic>
      <p:sp>
        <p:nvSpPr>
          <p:cNvPr id="5" name="object 5">
            <a:extLst>
              <a:ext uri="{FF2B5EF4-FFF2-40B4-BE49-F238E27FC236}">
                <a16:creationId xmlns:a16="http://schemas.microsoft.com/office/drawing/2014/main" id="{AB20A344-34DD-5F42-92AF-C966897110F6}"/>
              </a:ext>
            </a:extLst>
          </p:cNvPr>
          <p:cNvSpPr/>
          <p:nvPr userDrawn="1"/>
        </p:nvSpPr>
        <p:spPr>
          <a:xfrm>
            <a:off x="697297" y="1"/>
            <a:ext cx="2540560" cy="5143211"/>
          </a:xfrm>
          <a:custGeom>
            <a:avLst/>
            <a:gdLst/>
            <a:ahLst/>
            <a:cxnLst/>
            <a:rect l="l" t="t" r="r" b="b"/>
            <a:pathLst>
              <a:path w="5586095" h="11308715">
                <a:moveTo>
                  <a:pt x="5585473" y="0"/>
                </a:moveTo>
                <a:lnTo>
                  <a:pt x="0" y="0"/>
                </a:lnTo>
                <a:lnTo>
                  <a:pt x="0" y="11308556"/>
                </a:lnTo>
                <a:lnTo>
                  <a:pt x="5585473" y="11308556"/>
                </a:lnTo>
                <a:lnTo>
                  <a:pt x="5585473" y="0"/>
                </a:lnTo>
                <a:close/>
              </a:path>
            </a:pathLst>
          </a:custGeom>
          <a:solidFill>
            <a:schemeClr val="accent6"/>
          </a:solidFill>
        </p:spPr>
        <p:txBody>
          <a:bodyPr wrap="square" lIns="0" tIns="0" rIns="0" bIns="0" rtlCol="0"/>
          <a:lstStyle/>
          <a:p>
            <a:endParaRPr sz="819"/>
          </a:p>
        </p:txBody>
      </p:sp>
      <p:sp>
        <p:nvSpPr>
          <p:cNvPr id="7" name="Text Placeholder 12">
            <a:extLst>
              <a:ext uri="{FF2B5EF4-FFF2-40B4-BE49-F238E27FC236}">
                <a16:creationId xmlns:a16="http://schemas.microsoft.com/office/drawing/2014/main" id="{0219BE9C-3873-B940-BEF9-E677EA486DCC}"/>
              </a:ext>
            </a:extLst>
          </p:cNvPr>
          <p:cNvSpPr>
            <a:spLocks noGrp="1"/>
          </p:cNvSpPr>
          <p:nvPr>
            <p:ph type="body" sz="quarter" idx="19" hasCustomPrompt="1"/>
          </p:nvPr>
        </p:nvSpPr>
        <p:spPr>
          <a:xfrm>
            <a:off x="987200" y="1292950"/>
            <a:ext cx="1960754" cy="800219"/>
          </a:xfrm>
          <a:prstGeom prst="rect">
            <a:avLst/>
          </a:prstGeom>
        </p:spPr>
        <p:txBody>
          <a:bodyPr wrap="square" lIns="0" tIns="0" rIns="0" bIns="0" anchor="t">
            <a:spAutoFit/>
          </a:bodyPr>
          <a:lstStyle>
            <a:lvl1pPr marL="0" indent="0" algn="ctr">
              <a:lnSpc>
                <a:spcPct val="100000"/>
              </a:lnSpc>
              <a:spcBef>
                <a:spcPts val="0"/>
              </a:spcBef>
              <a:spcAft>
                <a:spcPts val="600"/>
              </a:spcAft>
              <a:buClr>
                <a:schemeClr val="accent3"/>
              </a:buClr>
              <a:buSzPct val="110000"/>
              <a:buNone/>
              <a:defRPr sz="26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Muchas gracias</a:t>
            </a:r>
          </a:p>
        </p:txBody>
      </p:sp>
      <p:pic>
        <p:nvPicPr>
          <p:cNvPr id="8" name="Gráfico 7">
            <a:extLst>
              <a:ext uri="{FF2B5EF4-FFF2-40B4-BE49-F238E27FC236}">
                <a16:creationId xmlns:a16="http://schemas.microsoft.com/office/drawing/2014/main" id="{2503BF32-3F33-4B73-BBA8-275C601E14D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360706" y="2892491"/>
            <a:ext cx="1213743" cy="1019544"/>
          </a:xfrm>
          <a:prstGeom prst="rect">
            <a:avLst/>
          </a:prstGeom>
        </p:spPr>
      </p:pic>
    </p:spTree>
    <p:extLst>
      <p:ext uri="{BB962C8B-B14F-4D97-AF65-F5344CB8AC3E}">
        <p14:creationId xmlns:p14="http://schemas.microsoft.com/office/powerpoint/2010/main" val="859314916"/>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IERRE 3">
    <p:spTree>
      <p:nvGrpSpPr>
        <p:cNvPr id="1" name=""/>
        <p:cNvGrpSpPr/>
        <p:nvPr/>
      </p:nvGrpSpPr>
      <p:grpSpPr>
        <a:xfrm>
          <a:off x="0" y="0"/>
          <a:ext cx="0" cy="0"/>
          <a:chOff x="0" y="0"/>
          <a:chExt cx="0" cy="0"/>
        </a:xfrm>
      </p:grpSpPr>
      <p:pic>
        <p:nvPicPr>
          <p:cNvPr id="8" name="Imagen 7" descr="Imagen que contiene agua, parado, grande, pájaro&#10;&#10;Descripción generada automáticamente">
            <a:extLst>
              <a:ext uri="{FF2B5EF4-FFF2-40B4-BE49-F238E27FC236}">
                <a16:creationId xmlns:a16="http://schemas.microsoft.com/office/drawing/2014/main" id="{EB781FAF-3792-F04C-B512-3CB78E19F51A}"/>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180613" y="160587"/>
            <a:ext cx="8784000" cy="4824163"/>
          </a:xfrm>
          <a:prstGeom prst="rect">
            <a:avLst/>
          </a:prstGeom>
        </p:spPr>
      </p:pic>
      <p:sp>
        <p:nvSpPr>
          <p:cNvPr id="5" name="object 5">
            <a:extLst>
              <a:ext uri="{FF2B5EF4-FFF2-40B4-BE49-F238E27FC236}">
                <a16:creationId xmlns:a16="http://schemas.microsoft.com/office/drawing/2014/main" id="{AB20A344-34DD-5F42-92AF-C966897110F6}"/>
              </a:ext>
            </a:extLst>
          </p:cNvPr>
          <p:cNvSpPr/>
          <p:nvPr userDrawn="1"/>
        </p:nvSpPr>
        <p:spPr>
          <a:xfrm>
            <a:off x="697297" y="1"/>
            <a:ext cx="2540560" cy="5143211"/>
          </a:xfrm>
          <a:custGeom>
            <a:avLst/>
            <a:gdLst/>
            <a:ahLst/>
            <a:cxnLst/>
            <a:rect l="l" t="t" r="r" b="b"/>
            <a:pathLst>
              <a:path w="5586095" h="11308715">
                <a:moveTo>
                  <a:pt x="5585473" y="0"/>
                </a:moveTo>
                <a:lnTo>
                  <a:pt x="0" y="0"/>
                </a:lnTo>
                <a:lnTo>
                  <a:pt x="0" y="11308556"/>
                </a:lnTo>
                <a:lnTo>
                  <a:pt x="5585473" y="11308556"/>
                </a:lnTo>
                <a:lnTo>
                  <a:pt x="5585473" y="0"/>
                </a:lnTo>
                <a:close/>
              </a:path>
            </a:pathLst>
          </a:custGeom>
          <a:solidFill>
            <a:schemeClr val="accent6"/>
          </a:solidFill>
        </p:spPr>
        <p:txBody>
          <a:bodyPr wrap="square" lIns="0" tIns="0" rIns="0" bIns="0" rtlCol="0"/>
          <a:lstStyle/>
          <a:p>
            <a:endParaRPr sz="819"/>
          </a:p>
        </p:txBody>
      </p:sp>
      <p:sp>
        <p:nvSpPr>
          <p:cNvPr id="7" name="Text Placeholder 12">
            <a:extLst>
              <a:ext uri="{FF2B5EF4-FFF2-40B4-BE49-F238E27FC236}">
                <a16:creationId xmlns:a16="http://schemas.microsoft.com/office/drawing/2014/main" id="{BD589650-B272-A144-91B0-3D7516CD1EB9}"/>
              </a:ext>
            </a:extLst>
          </p:cNvPr>
          <p:cNvSpPr>
            <a:spLocks noGrp="1"/>
          </p:cNvSpPr>
          <p:nvPr>
            <p:ph type="body" sz="quarter" idx="19" hasCustomPrompt="1"/>
          </p:nvPr>
        </p:nvSpPr>
        <p:spPr>
          <a:xfrm>
            <a:off x="987200" y="1292950"/>
            <a:ext cx="1960754" cy="800219"/>
          </a:xfrm>
          <a:prstGeom prst="rect">
            <a:avLst/>
          </a:prstGeom>
        </p:spPr>
        <p:txBody>
          <a:bodyPr wrap="square" lIns="0" tIns="0" rIns="0" bIns="0" anchor="t">
            <a:spAutoFit/>
          </a:bodyPr>
          <a:lstStyle>
            <a:lvl1pPr marL="0" indent="0" algn="ctr">
              <a:lnSpc>
                <a:spcPct val="100000"/>
              </a:lnSpc>
              <a:spcBef>
                <a:spcPts val="0"/>
              </a:spcBef>
              <a:spcAft>
                <a:spcPts val="600"/>
              </a:spcAft>
              <a:buClr>
                <a:schemeClr val="accent3"/>
              </a:buClr>
              <a:buSzPct val="110000"/>
              <a:buNone/>
              <a:defRPr sz="26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Muchas gracias</a:t>
            </a:r>
          </a:p>
        </p:txBody>
      </p:sp>
      <p:pic>
        <p:nvPicPr>
          <p:cNvPr id="9" name="Gráfico 8">
            <a:extLst>
              <a:ext uri="{FF2B5EF4-FFF2-40B4-BE49-F238E27FC236}">
                <a16:creationId xmlns:a16="http://schemas.microsoft.com/office/drawing/2014/main" id="{7C0997F4-0D07-48D0-973F-3561B5C4E332}"/>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360706" y="2892491"/>
            <a:ext cx="1213743" cy="1019544"/>
          </a:xfrm>
          <a:prstGeom prst="rect">
            <a:avLst/>
          </a:prstGeom>
        </p:spPr>
      </p:pic>
    </p:spTree>
    <p:extLst>
      <p:ext uri="{BB962C8B-B14F-4D97-AF65-F5344CB8AC3E}">
        <p14:creationId xmlns:p14="http://schemas.microsoft.com/office/powerpoint/2010/main" val="240626832"/>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IERRE 4">
    <p:spTree>
      <p:nvGrpSpPr>
        <p:cNvPr id="1" name=""/>
        <p:cNvGrpSpPr/>
        <p:nvPr/>
      </p:nvGrpSpPr>
      <p:grpSpPr>
        <a:xfrm>
          <a:off x="0" y="0"/>
          <a:ext cx="0" cy="0"/>
          <a:chOff x="0" y="0"/>
          <a:chExt cx="0" cy="0"/>
        </a:xfrm>
      </p:grpSpPr>
      <p:pic>
        <p:nvPicPr>
          <p:cNvPr id="9" name="Imagen 8" descr="Imagen que contiene interior, tabla, taza, naranja&#10;&#10;Descripción generada automáticamente">
            <a:extLst>
              <a:ext uri="{FF2B5EF4-FFF2-40B4-BE49-F238E27FC236}">
                <a16:creationId xmlns:a16="http://schemas.microsoft.com/office/drawing/2014/main" id="{904FCB76-16C1-F141-AE99-33097D32047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180613" y="160587"/>
            <a:ext cx="8784000" cy="4824163"/>
          </a:xfrm>
          <a:prstGeom prst="rect">
            <a:avLst/>
          </a:prstGeom>
        </p:spPr>
      </p:pic>
      <p:sp>
        <p:nvSpPr>
          <p:cNvPr id="5" name="object 5">
            <a:extLst>
              <a:ext uri="{FF2B5EF4-FFF2-40B4-BE49-F238E27FC236}">
                <a16:creationId xmlns:a16="http://schemas.microsoft.com/office/drawing/2014/main" id="{AB20A344-34DD-5F42-92AF-C966897110F6}"/>
              </a:ext>
            </a:extLst>
          </p:cNvPr>
          <p:cNvSpPr/>
          <p:nvPr userDrawn="1"/>
        </p:nvSpPr>
        <p:spPr>
          <a:xfrm>
            <a:off x="697297" y="1"/>
            <a:ext cx="2540560" cy="5143211"/>
          </a:xfrm>
          <a:custGeom>
            <a:avLst/>
            <a:gdLst/>
            <a:ahLst/>
            <a:cxnLst/>
            <a:rect l="l" t="t" r="r" b="b"/>
            <a:pathLst>
              <a:path w="5586095" h="11308715">
                <a:moveTo>
                  <a:pt x="5585473" y="0"/>
                </a:moveTo>
                <a:lnTo>
                  <a:pt x="0" y="0"/>
                </a:lnTo>
                <a:lnTo>
                  <a:pt x="0" y="11308556"/>
                </a:lnTo>
                <a:lnTo>
                  <a:pt x="5585473" y="11308556"/>
                </a:lnTo>
                <a:lnTo>
                  <a:pt x="5585473" y="0"/>
                </a:lnTo>
                <a:close/>
              </a:path>
            </a:pathLst>
          </a:custGeom>
          <a:solidFill>
            <a:schemeClr val="accent6"/>
          </a:solidFill>
        </p:spPr>
        <p:txBody>
          <a:bodyPr wrap="square" lIns="0" tIns="0" rIns="0" bIns="0" rtlCol="0"/>
          <a:lstStyle/>
          <a:p>
            <a:endParaRPr sz="819"/>
          </a:p>
        </p:txBody>
      </p:sp>
      <p:sp>
        <p:nvSpPr>
          <p:cNvPr id="7" name="Text Placeholder 12">
            <a:extLst>
              <a:ext uri="{FF2B5EF4-FFF2-40B4-BE49-F238E27FC236}">
                <a16:creationId xmlns:a16="http://schemas.microsoft.com/office/drawing/2014/main" id="{A1DC80A3-74E2-7241-8FBB-BF96C7ED4743}"/>
              </a:ext>
            </a:extLst>
          </p:cNvPr>
          <p:cNvSpPr>
            <a:spLocks noGrp="1"/>
          </p:cNvSpPr>
          <p:nvPr>
            <p:ph type="body" sz="quarter" idx="19" hasCustomPrompt="1"/>
          </p:nvPr>
        </p:nvSpPr>
        <p:spPr>
          <a:xfrm>
            <a:off x="987200" y="1292950"/>
            <a:ext cx="1960754" cy="800219"/>
          </a:xfrm>
          <a:prstGeom prst="rect">
            <a:avLst/>
          </a:prstGeom>
        </p:spPr>
        <p:txBody>
          <a:bodyPr wrap="square" lIns="0" tIns="0" rIns="0" bIns="0" anchor="t">
            <a:spAutoFit/>
          </a:bodyPr>
          <a:lstStyle>
            <a:lvl1pPr marL="0" indent="0" algn="ctr">
              <a:lnSpc>
                <a:spcPct val="100000"/>
              </a:lnSpc>
              <a:spcBef>
                <a:spcPts val="0"/>
              </a:spcBef>
              <a:spcAft>
                <a:spcPts val="600"/>
              </a:spcAft>
              <a:buClr>
                <a:schemeClr val="accent3"/>
              </a:buClr>
              <a:buSzPct val="110000"/>
              <a:buNone/>
              <a:defRPr sz="26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Muchas gracias</a:t>
            </a:r>
          </a:p>
        </p:txBody>
      </p:sp>
      <p:pic>
        <p:nvPicPr>
          <p:cNvPr id="8" name="Gráfico 7">
            <a:extLst>
              <a:ext uri="{FF2B5EF4-FFF2-40B4-BE49-F238E27FC236}">
                <a16:creationId xmlns:a16="http://schemas.microsoft.com/office/drawing/2014/main" id="{1884A5A8-E3B9-4084-8B9E-2669B3F91DC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360706" y="2892491"/>
            <a:ext cx="1213743" cy="1019544"/>
          </a:xfrm>
          <a:prstGeom prst="rect">
            <a:avLst/>
          </a:prstGeom>
        </p:spPr>
      </p:pic>
    </p:spTree>
    <p:extLst>
      <p:ext uri="{BB962C8B-B14F-4D97-AF65-F5344CB8AC3E}">
        <p14:creationId xmlns:p14="http://schemas.microsoft.com/office/powerpoint/2010/main" val="8593739"/>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Diseño personalizado">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E331AD17-31BE-45A5-93FF-A0630DA38A7A}"/>
              </a:ext>
            </a:extLst>
          </p:cNvPr>
          <p:cNvSpPr>
            <a:spLocks noGrp="1"/>
          </p:cNvSpPr>
          <p:nvPr>
            <p:ph type="sldNum" sz="quarter" idx="10"/>
          </p:nvPr>
        </p:nvSpPr>
        <p:spPr/>
        <p:txBody>
          <a:bodyPr/>
          <a:lstStyle/>
          <a:p>
            <a:fld id="{BC84A7B8-DCD1-44CA-A629-967FC9CECB50}" type="slidenum">
              <a:rPr lang="es-ES_tradnl" smtClean="0"/>
              <a:pPr/>
              <a:t>‹Nº›</a:t>
            </a:fld>
            <a:endParaRPr lang="es-ES_tradnl"/>
          </a:p>
        </p:txBody>
      </p:sp>
      <p:sp>
        <p:nvSpPr>
          <p:cNvPr id="4" name="Marcador de texto 2">
            <a:extLst>
              <a:ext uri="{FF2B5EF4-FFF2-40B4-BE49-F238E27FC236}">
                <a16:creationId xmlns:a16="http://schemas.microsoft.com/office/drawing/2014/main" id="{FF9B3165-755B-4757-9796-F6D06A73A6DC}"/>
              </a:ext>
            </a:extLst>
          </p:cNvPr>
          <p:cNvSpPr>
            <a:spLocks noGrp="1"/>
          </p:cNvSpPr>
          <p:nvPr>
            <p:ph type="body" sz="quarter" idx="21" hasCustomPrompt="1"/>
          </p:nvPr>
        </p:nvSpPr>
        <p:spPr>
          <a:xfrm>
            <a:off x="431800" y="158750"/>
            <a:ext cx="7956550" cy="141460"/>
          </a:xfrm>
          <a:prstGeom prst="rect">
            <a:avLst/>
          </a:prstGeom>
        </p:spPr>
        <p:txBody>
          <a:bodyPr lIns="0" tIns="0" rIns="0" bIns="0"/>
          <a:lstStyle>
            <a:lvl1pPr marL="0" indent="0">
              <a:buNone/>
              <a:defRPr sz="900" b="1">
                <a:solidFill>
                  <a:schemeClr val="accent1"/>
                </a:solidFill>
              </a:defRPr>
            </a:lvl1pPr>
            <a:lvl2pPr marL="457200" indent="0">
              <a:buNone/>
              <a:defRPr sz="900" b="1">
                <a:solidFill>
                  <a:schemeClr val="accent1"/>
                </a:solidFill>
              </a:defRPr>
            </a:lvl2pPr>
            <a:lvl3pPr marL="914400" indent="0">
              <a:buNone/>
              <a:defRPr sz="900" b="1">
                <a:solidFill>
                  <a:schemeClr val="accent1"/>
                </a:solidFill>
              </a:defRPr>
            </a:lvl3pPr>
            <a:lvl4pPr marL="1371600" indent="0">
              <a:buNone/>
              <a:defRPr sz="900" b="1">
                <a:solidFill>
                  <a:schemeClr val="accent1"/>
                </a:solidFill>
              </a:defRPr>
            </a:lvl4pPr>
            <a:lvl5pPr marL="1828800" indent="0">
              <a:buNone/>
              <a:defRPr sz="900" b="1">
                <a:solidFill>
                  <a:schemeClr val="accent1"/>
                </a:solidFill>
              </a:defRPr>
            </a:lvl5pPr>
          </a:lstStyle>
          <a:p>
            <a:pPr lvl="0"/>
            <a:r>
              <a:rPr lang="es-ES"/>
              <a:t>Antetítulo si lo tuviera. </a:t>
            </a:r>
            <a:r>
              <a:rPr lang="es-ES" err="1"/>
              <a:t>Verdana</a:t>
            </a:r>
            <a:r>
              <a:rPr lang="es-ES"/>
              <a:t> 9 negrita (RGB 0, 122, 174) </a:t>
            </a:r>
            <a:endParaRPr lang="es-ES_tradnl"/>
          </a:p>
        </p:txBody>
      </p:sp>
      <p:sp>
        <p:nvSpPr>
          <p:cNvPr id="5" name="Text Placeholder 12">
            <a:extLst>
              <a:ext uri="{FF2B5EF4-FFF2-40B4-BE49-F238E27FC236}">
                <a16:creationId xmlns:a16="http://schemas.microsoft.com/office/drawing/2014/main" id="{EE4826B8-3F56-4E3E-BD94-F9E926FEC92F}"/>
              </a:ext>
            </a:extLst>
          </p:cNvPr>
          <p:cNvSpPr>
            <a:spLocks noGrp="1"/>
          </p:cNvSpPr>
          <p:nvPr>
            <p:ph type="body" sz="quarter" idx="19" hasCustomPrompt="1"/>
          </p:nvPr>
        </p:nvSpPr>
        <p:spPr>
          <a:xfrm>
            <a:off x="432000" y="362927"/>
            <a:ext cx="7940342" cy="335413"/>
          </a:xfrm>
          <a:prstGeom prst="rect">
            <a:avLst/>
          </a:prstGeom>
        </p:spPr>
        <p:txBody>
          <a:bodyPr wrap="square" lIns="0" tIns="0" rIns="0" bIns="0" anchor="t">
            <a:spAutoFit/>
          </a:bodyPr>
          <a:lstStyle>
            <a:lvl1pPr marL="0" indent="0" algn="l">
              <a:lnSpc>
                <a:spcPts val="2600"/>
              </a:lnSpc>
              <a:spcBef>
                <a:spcPts val="0"/>
              </a:spcBef>
              <a:spcAft>
                <a:spcPts val="0"/>
              </a:spcAft>
              <a:buClr>
                <a:schemeClr val="accent3"/>
              </a:buClr>
              <a:buSzPct val="110000"/>
              <a:buNone/>
              <a:defRPr sz="2600" b="0" i="0">
                <a:solidFill>
                  <a:schemeClr val="accent3"/>
                </a:solidFill>
                <a:latin typeface="Enagás PT Serif" panose="020A0603040505020204" pitchFamily="18" charset="77"/>
                <a:ea typeface="Enagás PT Serif" panose="020A0603040505020204" pitchFamily="18" charset="77"/>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Escribe el título en Enagás PT Serif (RGB 99, 102, 106)</a:t>
            </a:r>
          </a:p>
        </p:txBody>
      </p:sp>
      <p:sp>
        <p:nvSpPr>
          <p:cNvPr id="6" name="Text Placeholder 12">
            <a:extLst>
              <a:ext uri="{FF2B5EF4-FFF2-40B4-BE49-F238E27FC236}">
                <a16:creationId xmlns:a16="http://schemas.microsoft.com/office/drawing/2014/main" id="{D328BC89-CF2A-4416-85A2-9362E30D0F12}"/>
              </a:ext>
            </a:extLst>
          </p:cNvPr>
          <p:cNvSpPr>
            <a:spLocks noGrp="1"/>
          </p:cNvSpPr>
          <p:nvPr>
            <p:ph type="body" sz="quarter" idx="20" hasCustomPrompt="1"/>
          </p:nvPr>
        </p:nvSpPr>
        <p:spPr>
          <a:xfrm>
            <a:off x="432000" y="700187"/>
            <a:ext cx="7940342" cy="169277"/>
          </a:xfrm>
          <a:prstGeom prst="rect">
            <a:avLst/>
          </a:prstGeom>
        </p:spPr>
        <p:txBody>
          <a:bodyPr wrap="square" lIns="0" tIns="0" rIns="0" bIns="0" anchor="t">
            <a:spAutoFit/>
          </a:bodyPr>
          <a:lstStyle>
            <a:lvl1pPr marL="0" indent="0" algn="l">
              <a:lnSpc>
                <a:spcPct val="100000"/>
              </a:lnSpc>
              <a:spcBef>
                <a:spcPts val="0"/>
              </a:spcBef>
              <a:spcAft>
                <a:spcPts val="600"/>
              </a:spcAft>
              <a:buClr>
                <a:schemeClr val="accent3"/>
              </a:buClr>
              <a:buSzPct val="110000"/>
              <a:buNone/>
              <a:defRPr sz="1100" b="1" i="0">
                <a:solidFill>
                  <a:schemeClr val="accent3"/>
                </a:solidFill>
                <a:latin typeface="Verdana" panose="020B0604030504040204" pitchFamily="34" charset="0"/>
                <a:ea typeface="Verdana" panose="020B0604030504040204" pitchFamily="34" charset="0"/>
                <a:cs typeface="Verdana" panose="020B0604030504040204" pitchFamily="34" charset="0"/>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s-ES_tradnl" noProof="0"/>
              <a:t>Subtítulo de la diapositiva si lo tuviera. </a:t>
            </a:r>
            <a:r>
              <a:rPr lang="es-ES_tradnl" noProof="0" err="1"/>
              <a:t>Verdana</a:t>
            </a:r>
            <a:r>
              <a:rPr lang="es-ES_tradnl" noProof="0"/>
              <a:t> 11 negrita (RGB 99, 102, 106)</a:t>
            </a:r>
          </a:p>
        </p:txBody>
      </p:sp>
      <p:sp>
        <p:nvSpPr>
          <p:cNvPr id="7" name="Marcador de texto 8">
            <a:extLst>
              <a:ext uri="{FF2B5EF4-FFF2-40B4-BE49-F238E27FC236}">
                <a16:creationId xmlns:a16="http://schemas.microsoft.com/office/drawing/2014/main" id="{1EF69AEC-D4F5-41CC-A515-31FCCC605E6D}"/>
              </a:ext>
            </a:extLst>
          </p:cNvPr>
          <p:cNvSpPr>
            <a:spLocks noGrp="1"/>
          </p:cNvSpPr>
          <p:nvPr>
            <p:ph type="body" sz="quarter" idx="22"/>
          </p:nvPr>
        </p:nvSpPr>
        <p:spPr>
          <a:xfrm>
            <a:off x="431800" y="1123950"/>
            <a:ext cx="3924000" cy="3656623"/>
          </a:xfrm>
          <a:prstGeom prst="rect">
            <a:avLst/>
          </a:prstGeom>
        </p:spPr>
        <p:txBody>
          <a:bodyPr/>
          <a:lstStyle>
            <a:lvl1pPr>
              <a:defRPr sz="1000">
                <a:solidFill>
                  <a:schemeClr val="accent3"/>
                </a:solidFill>
              </a:defRPr>
            </a:lvl1pPr>
            <a:lvl2pPr>
              <a:defRPr sz="1000">
                <a:solidFill>
                  <a:schemeClr val="accent3"/>
                </a:solidFill>
              </a:defRPr>
            </a:lvl2pPr>
            <a:lvl3pPr>
              <a:defRPr sz="1000">
                <a:solidFill>
                  <a:schemeClr val="accent3"/>
                </a:solidFill>
              </a:defRPr>
            </a:lvl3pPr>
            <a:lvl4pPr>
              <a:defRPr sz="1000">
                <a:solidFill>
                  <a:schemeClr val="accent3"/>
                </a:solidFill>
              </a:defRPr>
            </a:lvl4pPr>
            <a:lvl5pPr>
              <a:defRPr sz="1000">
                <a:solidFill>
                  <a:schemeClr val="accent3"/>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8" name="Marcador de texto 8">
            <a:extLst>
              <a:ext uri="{FF2B5EF4-FFF2-40B4-BE49-F238E27FC236}">
                <a16:creationId xmlns:a16="http://schemas.microsoft.com/office/drawing/2014/main" id="{0CE3E694-7F2A-4805-BBD4-8C64CAF46512}"/>
              </a:ext>
            </a:extLst>
          </p:cNvPr>
          <p:cNvSpPr>
            <a:spLocks noGrp="1"/>
          </p:cNvSpPr>
          <p:nvPr>
            <p:ph type="body" sz="quarter" idx="23"/>
          </p:nvPr>
        </p:nvSpPr>
        <p:spPr>
          <a:xfrm>
            <a:off x="4448342" y="1123949"/>
            <a:ext cx="3924000" cy="3656623"/>
          </a:xfrm>
          <a:prstGeom prst="rect">
            <a:avLst/>
          </a:prstGeom>
        </p:spPr>
        <p:txBody>
          <a:bodyPr/>
          <a:lstStyle>
            <a:lvl1pPr>
              <a:defRPr sz="1000">
                <a:solidFill>
                  <a:schemeClr val="accent3"/>
                </a:solidFill>
              </a:defRPr>
            </a:lvl1pPr>
            <a:lvl2pPr>
              <a:defRPr sz="1000">
                <a:solidFill>
                  <a:schemeClr val="accent3"/>
                </a:solidFill>
              </a:defRPr>
            </a:lvl2pPr>
            <a:lvl3pPr>
              <a:defRPr sz="1000">
                <a:solidFill>
                  <a:schemeClr val="accent3"/>
                </a:solidFill>
              </a:defRPr>
            </a:lvl3pPr>
            <a:lvl4pPr>
              <a:defRPr sz="1000">
                <a:solidFill>
                  <a:schemeClr val="accent3"/>
                </a:solidFill>
              </a:defRPr>
            </a:lvl4pPr>
            <a:lvl5pPr>
              <a:defRPr sz="1000">
                <a:solidFill>
                  <a:schemeClr val="accent3"/>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s-ES_tradnl" dirty="0"/>
          </a:p>
        </p:txBody>
      </p:sp>
    </p:spTree>
    <p:extLst>
      <p:ext uri="{BB962C8B-B14F-4D97-AF65-F5344CB8AC3E}">
        <p14:creationId xmlns:p14="http://schemas.microsoft.com/office/powerpoint/2010/main" val="302814264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1.svg"/><Relationship Id="rId5" Type="http://schemas.openxmlformats.org/officeDocument/2006/relationships/theme" Target="../theme/theme2.xml"/><Relationship Id="rId4" Type="http://schemas.openxmlformats.org/officeDocument/2006/relationships/slideLayout" Target="../slideLayouts/slideLayout8.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1.svg"/><Relationship Id="rId3" Type="http://schemas.openxmlformats.org/officeDocument/2006/relationships/slideLayout" Target="../slideLayouts/slideLayout11.xml"/><Relationship Id="rId7" Type="http://schemas.openxmlformats.org/officeDocument/2006/relationships/theme" Target="../theme/theme3.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theme" Target="../theme/theme4.xml"/><Relationship Id="rId5" Type="http://schemas.openxmlformats.org/officeDocument/2006/relationships/slideLayout" Target="../slideLayouts/slideLayout19.xml"/><Relationship Id="rId4"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4" name="Gráfico 3">
            <a:extLst>
              <a:ext uri="{FF2B5EF4-FFF2-40B4-BE49-F238E27FC236}">
                <a16:creationId xmlns:a16="http://schemas.microsoft.com/office/drawing/2014/main" id="{9D46EECE-567F-45E9-9FB3-701CBD324A53}"/>
              </a:ext>
            </a:extLst>
          </p:cNvPr>
          <p:cNvPicPr>
            <a:picLocks noChangeAspect="1"/>
          </p:cNvPicPr>
          <p:nvPr userDrawn="1"/>
        </p:nvPicPr>
        <p:blipFill>
          <a:blip>
            <a:extLst>
              <a:ext uri="{96DAC541-7B7A-43D3-8B79-37D633B846F1}">
                <asvg:svgBlip xmlns:asvg="http://schemas.microsoft.com/office/drawing/2016/SVG/main" r:embed="rId6"/>
              </a:ext>
            </a:extLst>
          </a:blip>
          <a:srcRect/>
          <a:stretch/>
        </p:blipFill>
        <p:spPr>
          <a:xfrm>
            <a:off x="7369179" y="3630606"/>
            <a:ext cx="1223563" cy="1027792"/>
          </a:xfrm>
          <a:prstGeom prst="rect">
            <a:avLst/>
          </a:prstGeom>
        </p:spPr>
      </p:pic>
    </p:spTree>
    <p:extLst>
      <p:ext uri="{BB962C8B-B14F-4D97-AF65-F5344CB8AC3E}">
        <p14:creationId xmlns:p14="http://schemas.microsoft.com/office/powerpoint/2010/main" val="1643362473"/>
      </p:ext>
    </p:extLst>
  </p:cSld>
  <p:clrMap bg1="lt1" tx1="dk1" bg2="lt2" tx2="dk2" accent1="accent1" accent2="accent2" accent3="accent3" accent4="accent4" accent5="accent5" accent6="accent6" hlink="hlink" folHlink="folHlink"/>
  <p:sldLayoutIdLst>
    <p:sldLayoutId id="2147483819" r:id="rId1"/>
    <p:sldLayoutId id="2147483825" r:id="rId2"/>
    <p:sldLayoutId id="2147483827" r:id="rId3"/>
    <p:sldLayoutId id="2147483829" r:id="rId4"/>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0" userDrawn="1">
          <p15:clr>
            <a:srgbClr val="F26B43"/>
          </p15:clr>
        </p15:guide>
        <p15:guide id="2" orient="horz" pos="3140" userDrawn="1">
          <p15:clr>
            <a:srgbClr val="F26B43"/>
          </p15:clr>
        </p15:guide>
        <p15:guide id="3" pos="113" userDrawn="1">
          <p15:clr>
            <a:srgbClr val="F26B43"/>
          </p15:clr>
        </p15:guide>
        <p15:guide id="4" pos="564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cxnSp>
        <p:nvCxnSpPr>
          <p:cNvPr id="3" name="Straight Connector 28">
            <a:extLst>
              <a:ext uri="{FF2B5EF4-FFF2-40B4-BE49-F238E27FC236}">
                <a16:creationId xmlns:a16="http://schemas.microsoft.com/office/drawing/2014/main" id="{16B1695C-D222-3941-8EB4-3D4865352757}"/>
              </a:ext>
            </a:extLst>
          </p:cNvPr>
          <p:cNvCxnSpPr>
            <a:cxnSpLocks/>
          </p:cNvCxnSpPr>
          <p:nvPr userDrawn="1"/>
        </p:nvCxnSpPr>
        <p:spPr>
          <a:xfrm>
            <a:off x="8757047" y="923192"/>
            <a:ext cx="0" cy="3525716"/>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4" name="Slide Number Placeholder 5">
            <a:extLst>
              <a:ext uri="{FF2B5EF4-FFF2-40B4-BE49-F238E27FC236}">
                <a16:creationId xmlns:a16="http://schemas.microsoft.com/office/drawing/2014/main" id="{C8B72E51-3DA6-EA4A-AA08-C346D81FEEB5}"/>
              </a:ext>
            </a:extLst>
          </p:cNvPr>
          <p:cNvSpPr>
            <a:spLocks noGrp="1"/>
          </p:cNvSpPr>
          <p:nvPr>
            <p:ph type="sldNum" sz="quarter" idx="4"/>
          </p:nvPr>
        </p:nvSpPr>
        <p:spPr>
          <a:xfrm>
            <a:off x="8525476" y="4638617"/>
            <a:ext cx="473273" cy="204788"/>
          </a:xfrm>
          <a:prstGeom prst="rect">
            <a:avLst/>
          </a:prstGeom>
        </p:spPr>
        <p:txBody>
          <a:bodyPr/>
          <a:lstStyle>
            <a:lvl1pPr algn="ctr">
              <a:defRPr sz="800" b="0" i="0">
                <a:solidFill>
                  <a:schemeClr val="accent3"/>
                </a:solidFill>
                <a:latin typeface="Enagás PT Serif" panose="020A0603040505020204" pitchFamily="18" charset="77"/>
              </a:defRPr>
            </a:lvl1pPr>
          </a:lstStyle>
          <a:p>
            <a:fld id="{BC84A7B8-DCD1-44CA-A629-967FC9CECB50}" type="slidenum">
              <a:rPr lang="es-ES_tradnl" smtClean="0"/>
              <a:pPr/>
              <a:t>‹Nº›</a:t>
            </a:fld>
            <a:endParaRPr lang="es-ES_tradnl"/>
          </a:p>
        </p:txBody>
      </p:sp>
      <p:sp>
        <p:nvSpPr>
          <p:cNvPr id="5" name="object 3">
            <a:extLst>
              <a:ext uri="{FF2B5EF4-FFF2-40B4-BE49-F238E27FC236}">
                <a16:creationId xmlns:a16="http://schemas.microsoft.com/office/drawing/2014/main" id="{018291F7-5BC9-A34B-9232-71699CB53F2E}"/>
              </a:ext>
            </a:extLst>
          </p:cNvPr>
          <p:cNvSpPr/>
          <p:nvPr userDrawn="1"/>
        </p:nvSpPr>
        <p:spPr>
          <a:xfrm>
            <a:off x="0" y="0"/>
            <a:ext cx="8379619" cy="5143500"/>
          </a:xfrm>
          <a:custGeom>
            <a:avLst/>
            <a:gdLst/>
            <a:ahLst/>
            <a:cxnLst/>
            <a:rect l="l" t="t" r="r" b="b"/>
            <a:pathLst>
              <a:path w="19266535" h="10471150">
                <a:moveTo>
                  <a:pt x="19266429" y="0"/>
                </a:moveTo>
                <a:lnTo>
                  <a:pt x="0" y="0"/>
                </a:lnTo>
                <a:lnTo>
                  <a:pt x="0" y="10470885"/>
                </a:lnTo>
                <a:lnTo>
                  <a:pt x="19266429" y="10470885"/>
                </a:lnTo>
                <a:lnTo>
                  <a:pt x="19266429" y="0"/>
                </a:lnTo>
                <a:close/>
              </a:path>
            </a:pathLst>
          </a:custGeom>
          <a:solidFill>
            <a:schemeClr val="accent6">
              <a:lumMod val="95000"/>
            </a:schemeClr>
          </a:solidFill>
        </p:spPr>
        <p:txBody>
          <a:bodyPr wrap="square" lIns="0" tIns="0" rIns="0" bIns="0" rtlCol="0"/>
          <a:lstStyle/>
          <a:p>
            <a:endParaRPr sz="819"/>
          </a:p>
        </p:txBody>
      </p:sp>
      <p:sp>
        <p:nvSpPr>
          <p:cNvPr id="6" name="object 3">
            <a:extLst>
              <a:ext uri="{FF2B5EF4-FFF2-40B4-BE49-F238E27FC236}">
                <a16:creationId xmlns:a16="http://schemas.microsoft.com/office/drawing/2014/main" id="{DF7180EB-41B2-A648-BA5C-52ED0C5E9F4E}"/>
              </a:ext>
            </a:extLst>
          </p:cNvPr>
          <p:cNvSpPr/>
          <p:nvPr userDrawn="1"/>
        </p:nvSpPr>
        <p:spPr>
          <a:xfrm>
            <a:off x="190808" y="158750"/>
            <a:ext cx="8188811" cy="4826000"/>
          </a:xfrm>
          <a:custGeom>
            <a:avLst/>
            <a:gdLst/>
            <a:ahLst/>
            <a:cxnLst/>
            <a:rect l="l" t="t" r="r" b="b"/>
            <a:pathLst>
              <a:path w="19266535" h="10471150">
                <a:moveTo>
                  <a:pt x="19266429" y="0"/>
                </a:moveTo>
                <a:lnTo>
                  <a:pt x="0" y="0"/>
                </a:lnTo>
                <a:lnTo>
                  <a:pt x="0" y="10470885"/>
                </a:lnTo>
                <a:lnTo>
                  <a:pt x="19266429" y="10470885"/>
                </a:lnTo>
                <a:lnTo>
                  <a:pt x="19266429" y="0"/>
                </a:lnTo>
                <a:close/>
              </a:path>
            </a:pathLst>
          </a:custGeom>
          <a:solidFill>
            <a:schemeClr val="bg1"/>
          </a:solidFill>
        </p:spPr>
        <p:txBody>
          <a:bodyPr wrap="square" lIns="0" tIns="0" rIns="0" bIns="0" rtlCol="0"/>
          <a:lstStyle/>
          <a:p>
            <a:endParaRPr sz="819"/>
          </a:p>
        </p:txBody>
      </p:sp>
      <p:pic>
        <p:nvPicPr>
          <p:cNvPr id="8" name="Gráfico 7">
            <a:extLst>
              <a:ext uri="{FF2B5EF4-FFF2-40B4-BE49-F238E27FC236}">
                <a16:creationId xmlns:a16="http://schemas.microsoft.com/office/drawing/2014/main" id="{D3D4A278-4EB7-4C83-B9E9-25835E5D2C5E}"/>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6"/>
              </a:ext>
            </a:extLst>
          </a:blip>
          <a:srcRect/>
          <a:stretch/>
        </p:blipFill>
        <p:spPr>
          <a:xfrm>
            <a:off x="8486886" y="300095"/>
            <a:ext cx="540322" cy="453870"/>
          </a:xfrm>
          <a:prstGeom prst="rect">
            <a:avLst/>
          </a:prstGeom>
        </p:spPr>
      </p:pic>
    </p:spTree>
    <p:extLst>
      <p:ext uri="{BB962C8B-B14F-4D97-AF65-F5344CB8AC3E}">
        <p14:creationId xmlns:p14="http://schemas.microsoft.com/office/powerpoint/2010/main" val="3322855628"/>
      </p:ext>
    </p:extLst>
  </p:cSld>
  <p:clrMap bg1="lt1" tx1="dk1" bg2="lt2" tx2="dk2" accent1="accent1" accent2="accent2" accent3="accent3" accent4="accent4" accent5="accent5" accent6="accent6" hlink="hlink" folHlink="folHlink"/>
  <p:sldLayoutIdLst>
    <p:sldLayoutId id="2147483832" r:id="rId1"/>
    <p:sldLayoutId id="2147483831" r:id="rId2"/>
    <p:sldLayoutId id="2147483833" r:id="rId3"/>
    <p:sldLayoutId id="2147483830" r:id="rId4"/>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84" userDrawn="1">
          <p15:clr>
            <a:srgbClr val="F26B43"/>
          </p15:clr>
        </p15:guide>
        <p15:guide id="2" pos="5647" userDrawn="1">
          <p15:clr>
            <a:srgbClr val="F26B43"/>
          </p15:clr>
        </p15:guide>
        <p15:guide id="3" orient="horz" pos="100" userDrawn="1">
          <p15:clr>
            <a:srgbClr val="F26B43"/>
          </p15:clr>
        </p15:guide>
        <p15:guide id="4" orient="horz" pos="314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cxnSp>
        <p:nvCxnSpPr>
          <p:cNvPr id="5" name="Straight Connector 28">
            <a:extLst>
              <a:ext uri="{FF2B5EF4-FFF2-40B4-BE49-F238E27FC236}">
                <a16:creationId xmlns:a16="http://schemas.microsoft.com/office/drawing/2014/main" id="{6A5B03F0-8BD6-2746-8F4B-6F4FE60D7DE3}"/>
              </a:ext>
            </a:extLst>
          </p:cNvPr>
          <p:cNvCxnSpPr>
            <a:cxnSpLocks/>
          </p:cNvCxnSpPr>
          <p:nvPr userDrawn="1"/>
        </p:nvCxnSpPr>
        <p:spPr>
          <a:xfrm>
            <a:off x="8757047" y="923192"/>
            <a:ext cx="0" cy="3525716"/>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Slide Number Placeholder 5">
            <a:extLst>
              <a:ext uri="{FF2B5EF4-FFF2-40B4-BE49-F238E27FC236}">
                <a16:creationId xmlns:a16="http://schemas.microsoft.com/office/drawing/2014/main" id="{DFF95BA7-8D08-C745-98EF-B036C872AFE9}"/>
              </a:ext>
            </a:extLst>
          </p:cNvPr>
          <p:cNvSpPr>
            <a:spLocks noGrp="1"/>
          </p:cNvSpPr>
          <p:nvPr>
            <p:ph type="sldNum" sz="quarter" idx="4"/>
          </p:nvPr>
        </p:nvSpPr>
        <p:spPr>
          <a:xfrm>
            <a:off x="8525476" y="4638617"/>
            <a:ext cx="473273" cy="204788"/>
          </a:xfrm>
          <a:prstGeom prst="rect">
            <a:avLst/>
          </a:prstGeom>
        </p:spPr>
        <p:txBody>
          <a:bodyPr/>
          <a:lstStyle>
            <a:lvl1pPr algn="ctr">
              <a:defRPr sz="800" b="0" i="0">
                <a:solidFill>
                  <a:schemeClr val="accent3"/>
                </a:solidFill>
                <a:latin typeface="Enagás PT Serif" panose="020A0603040505020204" pitchFamily="18" charset="77"/>
              </a:defRPr>
            </a:lvl1pPr>
          </a:lstStyle>
          <a:p>
            <a:fld id="{BC84A7B8-DCD1-44CA-A629-967FC9CECB50}" type="slidenum">
              <a:rPr lang="es-ES_tradnl" smtClean="0"/>
              <a:pPr/>
              <a:t>‹Nº›</a:t>
            </a:fld>
            <a:endParaRPr lang="es-ES_tradnl"/>
          </a:p>
        </p:txBody>
      </p:sp>
      <p:pic>
        <p:nvPicPr>
          <p:cNvPr id="7" name="Gráfico 6">
            <a:extLst>
              <a:ext uri="{FF2B5EF4-FFF2-40B4-BE49-F238E27FC236}">
                <a16:creationId xmlns:a16="http://schemas.microsoft.com/office/drawing/2014/main" id="{104244E3-16DF-4CEA-805E-0B3F675AC581}"/>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8"/>
              </a:ext>
            </a:extLst>
          </a:blip>
          <a:srcRect/>
          <a:stretch/>
        </p:blipFill>
        <p:spPr>
          <a:xfrm>
            <a:off x="8486886" y="300095"/>
            <a:ext cx="540322" cy="453870"/>
          </a:xfrm>
          <a:prstGeom prst="rect">
            <a:avLst/>
          </a:prstGeom>
        </p:spPr>
      </p:pic>
    </p:spTree>
    <p:extLst>
      <p:ext uri="{BB962C8B-B14F-4D97-AF65-F5344CB8AC3E}">
        <p14:creationId xmlns:p14="http://schemas.microsoft.com/office/powerpoint/2010/main" val="1446499737"/>
      </p:ext>
    </p:extLst>
  </p:cSld>
  <p:clrMap bg1="lt1" tx1="dk1" bg2="lt2" tx2="dk2" accent1="accent1" accent2="accent2" accent3="accent3" accent4="accent4" accent5="accent5" accent6="accent6" hlink="hlink" folHlink="folHlink"/>
  <p:sldLayoutIdLst>
    <p:sldLayoutId id="2147483840" r:id="rId1"/>
    <p:sldLayoutId id="2147483853" r:id="rId2"/>
    <p:sldLayoutId id="2147483857" r:id="rId3"/>
    <p:sldLayoutId id="2147483855" r:id="rId4"/>
    <p:sldLayoutId id="2147483858" r:id="rId5"/>
    <p:sldLayoutId id="2147483854" r:id="rId6"/>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13" userDrawn="1">
          <p15:clr>
            <a:srgbClr val="F26B43"/>
          </p15:clr>
        </p15:guide>
        <p15:guide id="2" pos="5647" userDrawn="1">
          <p15:clr>
            <a:srgbClr val="F26B43"/>
          </p15:clr>
        </p15:guide>
        <p15:guide id="3" orient="horz" pos="100" userDrawn="1">
          <p15:clr>
            <a:srgbClr val="F26B43"/>
          </p15:clr>
        </p15:guide>
        <p15:guide id="4" orient="horz" pos="3140" userDrawn="1">
          <p15:clr>
            <a:srgbClr val="F26B43"/>
          </p15:clr>
        </p15:guide>
        <p15:guide id="5" pos="5284" userDrawn="1">
          <p15:clr>
            <a:srgbClr val="F26B43"/>
          </p15:clr>
        </p15:guide>
        <p15:guide id="6" orient="horz" pos="441" userDrawn="1">
          <p15:clr>
            <a:srgbClr val="F26B43"/>
          </p15:clr>
        </p15:guide>
        <p15:guide id="7" orient="horz" pos="2799" userDrawn="1">
          <p15:clr>
            <a:srgbClr val="F26B43"/>
          </p15:clr>
        </p15:guide>
        <p15:guide id="8" pos="272"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1987075"/>
      </p:ext>
    </p:extLst>
  </p:cSld>
  <p:clrMap bg1="lt1" tx1="dk1" bg2="lt2" tx2="dk2" accent1="accent1" accent2="accent2" accent3="accent3" accent4="accent4" accent5="accent5" accent6="accent6" hlink="hlink" folHlink="folHlink"/>
  <p:sldLayoutIdLst>
    <p:sldLayoutId id="2147483837" r:id="rId1"/>
    <p:sldLayoutId id="2147483836" r:id="rId2"/>
    <p:sldLayoutId id="2147483834" r:id="rId3"/>
    <p:sldLayoutId id="2147483835" r:id="rId4"/>
    <p:sldLayoutId id="2147483860" r:id="rId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0" userDrawn="1">
          <p15:clr>
            <a:srgbClr val="F26B43"/>
          </p15:clr>
        </p15:guide>
        <p15:guide id="2" pos="113" userDrawn="1">
          <p15:clr>
            <a:srgbClr val="F26B43"/>
          </p15:clr>
        </p15:guide>
        <p15:guide id="3" orient="horz" pos="3140" userDrawn="1">
          <p15:clr>
            <a:srgbClr val="F26B43"/>
          </p15:clr>
        </p15:guide>
        <p15:guide id="4" pos="564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7.xml"/><Relationship Id="rId1" Type="http://schemas.openxmlformats.org/officeDocument/2006/relationships/slideLayout" Target="../slideLayouts/slideLayout9.xml"/><Relationship Id="rId5"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9.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svg"/><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5.svg"/><Relationship Id="rId2" Type="http://schemas.openxmlformats.org/officeDocument/2006/relationships/notesSlide" Target="../notesSlides/notesSlide11.xml"/><Relationship Id="rId1" Type="http://schemas.openxmlformats.org/officeDocument/2006/relationships/slideLayout" Target="../slideLayouts/slideLayout10.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6.png"/><Relationship Id="rId7" Type="http://schemas.openxmlformats.org/officeDocument/2006/relationships/image" Target="../media/image30.svg"/><Relationship Id="rId2" Type="http://schemas.openxmlformats.org/officeDocument/2006/relationships/notesSlide" Target="../notesSlides/notesSlide12.xml"/><Relationship Id="rId1" Type="http://schemas.openxmlformats.org/officeDocument/2006/relationships/slideLayout" Target="../slideLayouts/slideLayout10.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40.png"/><Relationship Id="rId7" Type="http://schemas.openxmlformats.org/officeDocument/2006/relationships/image" Target="../media/image30.svg"/><Relationship Id="rId2" Type="http://schemas.openxmlformats.org/officeDocument/2006/relationships/notesSlide" Target="../notesSlides/notesSlide13.xml"/><Relationship Id="rId1" Type="http://schemas.openxmlformats.org/officeDocument/2006/relationships/slideLayout" Target="../slideLayouts/slideLayout10.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44.png"/><Relationship Id="rId7" Type="http://schemas.openxmlformats.org/officeDocument/2006/relationships/image" Target="../media/image30.svg"/><Relationship Id="rId2" Type="http://schemas.openxmlformats.org/officeDocument/2006/relationships/notesSlide" Target="../notesSlides/notesSlide14.xml"/><Relationship Id="rId1" Type="http://schemas.openxmlformats.org/officeDocument/2006/relationships/slideLayout" Target="../slideLayouts/slideLayout10.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notesSlide" Target="../notesSlides/notesSlide15.xml"/><Relationship Id="rId1" Type="http://schemas.openxmlformats.org/officeDocument/2006/relationships/slideLayout" Target="../slideLayouts/slideLayout10.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4.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53.png"/><Relationship Id="rId7" Type="http://schemas.openxmlformats.org/officeDocument/2006/relationships/image" Target="../media/image57.png"/><Relationship Id="rId2" Type="http://schemas.openxmlformats.org/officeDocument/2006/relationships/notesSlide" Target="../notesSlides/notesSlide16.xml"/><Relationship Id="rId1" Type="http://schemas.openxmlformats.org/officeDocument/2006/relationships/slideLayout" Target="../slideLayouts/slideLayout10.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 Id="rId9" Type="http://schemas.openxmlformats.org/officeDocument/2006/relationships/image" Target="../media/image30.svg"/></Relationships>
</file>

<file path=ppt/slides/_rels/slide25.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35.svg"/><Relationship Id="rId2" Type="http://schemas.openxmlformats.org/officeDocument/2006/relationships/notesSlide" Target="../notesSlides/notesSlide17.xml"/><Relationship Id="rId1" Type="http://schemas.openxmlformats.org/officeDocument/2006/relationships/slideLayout" Target="../slideLayouts/slideLayout10.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1.xml"/><Relationship Id="rId1" Type="http://schemas.openxmlformats.org/officeDocument/2006/relationships/slideLayout" Target="../slideLayouts/slideLayout10.xml"/><Relationship Id="rId4" Type="http://schemas.openxmlformats.org/officeDocument/2006/relationships/image" Target="../media/image64.png"/></Relationships>
</file>

<file path=ppt/slides/_rels/slide3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4.xml"/><Relationship Id="rId1" Type="http://schemas.openxmlformats.org/officeDocument/2006/relationships/slideLayout" Target="../slideLayouts/slideLayout10.xml"/><Relationship Id="rId5" Type="http://schemas.openxmlformats.org/officeDocument/2006/relationships/image" Target="../media/image69.png"/><Relationship Id="rId4" Type="http://schemas.openxmlformats.org/officeDocument/2006/relationships/image" Target="../media/image68.png"/></Relationships>
</file>

<file path=ppt/slides/_rels/slide3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5.xml"/><Relationship Id="rId1" Type="http://schemas.openxmlformats.org/officeDocument/2006/relationships/slideLayout" Target="../slideLayouts/slideLayout10.xml"/><Relationship Id="rId4" Type="http://schemas.openxmlformats.org/officeDocument/2006/relationships/image" Target="../media/image71.png"/></Relationships>
</file>

<file path=ppt/slides/_rels/slide34.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26.xml"/><Relationship Id="rId1" Type="http://schemas.openxmlformats.org/officeDocument/2006/relationships/slideLayout" Target="../slideLayouts/slideLayout10.xml"/><Relationship Id="rId4" Type="http://schemas.openxmlformats.org/officeDocument/2006/relationships/image" Target="../media/image73.png"/></Relationships>
</file>

<file path=ppt/slides/_rels/slide3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7.xml"/><Relationship Id="rId1" Type="http://schemas.openxmlformats.org/officeDocument/2006/relationships/slideLayout" Target="../slideLayouts/slideLayout10.xml"/><Relationship Id="rId5" Type="http://schemas.openxmlformats.org/officeDocument/2006/relationships/image" Target="../media/image76.png"/><Relationship Id="rId4" Type="http://schemas.openxmlformats.org/officeDocument/2006/relationships/image" Target="../media/image75.png"/></Relationships>
</file>

<file path=ppt/slides/_rels/slide3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8.xml"/><Relationship Id="rId1" Type="http://schemas.openxmlformats.org/officeDocument/2006/relationships/slideLayout" Target="../slideLayouts/slideLayout10.xml"/><Relationship Id="rId5" Type="http://schemas.openxmlformats.org/officeDocument/2006/relationships/image" Target="../media/image77.png"/><Relationship Id="rId4" Type="http://schemas.openxmlformats.org/officeDocument/2006/relationships/image" Target="../media/image75.png"/></Relationships>
</file>

<file path=ppt/slides/_rels/slide37.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9.xml"/><Relationship Id="rId1" Type="http://schemas.openxmlformats.org/officeDocument/2006/relationships/slideLayout" Target="../slideLayouts/slideLayout10.xml"/><Relationship Id="rId5" Type="http://schemas.openxmlformats.org/officeDocument/2006/relationships/image" Target="../media/image78.png"/><Relationship Id="rId4" Type="http://schemas.openxmlformats.org/officeDocument/2006/relationships/image" Target="../media/image75.png"/></Relationships>
</file>

<file path=ppt/slides/_rels/slide3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0.xml"/><Relationship Id="rId1" Type="http://schemas.openxmlformats.org/officeDocument/2006/relationships/slideLayout" Target="../slideLayouts/slideLayout10.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80.png"/></Relationships>
</file>

<file path=ppt/slides/_rels/slide39.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31.xml"/><Relationship Id="rId1" Type="http://schemas.openxmlformats.org/officeDocument/2006/relationships/slideLayout" Target="../slideLayouts/slideLayout10.xml"/><Relationship Id="rId5" Type="http://schemas.openxmlformats.org/officeDocument/2006/relationships/image" Target="../media/image84.png"/><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32.xml"/><Relationship Id="rId1" Type="http://schemas.openxmlformats.org/officeDocument/2006/relationships/slideLayout" Target="../slideLayouts/slideLayout10.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41.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33.xml"/><Relationship Id="rId1" Type="http://schemas.openxmlformats.org/officeDocument/2006/relationships/slideLayout" Target="../slideLayouts/slideLayout10.xml"/><Relationship Id="rId5" Type="http://schemas.openxmlformats.org/officeDocument/2006/relationships/image" Target="../media/image89.png"/><Relationship Id="rId4" Type="http://schemas.openxmlformats.org/officeDocument/2006/relationships/image" Target="../media/image88.png"/></Relationships>
</file>

<file path=ppt/slides/_rels/slide42.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34.xml"/><Relationship Id="rId1" Type="http://schemas.openxmlformats.org/officeDocument/2006/relationships/slideLayout" Target="../slideLayouts/slideLayout10.xml"/><Relationship Id="rId5" Type="http://schemas.openxmlformats.org/officeDocument/2006/relationships/image" Target="../media/image91.png"/><Relationship Id="rId4" Type="http://schemas.openxmlformats.org/officeDocument/2006/relationships/image" Target="../media/image90.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6.xml"/><Relationship Id="rId1" Type="http://schemas.openxmlformats.org/officeDocument/2006/relationships/slideLayout" Target="../slideLayouts/slideLayout10.xml"/><Relationship Id="rId4" Type="http://schemas.openxmlformats.org/officeDocument/2006/relationships/image" Target="../media/image93.png"/></Relationships>
</file>

<file path=ppt/slides/_rels/slide45.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8.xml"/><Relationship Id="rId1" Type="http://schemas.openxmlformats.org/officeDocument/2006/relationships/slideLayout" Target="../slideLayouts/slideLayout10.xml"/><Relationship Id="rId5" Type="http://schemas.openxmlformats.org/officeDocument/2006/relationships/image" Target="../media/image96.png"/><Relationship Id="rId4" Type="http://schemas.openxmlformats.org/officeDocument/2006/relationships/image" Target="../media/image68.png"/></Relationships>
</file>

<file path=ppt/slides/_rels/slide4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39.xml"/><Relationship Id="rId1" Type="http://schemas.openxmlformats.org/officeDocument/2006/relationships/slideLayout" Target="../slideLayouts/slideLayout10.xml"/><Relationship Id="rId5" Type="http://schemas.openxmlformats.org/officeDocument/2006/relationships/image" Target="../media/image98.png"/><Relationship Id="rId4" Type="http://schemas.openxmlformats.org/officeDocument/2006/relationships/image" Target="../media/image75.png"/></Relationships>
</file>

<file path=ppt/slides/_rels/slide4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40.xml"/><Relationship Id="rId1" Type="http://schemas.openxmlformats.org/officeDocument/2006/relationships/slideLayout" Target="../slideLayouts/slideLayout10.xml"/><Relationship Id="rId5" Type="http://schemas.openxmlformats.org/officeDocument/2006/relationships/image" Target="../media/image99.png"/><Relationship Id="rId4" Type="http://schemas.openxmlformats.org/officeDocument/2006/relationships/image" Target="../media/image75.png"/></Relationships>
</file>

<file path=ppt/slides/_rels/slide4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41.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43.xml"/><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44.xml"/><Relationship Id="rId1" Type="http://schemas.openxmlformats.org/officeDocument/2006/relationships/slideLayout" Target="../slideLayouts/slideLayout10.xml"/><Relationship Id="rId4" Type="http://schemas.openxmlformats.org/officeDocument/2006/relationships/image" Target="../media/image103.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5.xml"/><Relationship Id="rId1" Type="http://schemas.openxmlformats.org/officeDocument/2006/relationships/slideLayout" Target="../slideLayouts/slideLayout10.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104.png"/></Relationships>
</file>

<file path=ppt/slides/_rels/slide5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6.xml"/><Relationship Id="rId1" Type="http://schemas.openxmlformats.org/officeDocument/2006/relationships/slideLayout" Target="../slideLayouts/slideLayout10.xml"/><Relationship Id="rId6" Type="http://schemas.openxmlformats.org/officeDocument/2006/relationships/image" Target="../media/image108.png"/><Relationship Id="rId5" Type="http://schemas.openxmlformats.org/officeDocument/2006/relationships/image" Target="../media/image107.png"/><Relationship Id="rId4" Type="http://schemas.openxmlformats.org/officeDocument/2006/relationships/image" Target="../media/image104.png"/></Relationships>
</file>

<file path=ppt/slides/_rels/slide5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7.xml"/><Relationship Id="rId1" Type="http://schemas.openxmlformats.org/officeDocument/2006/relationships/slideLayout" Target="../slideLayouts/slideLayout10.xml"/><Relationship Id="rId5" Type="http://schemas.openxmlformats.org/officeDocument/2006/relationships/image" Target="../media/image110.png"/><Relationship Id="rId4" Type="http://schemas.openxmlformats.org/officeDocument/2006/relationships/image" Target="../media/image109.png"/></Relationships>
</file>

<file path=ppt/slides/_rels/slide56.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48.xml"/><Relationship Id="rId1" Type="http://schemas.openxmlformats.org/officeDocument/2006/relationships/slideLayout" Target="../slideLayouts/slideLayout10.xml"/><Relationship Id="rId5" Type="http://schemas.openxmlformats.org/officeDocument/2006/relationships/image" Target="../media/image112.png"/><Relationship Id="rId4" Type="http://schemas.openxmlformats.org/officeDocument/2006/relationships/image" Target="../media/image111.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0.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9.xml"/></Relationships>
</file>

<file path=ppt/slides/_rels/slide61.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52.xml"/><Relationship Id="rId1" Type="http://schemas.openxmlformats.org/officeDocument/2006/relationships/slideLayout" Target="../slideLayouts/slideLayout10.xml"/><Relationship Id="rId4" Type="http://schemas.openxmlformats.org/officeDocument/2006/relationships/image" Target="../media/image114.png"/></Relationships>
</file>

<file path=ppt/slides/_rels/slide62.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53.xml"/><Relationship Id="rId1" Type="http://schemas.openxmlformats.org/officeDocument/2006/relationships/slideLayout" Target="../slideLayouts/slideLayout10.xml"/><Relationship Id="rId4" Type="http://schemas.openxmlformats.org/officeDocument/2006/relationships/image" Target="../media/image116.png"/></Relationships>
</file>

<file path=ppt/slides/_rels/slide63.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54.xml"/><Relationship Id="rId1" Type="http://schemas.openxmlformats.org/officeDocument/2006/relationships/slideLayout" Target="../slideLayouts/slideLayout10.xml"/><Relationship Id="rId4" Type="http://schemas.openxmlformats.org/officeDocument/2006/relationships/image" Target="../media/image1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B6901837-C778-59FF-37C1-D287FFD03196}"/>
              </a:ext>
            </a:extLst>
          </p:cNvPr>
          <p:cNvSpPr>
            <a:spLocks noGrp="1"/>
          </p:cNvSpPr>
          <p:nvPr>
            <p:ph type="body" sz="quarter" idx="12"/>
          </p:nvPr>
        </p:nvSpPr>
        <p:spPr/>
        <p:txBody>
          <a:bodyPr/>
          <a:lstStyle/>
          <a:p>
            <a:r>
              <a:rPr lang="es-ES" dirty="0"/>
              <a:t>18/06/2026</a:t>
            </a:r>
          </a:p>
        </p:txBody>
      </p:sp>
      <p:sp>
        <p:nvSpPr>
          <p:cNvPr id="3" name="Marcador de texto 2">
            <a:extLst>
              <a:ext uri="{FF2B5EF4-FFF2-40B4-BE49-F238E27FC236}">
                <a16:creationId xmlns:a16="http://schemas.microsoft.com/office/drawing/2014/main" id="{52F5840D-8998-0618-A9DD-44E1B216BE2F}"/>
              </a:ext>
            </a:extLst>
          </p:cNvPr>
          <p:cNvSpPr>
            <a:spLocks noGrp="1"/>
          </p:cNvSpPr>
          <p:nvPr>
            <p:ph type="body" sz="quarter" idx="19"/>
          </p:nvPr>
        </p:nvSpPr>
        <p:spPr>
          <a:xfrm>
            <a:off x="641813" y="1043241"/>
            <a:ext cx="3738086" cy="2305174"/>
          </a:xfrm>
        </p:spPr>
        <p:txBody>
          <a:bodyPr/>
          <a:lstStyle/>
          <a:p>
            <a:r>
              <a:rPr lang="es-ES" b="1" dirty="0">
                <a:solidFill>
                  <a:schemeClr val="accent1">
                    <a:lumMod val="75000"/>
                  </a:schemeClr>
                </a:solidFill>
              </a:rPr>
              <a:t>PyPSA. </a:t>
            </a:r>
            <a:r>
              <a:rPr lang="es-ES" dirty="0">
                <a:solidFill>
                  <a:schemeClr val="accent1">
                    <a:lumMod val="75000"/>
                  </a:schemeClr>
                </a:solidFill>
              </a:rPr>
              <a:t>Modelo de Redes e Infraestructura Energética Europea</a:t>
            </a:r>
          </a:p>
        </p:txBody>
      </p:sp>
    </p:spTree>
    <p:extLst>
      <p:ext uri="{BB962C8B-B14F-4D97-AF65-F5344CB8AC3E}">
        <p14:creationId xmlns:p14="http://schemas.microsoft.com/office/powerpoint/2010/main" val="4267067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C1D1E27E-95D0-95BE-2FCE-4E647BDCC272}"/>
              </a:ext>
            </a:extLst>
          </p:cNvPr>
          <p:cNvSpPr>
            <a:spLocks noGrp="1"/>
          </p:cNvSpPr>
          <p:nvPr>
            <p:ph type="sldNum" sz="quarter" idx="4"/>
          </p:nvPr>
        </p:nvSpPr>
        <p:spPr/>
        <p:txBody>
          <a:bodyPr/>
          <a:lstStyle/>
          <a:p>
            <a:fld id="{BC84A7B8-DCD1-44CA-A629-967FC9CECB50}" type="slidenum">
              <a:rPr lang="es-ES_tradnl" smtClean="0"/>
              <a:pPr/>
              <a:t>2</a:t>
            </a:fld>
            <a:endParaRPr lang="es-ES_tradnl"/>
          </a:p>
        </p:txBody>
      </p:sp>
      <p:sp>
        <p:nvSpPr>
          <p:cNvPr id="3" name="Título 2">
            <a:extLst>
              <a:ext uri="{FF2B5EF4-FFF2-40B4-BE49-F238E27FC236}">
                <a16:creationId xmlns:a16="http://schemas.microsoft.com/office/drawing/2014/main" id="{6CBBF093-E173-A161-45EE-78690B9E5337}"/>
              </a:ext>
            </a:extLst>
          </p:cNvPr>
          <p:cNvSpPr>
            <a:spLocks noGrp="1"/>
          </p:cNvSpPr>
          <p:nvPr>
            <p:ph type="title"/>
          </p:nvPr>
        </p:nvSpPr>
        <p:spPr/>
        <p:txBody>
          <a:bodyPr/>
          <a:lstStyle/>
          <a:p>
            <a:r>
              <a:rPr lang="es-ES" dirty="0"/>
              <a:t>Índice</a:t>
            </a:r>
          </a:p>
        </p:txBody>
      </p:sp>
      <p:sp>
        <p:nvSpPr>
          <p:cNvPr id="5" name="Marcador de texto 4">
            <a:extLst>
              <a:ext uri="{FF2B5EF4-FFF2-40B4-BE49-F238E27FC236}">
                <a16:creationId xmlns:a16="http://schemas.microsoft.com/office/drawing/2014/main" id="{01DF9168-9F9B-16AE-0064-1DF6392AB198}"/>
              </a:ext>
            </a:extLst>
          </p:cNvPr>
          <p:cNvSpPr txBox="1">
            <a:spLocks/>
          </p:cNvSpPr>
          <p:nvPr/>
        </p:nvSpPr>
        <p:spPr>
          <a:xfrm>
            <a:off x="426380" y="2958737"/>
            <a:ext cx="7966800" cy="1534886"/>
          </a:xfrm>
          <a:prstGeom prst="rect">
            <a:avLst/>
          </a:prstGeom>
          <a:solidFill>
            <a:schemeClr val="bg1"/>
          </a:solidFill>
        </p:spPr>
        <p:txBody>
          <a:bodyPr lIns="360000" tIns="360000" rIns="360000" bIns="360000" numCol="2" anchor="ctr" anchorCtr="0"/>
          <a:lstStyle>
            <a:lvl1pPr marL="0" marR="0" indent="0" algn="l" defTabSz="914400" rtl="0" eaLnBrk="1" fontAlgn="auto" latinLnBrk="0" hangingPunct="1">
              <a:lnSpc>
                <a:spcPct val="150000"/>
              </a:lnSpc>
              <a:spcBef>
                <a:spcPct val="20000"/>
              </a:spcBef>
              <a:spcAft>
                <a:spcPts val="0"/>
              </a:spcAft>
              <a:buClrTx/>
              <a:buSzTx/>
              <a:buFont typeface="+mj-lt"/>
              <a:buNone/>
              <a:tabLst/>
              <a:defRPr sz="1400" b="0" kern="1200" baseline="0">
                <a:solidFill>
                  <a:schemeClr val="accent3"/>
                </a:solidFill>
                <a:latin typeface="+mn-lt"/>
                <a:ea typeface="+mn-ea"/>
                <a:cs typeface="+mn-cs"/>
              </a:defRPr>
            </a:lvl1pPr>
            <a:lvl2pPr marL="457200" indent="0" algn="l" defTabSz="914400" rtl="0" eaLnBrk="1" latinLnBrk="0" hangingPunct="1">
              <a:spcBef>
                <a:spcPct val="20000"/>
              </a:spcBef>
              <a:buClr>
                <a:schemeClr val="accent1"/>
              </a:buClr>
              <a:buFont typeface="Arial" panose="020B0604020202020204" pitchFamily="34" charset="0"/>
              <a:buNone/>
              <a:defRPr sz="1400" kern="1200" baseline="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28600" indent="-228600">
              <a:buFont typeface="+mj-lt"/>
              <a:buAutoNum type="arabicPeriod"/>
            </a:pPr>
            <a:r>
              <a:rPr lang="es-ES" sz="1300" dirty="0"/>
              <a:t>Introducción</a:t>
            </a:r>
          </a:p>
          <a:p>
            <a:pPr marL="228600" indent="-228600">
              <a:buFont typeface="+mj-lt"/>
              <a:buAutoNum type="arabicPeriod"/>
            </a:pPr>
            <a:r>
              <a:rPr lang="es-ES" sz="1300" dirty="0"/>
              <a:t>Estructura de la Red</a:t>
            </a:r>
          </a:p>
          <a:p>
            <a:pPr marL="228600" indent="-228600">
              <a:buFont typeface="+mj-lt"/>
              <a:buAutoNum type="arabicPeriod"/>
            </a:pPr>
            <a:r>
              <a:rPr lang="es-ES" sz="1300" dirty="0"/>
              <a:t>Modelo de BenchMarking</a:t>
            </a:r>
          </a:p>
          <a:p>
            <a:pPr marL="228600" indent="-228600">
              <a:buFont typeface="+mj-lt"/>
              <a:buAutoNum type="arabicPeriod"/>
            </a:pPr>
            <a:r>
              <a:rPr lang="es-ES" sz="1300" dirty="0"/>
              <a:t>Modelo de Dispatching: Sensibilidades</a:t>
            </a:r>
          </a:p>
          <a:p>
            <a:pPr marL="228600" indent="-228600">
              <a:buFont typeface="+mj-lt"/>
              <a:buAutoNum type="arabicPeriod"/>
            </a:pPr>
            <a:r>
              <a:rPr lang="es-ES_tradnl" sz="1300" dirty="0"/>
              <a:t>Próximos Pasos</a:t>
            </a:r>
          </a:p>
        </p:txBody>
      </p:sp>
    </p:spTree>
    <p:extLst>
      <p:ext uri="{BB962C8B-B14F-4D97-AF65-F5344CB8AC3E}">
        <p14:creationId xmlns:p14="http://schemas.microsoft.com/office/powerpoint/2010/main" val="28043195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B01BA-A723-4899-10D4-4B0A03E0CB02}"/>
            </a:ext>
          </a:extLst>
        </p:cNvPr>
        <p:cNvGrpSpPr/>
        <p:nvPr/>
      </p:nvGrpSpPr>
      <p:grpSpPr>
        <a:xfrm>
          <a:off x="0" y="0"/>
          <a:ext cx="0" cy="0"/>
          <a:chOff x="0" y="0"/>
          <a:chExt cx="0" cy="0"/>
        </a:xfrm>
      </p:grpSpPr>
      <p:sp>
        <p:nvSpPr>
          <p:cNvPr id="4" name="Marcador de texto 3">
            <a:extLst>
              <a:ext uri="{FF2B5EF4-FFF2-40B4-BE49-F238E27FC236}">
                <a16:creationId xmlns:a16="http://schemas.microsoft.com/office/drawing/2014/main" id="{231761BD-8F13-5710-A541-6797D8BF7D64}"/>
              </a:ext>
            </a:extLst>
          </p:cNvPr>
          <p:cNvSpPr>
            <a:spLocks noGrp="1"/>
          </p:cNvSpPr>
          <p:nvPr>
            <p:ph type="body" sz="quarter" idx="19"/>
          </p:nvPr>
        </p:nvSpPr>
        <p:spPr>
          <a:xfrm>
            <a:off x="3520428" y="2238325"/>
            <a:ext cx="2103143" cy="333425"/>
          </a:xfrm>
        </p:spPr>
        <p:txBody>
          <a:bodyPr/>
          <a:lstStyle/>
          <a:p>
            <a:pPr algn="just">
              <a:spcBef>
                <a:spcPct val="20000"/>
              </a:spcBef>
            </a:pPr>
            <a:r>
              <a:rPr lang="es-ES" sz="2200" b="1" dirty="0">
                <a:solidFill>
                  <a:srgbClr val="5CBDCA"/>
                </a:solidFill>
                <a:latin typeface="+mn-lt"/>
                <a:ea typeface="+mn-ea"/>
              </a:rPr>
              <a:t>Introducción</a:t>
            </a:r>
          </a:p>
        </p:txBody>
      </p:sp>
    </p:spTree>
    <p:extLst>
      <p:ext uri="{BB962C8B-B14F-4D97-AF65-F5344CB8AC3E}">
        <p14:creationId xmlns:p14="http://schemas.microsoft.com/office/powerpoint/2010/main" val="2848616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1D79B4-F548-C42C-C98E-34DB236ECAB9}"/>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2CB22C4B-E2AF-BE57-2CE1-C4CF5A6EF136}"/>
              </a:ext>
            </a:extLst>
          </p:cNvPr>
          <p:cNvSpPr txBox="1"/>
          <p:nvPr/>
        </p:nvSpPr>
        <p:spPr>
          <a:xfrm>
            <a:off x="350180" y="470370"/>
            <a:ext cx="7873069" cy="3585597"/>
          </a:xfrm>
          <a:prstGeom prst="rect">
            <a:avLst/>
          </a:prstGeom>
          <a:noFill/>
        </p:spPr>
        <p:txBody>
          <a:bodyPr wrap="square">
            <a:spAutoFit/>
          </a:bodyPr>
          <a:lstStyle/>
          <a:p>
            <a:r>
              <a:rPr lang="es-ES" sz="1000" b="1" dirty="0">
                <a:solidFill>
                  <a:srgbClr val="5CBDCA"/>
                </a:solidFill>
              </a:rPr>
              <a:t>Repaso de Conceptos:</a:t>
            </a:r>
          </a:p>
          <a:p>
            <a:endParaRPr lang="es-ES" sz="1000" b="1" dirty="0">
              <a:solidFill>
                <a:srgbClr val="5CBDCA"/>
              </a:solidFill>
            </a:endParaRPr>
          </a:p>
          <a:p>
            <a:pPr marL="171450" indent="-171450" algn="just" defTabSz="914400">
              <a:lnSpc>
                <a:spcPct val="150000"/>
              </a:lnSpc>
              <a:spcBef>
                <a:spcPct val="20000"/>
              </a:spcBef>
              <a:buFont typeface="Arial" panose="020B0604020202020204" pitchFamily="34" charset="0"/>
              <a:buChar char="•"/>
            </a:pPr>
            <a:r>
              <a:rPr lang="es-ES" sz="1000" b="1" dirty="0">
                <a:solidFill>
                  <a:schemeClr val="accent3"/>
                </a:solidFill>
              </a:rPr>
              <a:t>PyPSA (Python for Power System Analysis): </a:t>
            </a:r>
            <a:r>
              <a:rPr lang="es-ES" sz="1000" dirty="0">
                <a:solidFill>
                  <a:schemeClr val="accent3"/>
                </a:solidFill>
              </a:rPr>
              <a:t>Aplicación para la creación del modelo. Contamos con un Excel para el input de los datos, los cuales obtenemos principalmente del PEMMB, y de los resultados del TYNDP 2026 (2040 - Scenario WS071).</a:t>
            </a:r>
          </a:p>
          <a:p>
            <a:pPr marL="171450" indent="-171450" algn="just" defTabSz="914400">
              <a:lnSpc>
                <a:spcPct val="150000"/>
              </a:lnSpc>
              <a:spcBef>
                <a:spcPct val="20000"/>
              </a:spcBef>
              <a:buFont typeface="Arial" panose="020B0604020202020204" pitchFamily="34" charset="0"/>
              <a:buChar char="•"/>
            </a:pPr>
            <a:r>
              <a:rPr lang="es-ES" sz="1000" b="1" dirty="0">
                <a:solidFill>
                  <a:schemeClr val="accent3"/>
                </a:solidFill>
              </a:rPr>
              <a:t>Periodo de Estudio: </a:t>
            </a:r>
            <a:r>
              <a:rPr lang="es-ES" sz="1000" dirty="0">
                <a:solidFill>
                  <a:schemeClr val="accent3"/>
                </a:solidFill>
              </a:rPr>
              <a:t>una semana – 168 horas ( del 1 al 8 de enero de 2040 ).</a:t>
            </a:r>
          </a:p>
          <a:p>
            <a:pPr marL="171450" indent="-171450" algn="just" defTabSz="914400">
              <a:lnSpc>
                <a:spcPct val="150000"/>
              </a:lnSpc>
              <a:spcBef>
                <a:spcPct val="20000"/>
              </a:spcBef>
              <a:buFont typeface="Arial" panose="020B0604020202020204" pitchFamily="34" charset="0"/>
              <a:buChar char="•"/>
            </a:pPr>
            <a:r>
              <a:rPr lang="es-ES" sz="1000" b="1" dirty="0">
                <a:solidFill>
                  <a:schemeClr val="accent3"/>
                </a:solidFill>
              </a:rPr>
              <a:t>Modelo de Dispatching:</a:t>
            </a:r>
            <a:r>
              <a:rPr lang="es-ES" sz="1000" dirty="0">
                <a:solidFill>
                  <a:schemeClr val="accent3"/>
                </a:solidFill>
              </a:rPr>
              <a:t> optimiza la operación de un sistema energético con una infraestructura ya definida.</a:t>
            </a:r>
            <a:r>
              <a:rPr lang="es-ES" sz="1000" dirty="0"/>
              <a:t> </a:t>
            </a:r>
            <a:endParaRPr lang="es-ES" sz="1000" dirty="0">
              <a:solidFill>
                <a:schemeClr val="accent3"/>
              </a:solidFill>
            </a:endParaRPr>
          </a:p>
          <a:p>
            <a:pPr marL="628650" lvl="1" indent="-171450" algn="just" defTabSz="914400">
              <a:lnSpc>
                <a:spcPct val="150000"/>
              </a:lnSpc>
              <a:spcBef>
                <a:spcPct val="20000"/>
              </a:spcBef>
              <a:buFont typeface="Wingdings" panose="05000000000000000000" pitchFamily="2" charset="2"/>
              <a:buChar char="Ø"/>
            </a:pPr>
            <a:r>
              <a:rPr lang="es-ES" sz="1000" dirty="0">
                <a:solidFill>
                  <a:schemeClr val="accent3"/>
                </a:solidFill>
              </a:rPr>
              <a:t>Modelo de BenchMarking: comparación de dos modelos (referencia vs piloto).</a:t>
            </a:r>
          </a:p>
          <a:p>
            <a:pPr marL="171450" indent="-171450" algn="just" defTabSz="914400">
              <a:lnSpc>
                <a:spcPct val="150000"/>
              </a:lnSpc>
              <a:spcBef>
                <a:spcPct val="20000"/>
              </a:spcBef>
              <a:buFont typeface="Arial" panose="020B0604020202020204" pitchFamily="34" charset="0"/>
              <a:buChar char="•"/>
            </a:pPr>
            <a:r>
              <a:rPr lang="es-ES" sz="1000" b="1" dirty="0">
                <a:solidFill>
                  <a:schemeClr val="accent3"/>
                </a:solidFill>
              </a:rPr>
              <a:t>Modelo de Inversión:</a:t>
            </a:r>
            <a:r>
              <a:rPr lang="es-ES" sz="1000" dirty="0">
                <a:solidFill>
                  <a:schemeClr val="accent3"/>
                </a:solidFill>
              </a:rPr>
              <a:t>  optimiza tanto la operación como la ampliación futura del sistema energético.</a:t>
            </a:r>
          </a:p>
          <a:p>
            <a:pPr marL="171450" indent="-171450" algn="just" defTabSz="914400">
              <a:lnSpc>
                <a:spcPct val="150000"/>
              </a:lnSpc>
              <a:spcBef>
                <a:spcPct val="20000"/>
              </a:spcBef>
              <a:buFont typeface="Arial" panose="020B0604020202020204" pitchFamily="34" charset="0"/>
              <a:buChar char="•"/>
            </a:pPr>
            <a:r>
              <a:rPr lang="es-ES" sz="1000" b="1" dirty="0">
                <a:solidFill>
                  <a:schemeClr val="accent3"/>
                </a:solidFill>
              </a:rPr>
              <a:t>Sensibilidades:</a:t>
            </a:r>
            <a:r>
              <a:rPr lang="es-ES" sz="1000" dirty="0">
                <a:solidFill>
                  <a:schemeClr val="accent3"/>
                </a:solidFill>
              </a:rPr>
              <a:t> son modificaciones del modelo base con el fin de comparar resultados.</a:t>
            </a:r>
          </a:p>
          <a:p>
            <a:pPr marL="171450" indent="-171450" algn="just" defTabSz="914400">
              <a:lnSpc>
                <a:spcPct val="150000"/>
              </a:lnSpc>
              <a:spcBef>
                <a:spcPct val="20000"/>
              </a:spcBef>
              <a:buFont typeface="Arial" panose="020B0604020202020204" pitchFamily="34" charset="0"/>
              <a:buChar char="•"/>
            </a:pPr>
            <a:endParaRPr lang="es-ES" sz="1000" dirty="0">
              <a:solidFill>
                <a:schemeClr val="accent3"/>
              </a:solidFill>
            </a:endParaRPr>
          </a:p>
          <a:p>
            <a:pPr algn="just" defTabSz="914400">
              <a:lnSpc>
                <a:spcPct val="150000"/>
              </a:lnSpc>
              <a:spcBef>
                <a:spcPct val="20000"/>
              </a:spcBef>
            </a:pPr>
            <a:endParaRPr lang="es-ES" sz="1000" dirty="0">
              <a:solidFill>
                <a:schemeClr val="accent3"/>
              </a:solidFill>
            </a:endParaRPr>
          </a:p>
          <a:p>
            <a:pPr marL="171450" indent="-171450" algn="just" defTabSz="914400">
              <a:lnSpc>
                <a:spcPct val="150000"/>
              </a:lnSpc>
              <a:spcBef>
                <a:spcPct val="20000"/>
              </a:spcBef>
              <a:buFont typeface="Arial" panose="020B0604020202020204" pitchFamily="34" charset="0"/>
              <a:buChar char="•"/>
            </a:pPr>
            <a:endParaRPr lang="es-ES" sz="1000" dirty="0">
              <a:solidFill>
                <a:schemeClr val="accent3"/>
              </a:solidFill>
            </a:endParaRPr>
          </a:p>
          <a:p>
            <a:pPr marL="171450" indent="-171450" algn="just" defTabSz="914400">
              <a:spcBef>
                <a:spcPct val="20000"/>
              </a:spcBef>
              <a:buFont typeface="Arial" panose="020B0604020202020204" pitchFamily="34" charset="0"/>
              <a:buChar char="•"/>
            </a:pPr>
            <a:endParaRPr lang="es-ES" sz="1000" dirty="0">
              <a:solidFill>
                <a:schemeClr val="accent3"/>
              </a:solidFill>
            </a:endParaRPr>
          </a:p>
          <a:p>
            <a:pPr marL="171450" indent="-171450" algn="just" defTabSz="914400">
              <a:spcBef>
                <a:spcPct val="20000"/>
              </a:spcBef>
              <a:buFont typeface="Arial" panose="020B0604020202020204" pitchFamily="34" charset="0"/>
              <a:buChar char="•"/>
            </a:pPr>
            <a:endParaRPr lang="es-ES" sz="1000" dirty="0">
              <a:solidFill>
                <a:schemeClr val="accent3"/>
              </a:solidFill>
            </a:endParaRPr>
          </a:p>
        </p:txBody>
      </p:sp>
    </p:spTree>
    <p:extLst>
      <p:ext uri="{BB962C8B-B14F-4D97-AF65-F5344CB8AC3E}">
        <p14:creationId xmlns:p14="http://schemas.microsoft.com/office/powerpoint/2010/main" val="5537539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85C95-D383-A19C-7732-0AE05AE255BE}"/>
            </a:ext>
          </a:extLst>
        </p:cNvPr>
        <p:cNvGrpSpPr/>
        <p:nvPr/>
      </p:nvGrpSpPr>
      <p:grpSpPr>
        <a:xfrm>
          <a:off x="0" y="0"/>
          <a:ext cx="0" cy="0"/>
          <a:chOff x="0" y="0"/>
          <a:chExt cx="0" cy="0"/>
        </a:xfrm>
      </p:grpSpPr>
      <p:sp>
        <p:nvSpPr>
          <p:cNvPr id="4" name="Marcador de texto 3">
            <a:extLst>
              <a:ext uri="{FF2B5EF4-FFF2-40B4-BE49-F238E27FC236}">
                <a16:creationId xmlns:a16="http://schemas.microsoft.com/office/drawing/2014/main" id="{1B2B0A2B-70E0-F404-D539-10F7F93F912A}"/>
              </a:ext>
            </a:extLst>
          </p:cNvPr>
          <p:cNvSpPr>
            <a:spLocks noGrp="1"/>
          </p:cNvSpPr>
          <p:nvPr>
            <p:ph type="body" sz="quarter" idx="19"/>
          </p:nvPr>
        </p:nvSpPr>
        <p:spPr>
          <a:xfrm>
            <a:off x="2890888" y="2238325"/>
            <a:ext cx="3362224" cy="333425"/>
          </a:xfrm>
        </p:spPr>
        <p:txBody>
          <a:bodyPr/>
          <a:lstStyle/>
          <a:p>
            <a:pPr algn="just">
              <a:spcBef>
                <a:spcPct val="20000"/>
              </a:spcBef>
            </a:pPr>
            <a:r>
              <a:rPr lang="es-ES" sz="2200" b="1" dirty="0">
                <a:solidFill>
                  <a:srgbClr val="5CBDCA"/>
                </a:solidFill>
                <a:latin typeface="+mn-lt"/>
                <a:ea typeface="+mn-ea"/>
              </a:rPr>
              <a:t>Estructura de la Red</a:t>
            </a:r>
          </a:p>
        </p:txBody>
      </p:sp>
    </p:spTree>
    <p:extLst>
      <p:ext uri="{BB962C8B-B14F-4D97-AF65-F5344CB8AC3E}">
        <p14:creationId xmlns:p14="http://schemas.microsoft.com/office/powerpoint/2010/main" val="5936986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B38D7-F8E7-36D7-EE1C-662B9C07A591}"/>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1DC3A8B5-415A-D177-59E5-5CBD515F7073}"/>
              </a:ext>
            </a:extLst>
          </p:cNvPr>
          <p:cNvSpPr txBox="1"/>
          <p:nvPr/>
        </p:nvSpPr>
        <p:spPr>
          <a:xfrm>
            <a:off x="350181" y="470370"/>
            <a:ext cx="4095210" cy="246221"/>
          </a:xfrm>
          <a:prstGeom prst="rect">
            <a:avLst/>
          </a:prstGeom>
          <a:noFill/>
        </p:spPr>
        <p:txBody>
          <a:bodyPr wrap="square">
            <a:spAutoFit/>
          </a:bodyPr>
          <a:lstStyle/>
          <a:p>
            <a:r>
              <a:rPr lang="es-ES" sz="1000" b="1" dirty="0">
                <a:solidFill>
                  <a:srgbClr val="5CBDCA"/>
                </a:solidFill>
              </a:rPr>
              <a:t>1. ¿ Qué teníamos en la última presentación ?</a:t>
            </a:r>
          </a:p>
        </p:txBody>
      </p:sp>
      <p:sp>
        <p:nvSpPr>
          <p:cNvPr id="6" name="Elipse 5">
            <a:extLst>
              <a:ext uri="{FF2B5EF4-FFF2-40B4-BE49-F238E27FC236}">
                <a16:creationId xmlns:a16="http://schemas.microsoft.com/office/drawing/2014/main" id="{B2FA02DD-E106-2CC5-38BC-2C79AAF38E25}"/>
              </a:ext>
            </a:extLst>
          </p:cNvPr>
          <p:cNvSpPr/>
          <p:nvPr/>
        </p:nvSpPr>
        <p:spPr>
          <a:xfrm>
            <a:off x="6919557" y="3441096"/>
            <a:ext cx="470263" cy="437605"/>
          </a:xfrm>
          <a:prstGeom prst="ellipse">
            <a:avLst/>
          </a:prstGeom>
          <a:solidFill>
            <a:srgbClr val="33CCCC">
              <a:alpha val="10196"/>
            </a:srgbClr>
          </a:solidFill>
          <a:ln w="9525">
            <a:solidFill>
              <a:srgbClr val="007AA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25" name="CuadroTexto 24">
            <a:extLst>
              <a:ext uri="{FF2B5EF4-FFF2-40B4-BE49-F238E27FC236}">
                <a16:creationId xmlns:a16="http://schemas.microsoft.com/office/drawing/2014/main" id="{9A5EF34B-F5AF-233B-5B9C-5E1DE448DE73}"/>
              </a:ext>
            </a:extLst>
          </p:cNvPr>
          <p:cNvSpPr txBox="1"/>
          <p:nvPr/>
        </p:nvSpPr>
        <p:spPr>
          <a:xfrm>
            <a:off x="6933815" y="3549349"/>
            <a:ext cx="470263" cy="215444"/>
          </a:xfrm>
          <a:prstGeom prst="rect">
            <a:avLst/>
          </a:prstGeom>
          <a:noFill/>
          <a:ln>
            <a:noFill/>
          </a:ln>
        </p:spPr>
        <p:txBody>
          <a:bodyPr wrap="square" rtlCol="0">
            <a:spAutoFit/>
          </a:bodyPr>
          <a:lstStyle/>
          <a:p>
            <a:r>
              <a:rPr lang="es-ES" sz="800" dirty="0"/>
              <a:t>ESh2</a:t>
            </a:r>
          </a:p>
        </p:txBody>
      </p:sp>
      <p:sp>
        <p:nvSpPr>
          <p:cNvPr id="26" name="Elipse 25">
            <a:extLst>
              <a:ext uri="{FF2B5EF4-FFF2-40B4-BE49-F238E27FC236}">
                <a16:creationId xmlns:a16="http://schemas.microsoft.com/office/drawing/2014/main" id="{90683574-AF00-D733-D997-A0E6C276CF4D}"/>
              </a:ext>
            </a:extLst>
          </p:cNvPr>
          <p:cNvSpPr/>
          <p:nvPr/>
        </p:nvSpPr>
        <p:spPr>
          <a:xfrm>
            <a:off x="5676706" y="3441096"/>
            <a:ext cx="470263" cy="437605"/>
          </a:xfrm>
          <a:prstGeom prst="ellipse">
            <a:avLst/>
          </a:prstGeom>
          <a:solidFill>
            <a:srgbClr val="33CCCC">
              <a:alpha val="10196"/>
            </a:srgbClr>
          </a:solidFill>
          <a:ln w="9525">
            <a:solidFill>
              <a:srgbClr val="007AA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27" name="CuadroTexto 26">
            <a:extLst>
              <a:ext uri="{FF2B5EF4-FFF2-40B4-BE49-F238E27FC236}">
                <a16:creationId xmlns:a16="http://schemas.microsoft.com/office/drawing/2014/main" id="{20EBFA4A-9E01-F3B6-726C-612453E63F3E}"/>
              </a:ext>
            </a:extLst>
          </p:cNvPr>
          <p:cNvSpPr txBox="1"/>
          <p:nvPr/>
        </p:nvSpPr>
        <p:spPr>
          <a:xfrm>
            <a:off x="5707182" y="3552176"/>
            <a:ext cx="470263" cy="215444"/>
          </a:xfrm>
          <a:prstGeom prst="rect">
            <a:avLst/>
          </a:prstGeom>
          <a:noFill/>
        </p:spPr>
        <p:txBody>
          <a:bodyPr wrap="square" rtlCol="0">
            <a:spAutoFit/>
          </a:bodyPr>
          <a:lstStyle>
            <a:defPPr>
              <a:defRPr lang="es-ES"/>
            </a:defPPr>
            <a:lvl1pPr>
              <a:defRPr sz="800">
                <a:solidFill>
                  <a:srgbClr val="5CBDCA"/>
                </a:solidFill>
              </a:defRPr>
            </a:lvl1pPr>
          </a:lstStyle>
          <a:p>
            <a:r>
              <a:rPr lang="es-ES" dirty="0">
                <a:solidFill>
                  <a:schemeClr val="tx1"/>
                </a:solidFill>
              </a:rPr>
              <a:t>PTh2</a:t>
            </a:r>
          </a:p>
        </p:txBody>
      </p:sp>
      <p:sp>
        <p:nvSpPr>
          <p:cNvPr id="29" name="Elipse 28">
            <a:extLst>
              <a:ext uri="{FF2B5EF4-FFF2-40B4-BE49-F238E27FC236}">
                <a16:creationId xmlns:a16="http://schemas.microsoft.com/office/drawing/2014/main" id="{726BD205-E1A2-E3A7-43CB-A775BBFE1FA9}"/>
              </a:ext>
            </a:extLst>
          </p:cNvPr>
          <p:cNvSpPr/>
          <p:nvPr/>
        </p:nvSpPr>
        <p:spPr>
          <a:xfrm>
            <a:off x="5676707" y="2411905"/>
            <a:ext cx="470263" cy="437605"/>
          </a:xfrm>
          <a:prstGeom prst="ellipse">
            <a:avLst/>
          </a:prstGeom>
          <a:solidFill>
            <a:schemeClr val="accent5">
              <a:lumMod val="20000"/>
              <a:lumOff val="80000"/>
              <a:alpha val="20000"/>
            </a:schemeClr>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30" name="CuadroTexto 29">
            <a:extLst>
              <a:ext uri="{FF2B5EF4-FFF2-40B4-BE49-F238E27FC236}">
                <a16:creationId xmlns:a16="http://schemas.microsoft.com/office/drawing/2014/main" id="{F67927C9-82B3-28DC-AFF9-704582F6035D}"/>
              </a:ext>
            </a:extLst>
          </p:cNvPr>
          <p:cNvSpPr txBox="1"/>
          <p:nvPr/>
        </p:nvSpPr>
        <p:spPr>
          <a:xfrm>
            <a:off x="5707183" y="2522985"/>
            <a:ext cx="470263" cy="215444"/>
          </a:xfrm>
          <a:prstGeom prst="rect">
            <a:avLst/>
          </a:prstGeom>
          <a:noFill/>
        </p:spPr>
        <p:txBody>
          <a:bodyPr wrap="square" rtlCol="0">
            <a:spAutoFit/>
          </a:bodyPr>
          <a:lstStyle>
            <a:defPPr>
              <a:defRPr lang="es-ES"/>
            </a:defPPr>
            <a:lvl1pPr>
              <a:defRPr sz="800">
                <a:solidFill>
                  <a:srgbClr val="5CBDCA"/>
                </a:solidFill>
              </a:defRPr>
            </a:lvl1pPr>
          </a:lstStyle>
          <a:p>
            <a:r>
              <a:rPr lang="es-ES" dirty="0">
                <a:solidFill>
                  <a:schemeClr val="tx1"/>
                </a:solidFill>
              </a:rPr>
              <a:t>PT00</a:t>
            </a:r>
          </a:p>
        </p:txBody>
      </p:sp>
      <p:sp>
        <p:nvSpPr>
          <p:cNvPr id="38" name="Elipse 37">
            <a:extLst>
              <a:ext uri="{FF2B5EF4-FFF2-40B4-BE49-F238E27FC236}">
                <a16:creationId xmlns:a16="http://schemas.microsoft.com/office/drawing/2014/main" id="{098F2020-B291-3D3F-3DCA-99D549FA9BE1}"/>
              </a:ext>
            </a:extLst>
          </p:cNvPr>
          <p:cNvSpPr/>
          <p:nvPr/>
        </p:nvSpPr>
        <p:spPr>
          <a:xfrm>
            <a:off x="6864625" y="2405718"/>
            <a:ext cx="470263" cy="437605"/>
          </a:xfrm>
          <a:prstGeom prst="ellipse">
            <a:avLst/>
          </a:prstGeom>
          <a:solidFill>
            <a:schemeClr val="accent5">
              <a:lumMod val="20000"/>
              <a:lumOff val="80000"/>
              <a:alpha val="20000"/>
            </a:schemeClr>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40" name="CuadroTexto 39">
            <a:extLst>
              <a:ext uri="{FF2B5EF4-FFF2-40B4-BE49-F238E27FC236}">
                <a16:creationId xmlns:a16="http://schemas.microsoft.com/office/drawing/2014/main" id="{1E2DFBF3-6B6D-D13B-91ED-96E7CB64C346}"/>
              </a:ext>
            </a:extLst>
          </p:cNvPr>
          <p:cNvSpPr txBox="1"/>
          <p:nvPr/>
        </p:nvSpPr>
        <p:spPr>
          <a:xfrm>
            <a:off x="6878884" y="2522985"/>
            <a:ext cx="470263" cy="215444"/>
          </a:xfrm>
          <a:prstGeom prst="rect">
            <a:avLst/>
          </a:prstGeom>
          <a:noFill/>
        </p:spPr>
        <p:txBody>
          <a:bodyPr wrap="square" rtlCol="0">
            <a:spAutoFit/>
          </a:bodyPr>
          <a:lstStyle>
            <a:defPPr>
              <a:defRPr lang="es-ES"/>
            </a:defPPr>
            <a:lvl1pPr>
              <a:defRPr sz="800">
                <a:solidFill>
                  <a:srgbClr val="5CBDCA"/>
                </a:solidFill>
              </a:defRPr>
            </a:lvl1pPr>
          </a:lstStyle>
          <a:p>
            <a:r>
              <a:rPr lang="es-ES" dirty="0">
                <a:solidFill>
                  <a:schemeClr val="tx1"/>
                </a:solidFill>
              </a:rPr>
              <a:t>ES00</a:t>
            </a:r>
          </a:p>
        </p:txBody>
      </p:sp>
      <p:pic>
        <p:nvPicPr>
          <p:cNvPr id="45" name="Imagen 44">
            <a:extLst>
              <a:ext uri="{FF2B5EF4-FFF2-40B4-BE49-F238E27FC236}">
                <a16:creationId xmlns:a16="http://schemas.microsoft.com/office/drawing/2014/main" id="{A26FC2DD-3CD4-5652-F097-C55E33EAFC4E}"/>
              </a:ext>
            </a:extLst>
          </p:cNvPr>
          <p:cNvPicPr>
            <a:picLocks noChangeAspect="1"/>
          </p:cNvPicPr>
          <p:nvPr/>
        </p:nvPicPr>
        <p:blipFill>
          <a:blip r:embed="rId3"/>
          <a:stretch>
            <a:fillRect/>
          </a:stretch>
        </p:blipFill>
        <p:spPr>
          <a:xfrm>
            <a:off x="611594" y="938615"/>
            <a:ext cx="2989467" cy="3266270"/>
          </a:xfrm>
          <a:prstGeom prst="rect">
            <a:avLst/>
          </a:prstGeom>
        </p:spPr>
      </p:pic>
      <p:cxnSp>
        <p:nvCxnSpPr>
          <p:cNvPr id="48" name="Conector recto de flecha 47">
            <a:extLst>
              <a:ext uri="{FF2B5EF4-FFF2-40B4-BE49-F238E27FC236}">
                <a16:creationId xmlns:a16="http://schemas.microsoft.com/office/drawing/2014/main" id="{FC2F9E6D-2C3D-B719-4B35-42D91617C932}"/>
              </a:ext>
            </a:extLst>
          </p:cNvPr>
          <p:cNvCxnSpPr>
            <a:cxnSpLocks/>
          </p:cNvCxnSpPr>
          <p:nvPr/>
        </p:nvCxnSpPr>
        <p:spPr>
          <a:xfrm flipV="1">
            <a:off x="7128946" y="2947982"/>
            <a:ext cx="0" cy="396904"/>
          </a:xfrm>
          <a:prstGeom prst="straightConnector1">
            <a:avLst/>
          </a:prstGeom>
          <a:ln>
            <a:solidFill>
              <a:srgbClr val="C00000"/>
            </a:solidFill>
            <a:headEnd type="triangle"/>
            <a:tailEnd type="triangle"/>
          </a:ln>
        </p:spPr>
        <p:style>
          <a:lnRef idx="1">
            <a:schemeClr val="accent5"/>
          </a:lnRef>
          <a:fillRef idx="0">
            <a:schemeClr val="accent5"/>
          </a:fillRef>
          <a:effectRef idx="0">
            <a:schemeClr val="accent5"/>
          </a:effectRef>
          <a:fontRef idx="minor">
            <a:schemeClr val="tx1"/>
          </a:fontRef>
        </p:style>
      </p:cxnSp>
      <p:sp>
        <p:nvSpPr>
          <p:cNvPr id="51" name="Elipse 50">
            <a:extLst>
              <a:ext uri="{FF2B5EF4-FFF2-40B4-BE49-F238E27FC236}">
                <a16:creationId xmlns:a16="http://schemas.microsoft.com/office/drawing/2014/main" id="{2A01EC08-A624-206F-C0C4-A88C93CA1264}"/>
              </a:ext>
            </a:extLst>
          </p:cNvPr>
          <p:cNvSpPr/>
          <p:nvPr/>
        </p:nvSpPr>
        <p:spPr>
          <a:xfrm>
            <a:off x="7404078" y="1772855"/>
            <a:ext cx="292193" cy="290859"/>
          </a:xfrm>
          <a:prstGeom prst="ellipse">
            <a:avLst/>
          </a:prstGeom>
          <a:solidFill>
            <a:schemeClr val="bg2">
              <a:lumMod val="90000"/>
              <a:alpha val="20000"/>
            </a:schemeClr>
          </a:solidFill>
          <a:ln w="9525">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52" name="CuadroTexto 51">
            <a:extLst>
              <a:ext uri="{FF2B5EF4-FFF2-40B4-BE49-F238E27FC236}">
                <a16:creationId xmlns:a16="http://schemas.microsoft.com/office/drawing/2014/main" id="{06683936-8924-C473-FE2D-338E3749035B}"/>
              </a:ext>
            </a:extLst>
          </p:cNvPr>
          <p:cNvSpPr txBox="1"/>
          <p:nvPr/>
        </p:nvSpPr>
        <p:spPr>
          <a:xfrm>
            <a:off x="7378678" y="1833645"/>
            <a:ext cx="470263" cy="169277"/>
          </a:xfrm>
          <a:prstGeom prst="rect">
            <a:avLst/>
          </a:prstGeom>
          <a:noFill/>
        </p:spPr>
        <p:txBody>
          <a:bodyPr wrap="square" rtlCol="0">
            <a:spAutoFit/>
          </a:bodyPr>
          <a:lstStyle>
            <a:defPPr>
              <a:defRPr lang="es-ES"/>
            </a:defPPr>
            <a:lvl1pPr>
              <a:defRPr sz="800">
                <a:solidFill>
                  <a:srgbClr val="5CBDCA"/>
                </a:solidFill>
              </a:defRPr>
            </a:lvl1pPr>
          </a:lstStyle>
          <a:p>
            <a:r>
              <a:rPr lang="es-ES" sz="500" dirty="0">
                <a:solidFill>
                  <a:schemeClr val="tx1"/>
                </a:solidFill>
              </a:rPr>
              <a:t>CCGT</a:t>
            </a:r>
          </a:p>
        </p:txBody>
      </p:sp>
      <p:sp>
        <p:nvSpPr>
          <p:cNvPr id="53" name="Elipse 52">
            <a:extLst>
              <a:ext uri="{FF2B5EF4-FFF2-40B4-BE49-F238E27FC236}">
                <a16:creationId xmlns:a16="http://schemas.microsoft.com/office/drawing/2014/main" id="{7C539A12-A035-2454-8CAD-A3F63255AAF6}"/>
              </a:ext>
            </a:extLst>
          </p:cNvPr>
          <p:cNvSpPr/>
          <p:nvPr/>
        </p:nvSpPr>
        <p:spPr>
          <a:xfrm>
            <a:off x="7760350" y="2303080"/>
            <a:ext cx="292193" cy="290859"/>
          </a:xfrm>
          <a:prstGeom prst="ellipse">
            <a:avLst/>
          </a:prstGeom>
          <a:solidFill>
            <a:schemeClr val="bg2">
              <a:lumMod val="90000"/>
              <a:alpha val="20000"/>
            </a:schemeClr>
          </a:solidFill>
          <a:ln w="9525">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55" name="CuadroTexto 54">
            <a:extLst>
              <a:ext uri="{FF2B5EF4-FFF2-40B4-BE49-F238E27FC236}">
                <a16:creationId xmlns:a16="http://schemas.microsoft.com/office/drawing/2014/main" id="{D6DED2F9-620F-1B48-0EEB-3DC82B4B277C}"/>
              </a:ext>
            </a:extLst>
          </p:cNvPr>
          <p:cNvSpPr txBox="1"/>
          <p:nvPr/>
        </p:nvSpPr>
        <p:spPr>
          <a:xfrm>
            <a:off x="7725425" y="2363870"/>
            <a:ext cx="470263" cy="169277"/>
          </a:xfrm>
          <a:prstGeom prst="rect">
            <a:avLst/>
          </a:prstGeom>
          <a:noFill/>
        </p:spPr>
        <p:txBody>
          <a:bodyPr wrap="square" rtlCol="0">
            <a:spAutoFit/>
          </a:bodyPr>
          <a:lstStyle>
            <a:defPPr>
              <a:defRPr lang="es-ES"/>
            </a:defPPr>
            <a:lvl1pPr>
              <a:defRPr sz="800">
                <a:solidFill>
                  <a:srgbClr val="5CBDCA"/>
                </a:solidFill>
              </a:defRPr>
            </a:lvl1pPr>
          </a:lstStyle>
          <a:p>
            <a:r>
              <a:rPr lang="es-ES" sz="500" dirty="0">
                <a:solidFill>
                  <a:schemeClr val="tx1"/>
                </a:solidFill>
              </a:rPr>
              <a:t>Water</a:t>
            </a:r>
          </a:p>
        </p:txBody>
      </p:sp>
      <p:sp>
        <p:nvSpPr>
          <p:cNvPr id="56" name="Elipse 55">
            <a:extLst>
              <a:ext uri="{FF2B5EF4-FFF2-40B4-BE49-F238E27FC236}">
                <a16:creationId xmlns:a16="http://schemas.microsoft.com/office/drawing/2014/main" id="{8DAEE3BC-F475-B9B0-1171-9E9CDB86E83E}"/>
              </a:ext>
            </a:extLst>
          </p:cNvPr>
          <p:cNvSpPr/>
          <p:nvPr/>
        </p:nvSpPr>
        <p:spPr>
          <a:xfrm>
            <a:off x="5384513" y="1772855"/>
            <a:ext cx="292193" cy="290859"/>
          </a:xfrm>
          <a:prstGeom prst="ellipse">
            <a:avLst/>
          </a:prstGeom>
          <a:solidFill>
            <a:schemeClr val="bg2">
              <a:lumMod val="90000"/>
              <a:alpha val="20000"/>
            </a:schemeClr>
          </a:solidFill>
          <a:ln w="9525">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57" name="Elipse 56">
            <a:extLst>
              <a:ext uri="{FF2B5EF4-FFF2-40B4-BE49-F238E27FC236}">
                <a16:creationId xmlns:a16="http://schemas.microsoft.com/office/drawing/2014/main" id="{12B4BC6B-0D22-31C0-524F-B6986E263B85}"/>
              </a:ext>
            </a:extLst>
          </p:cNvPr>
          <p:cNvSpPr/>
          <p:nvPr/>
        </p:nvSpPr>
        <p:spPr>
          <a:xfrm>
            <a:off x="5003787" y="2333661"/>
            <a:ext cx="292193" cy="290859"/>
          </a:xfrm>
          <a:prstGeom prst="ellipse">
            <a:avLst/>
          </a:prstGeom>
          <a:solidFill>
            <a:schemeClr val="bg2">
              <a:lumMod val="90000"/>
              <a:alpha val="20000"/>
            </a:schemeClr>
          </a:solidFill>
          <a:ln w="9525">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58" name="CuadroTexto 57">
            <a:extLst>
              <a:ext uri="{FF2B5EF4-FFF2-40B4-BE49-F238E27FC236}">
                <a16:creationId xmlns:a16="http://schemas.microsoft.com/office/drawing/2014/main" id="{C511A46A-4AA0-5E14-6494-700135820875}"/>
              </a:ext>
            </a:extLst>
          </p:cNvPr>
          <p:cNvSpPr txBox="1"/>
          <p:nvPr/>
        </p:nvSpPr>
        <p:spPr>
          <a:xfrm>
            <a:off x="5362495" y="1833645"/>
            <a:ext cx="470263" cy="169277"/>
          </a:xfrm>
          <a:prstGeom prst="rect">
            <a:avLst/>
          </a:prstGeom>
          <a:noFill/>
        </p:spPr>
        <p:txBody>
          <a:bodyPr wrap="square" rtlCol="0">
            <a:spAutoFit/>
          </a:bodyPr>
          <a:lstStyle>
            <a:defPPr>
              <a:defRPr lang="es-ES"/>
            </a:defPPr>
            <a:lvl1pPr>
              <a:defRPr sz="800">
                <a:solidFill>
                  <a:srgbClr val="5CBDCA"/>
                </a:solidFill>
              </a:defRPr>
            </a:lvl1pPr>
          </a:lstStyle>
          <a:p>
            <a:r>
              <a:rPr lang="es-ES" sz="500" dirty="0">
                <a:solidFill>
                  <a:schemeClr val="tx1"/>
                </a:solidFill>
              </a:rPr>
              <a:t>CCGT</a:t>
            </a:r>
          </a:p>
        </p:txBody>
      </p:sp>
      <p:sp>
        <p:nvSpPr>
          <p:cNvPr id="59" name="CuadroTexto 58">
            <a:extLst>
              <a:ext uri="{FF2B5EF4-FFF2-40B4-BE49-F238E27FC236}">
                <a16:creationId xmlns:a16="http://schemas.microsoft.com/office/drawing/2014/main" id="{1B223A13-1923-A4EA-3BF8-0B9CD6E843C2}"/>
              </a:ext>
            </a:extLst>
          </p:cNvPr>
          <p:cNvSpPr txBox="1"/>
          <p:nvPr/>
        </p:nvSpPr>
        <p:spPr>
          <a:xfrm>
            <a:off x="4959052" y="2394451"/>
            <a:ext cx="470263" cy="169277"/>
          </a:xfrm>
          <a:prstGeom prst="rect">
            <a:avLst/>
          </a:prstGeom>
          <a:noFill/>
        </p:spPr>
        <p:txBody>
          <a:bodyPr wrap="square" rtlCol="0">
            <a:spAutoFit/>
          </a:bodyPr>
          <a:lstStyle>
            <a:defPPr>
              <a:defRPr lang="es-ES"/>
            </a:defPPr>
            <a:lvl1pPr>
              <a:defRPr sz="800">
                <a:solidFill>
                  <a:srgbClr val="5CBDCA"/>
                </a:solidFill>
              </a:defRPr>
            </a:lvl1pPr>
          </a:lstStyle>
          <a:p>
            <a:r>
              <a:rPr lang="es-ES" sz="500" dirty="0">
                <a:solidFill>
                  <a:schemeClr val="tx1"/>
                </a:solidFill>
              </a:rPr>
              <a:t>Water</a:t>
            </a:r>
          </a:p>
        </p:txBody>
      </p:sp>
      <p:cxnSp>
        <p:nvCxnSpPr>
          <p:cNvPr id="62" name="Conector: curvado 61">
            <a:extLst>
              <a:ext uri="{FF2B5EF4-FFF2-40B4-BE49-F238E27FC236}">
                <a16:creationId xmlns:a16="http://schemas.microsoft.com/office/drawing/2014/main" id="{0D94F29A-CC55-8E91-8B31-5252DB13829E}"/>
              </a:ext>
            </a:extLst>
          </p:cNvPr>
          <p:cNvCxnSpPr>
            <a:stCxn id="56" idx="5"/>
            <a:endCxn id="29" idx="0"/>
          </p:cNvCxnSpPr>
          <p:nvPr/>
        </p:nvCxnSpPr>
        <p:spPr>
          <a:xfrm rot="16200000" flipH="1">
            <a:off x="5577484" y="2077550"/>
            <a:ext cx="390786" cy="277924"/>
          </a:xfrm>
          <a:prstGeom prst="curvedConnector3">
            <a:avLst/>
          </a:prstGeom>
          <a:ln>
            <a:solidFill>
              <a:schemeClr val="bg2">
                <a:lumMod val="9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3" name="Conector: curvado 62">
            <a:extLst>
              <a:ext uri="{FF2B5EF4-FFF2-40B4-BE49-F238E27FC236}">
                <a16:creationId xmlns:a16="http://schemas.microsoft.com/office/drawing/2014/main" id="{2542F432-F125-9D85-F673-1DE5C8DC830B}"/>
              </a:ext>
            </a:extLst>
          </p:cNvPr>
          <p:cNvCxnSpPr>
            <a:cxnSpLocks/>
            <a:stCxn id="51" idx="4"/>
            <a:endCxn id="38" idx="0"/>
          </p:cNvCxnSpPr>
          <p:nvPr/>
        </p:nvCxnSpPr>
        <p:spPr>
          <a:xfrm rot="5400000">
            <a:off x="7153964" y="2009507"/>
            <a:ext cx="342004" cy="450418"/>
          </a:xfrm>
          <a:prstGeom prst="curvedConnector3">
            <a:avLst>
              <a:gd name="adj1" fmla="val 50000"/>
            </a:avLst>
          </a:prstGeom>
          <a:ln>
            <a:solidFill>
              <a:schemeClr val="bg2">
                <a:lumMod val="9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Conector: curvado 65">
            <a:extLst>
              <a:ext uri="{FF2B5EF4-FFF2-40B4-BE49-F238E27FC236}">
                <a16:creationId xmlns:a16="http://schemas.microsoft.com/office/drawing/2014/main" id="{6A4F1A31-5EB4-9B02-A4E1-3EB14167A0BF}"/>
              </a:ext>
            </a:extLst>
          </p:cNvPr>
          <p:cNvCxnSpPr>
            <a:cxnSpLocks/>
            <a:stCxn id="55" idx="1"/>
            <a:endCxn id="40" idx="3"/>
          </p:cNvCxnSpPr>
          <p:nvPr/>
        </p:nvCxnSpPr>
        <p:spPr>
          <a:xfrm rot="10800000" flipV="1">
            <a:off x="7349147" y="2448509"/>
            <a:ext cx="376278" cy="182198"/>
          </a:xfrm>
          <a:prstGeom prst="curvedConnector3">
            <a:avLst>
              <a:gd name="adj1" fmla="val 50000"/>
            </a:avLst>
          </a:prstGeom>
          <a:ln>
            <a:solidFill>
              <a:schemeClr val="bg2">
                <a:lumMod val="9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9" name="Conector: curvado 68">
            <a:extLst>
              <a:ext uri="{FF2B5EF4-FFF2-40B4-BE49-F238E27FC236}">
                <a16:creationId xmlns:a16="http://schemas.microsoft.com/office/drawing/2014/main" id="{58D665D5-0BEF-5E51-E449-C3C7A730392B}"/>
              </a:ext>
            </a:extLst>
          </p:cNvPr>
          <p:cNvCxnSpPr>
            <a:cxnSpLocks/>
            <a:endCxn id="29" idx="2"/>
          </p:cNvCxnSpPr>
          <p:nvPr/>
        </p:nvCxnSpPr>
        <p:spPr>
          <a:xfrm>
            <a:off x="5295980" y="2455243"/>
            <a:ext cx="380727" cy="175465"/>
          </a:xfrm>
          <a:prstGeom prst="curvedConnector3">
            <a:avLst>
              <a:gd name="adj1" fmla="val 50000"/>
            </a:avLst>
          </a:prstGeom>
          <a:ln>
            <a:solidFill>
              <a:schemeClr val="bg2">
                <a:lumMod val="9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72" name="Marcador de texto 8">
            <a:extLst>
              <a:ext uri="{FF2B5EF4-FFF2-40B4-BE49-F238E27FC236}">
                <a16:creationId xmlns:a16="http://schemas.microsoft.com/office/drawing/2014/main" id="{2FDA6417-9166-A798-8258-B58CB509BEBD}"/>
              </a:ext>
            </a:extLst>
          </p:cNvPr>
          <p:cNvSpPr txBox="1">
            <a:spLocks/>
          </p:cNvSpPr>
          <p:nvPr/>
        </p:nvSpPr>
        <p:spPr>
          <a:xfrm>
            <a:off x="4162202" y="719306"/>
            <a:ext cx="4095210" cy="112771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b="1" dirty="0"/>
              <a:t>15/01</a:t>
            </a:r>
          </a:p>
          <a:p>
            <a:pPr algn="just"/>
            <a:r>
              <a:rPr lang="es-ES" dirty="0"/>
              <a:t>Las redes de España y Portugal estaban creadas, pero no estaban conectadas: no había intercambio de flujos.</a:t>
            </a:r>
          </a:p>
          <a:p>
            <a:pPr marL="0" indent="0" algn="just">
              <a:buNone/>
            </a:pPr>
            <a:endParaRPr lang="es-ES" dirty="0"/>
          </a:p>
          <a:p>
            <a:pPr marL="0" indent="0" algn="just">
              <a:buNone/>
            </a:pPr>
            <a:endParaRPr lang="es-ES" dirty="0"/>
          </a:p>
          <a:p>
            <a:pPr marL="0" indent="0" algn="just">
              <a:buNone/>
            </a:pPr>
            <a:endParaRPr lang="es-ES" dirty="0"/>
          </a:p>
          <a:p>
            <a:pPr marL="0" indent="0" algn="just">
              <a:buNone/>
            </a:pPr>
            <a:endParaRPr lang="es-ES" dirty="0"/>
          </a:p>
        </p:txBody>
      </p:sp>
    </p:spTree>
    <p:extLst>
      <p:ext uri="{BB962C8B-B14F-4D97-AF65-F5344CB8AC3E}">
        <p14:creationId xmlns:p14="http://schemas.microsoft.com/office/powerpoint/2010/main" val="14991752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16BDA-74C7-5B05-315F-16B605869654}"/>
            </a:ext>
          </a:extLst>
        </p:cNvPr>
        <p:cNvGrpSpPr/>
        <p:nvPr/>
      </p:nvGrpSpPr>
      <p:grpSpPr>
        <a:xfrm>
          <a:off x="0" y="0"/>
          <a:ext cx="0" cy="0"/>
          <a:chOff x="0" y="0"/>
          <a:chExt cx="0" cy="0"/>
        </a:xfrm>
      </p:grpSpPr>
      <p:sp>
        <p:nvSpPr>
          <p:cNvPr id="2" name="Elipse 1">
            <a:extLst>
              <a:ext uri="{FF2B5EF4-FFF2-40B4-BE49-F238E27FC236}">
                <a16:creationId xmlns:a16="http://schemas.microsoft.com/office/drawing/2014/main" id="{55CFAC57-B912-9074-1AB0-A471592BCEA2}"/>
              </a:ext>
            </a:extLst>
          </p:cNvPr>
          <p:cNvSpPr/>
          <p:nvPr/>
        </p:nvSpPr>
        <p:spPr>
          <a:xfrm>
            <a:off x="6835488" y="1423912"/>
            <a:ext cx="470263" cy="437605"/>
          </a:xfrm>
          <a:prstGeom prst="ellipse">
            <a:avLst/>
          </a:prstGeom>
          <a:solidFill>
            <a:srgbClr val="33CCCC">
              <a:alpha val="10196"/>
            </a:srgbClr>
          </a:solidFill>
          <a:ln w="9525">
            <a:solidFill>
              <a:srgbClr val="007AA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3" name="CuadroTexto 2">
            <a:extLst>
              <a:ext uri="{FF2B5EF4-FFF2-40B4-BE49-F238E27FC236}">
                <a16:creationId xmlns:a16="http://schemas.microsoft.com/office/drawing/2014/main" id="{B3086377-0076-9293-0CAB-7B0FEDB4D7CE}"/>
              </a:ext>
            </a:extLst>
          </p:cNvPr>
          <p:cNvSpPr txBox="1"/>
          <p:nvPr/>
        </p:nvSpPr>
        <p:spPr>
          <a:xfrm>
            <a:off x="6842019" y="1534992"/>
            <a:ext cx="927463" cy="215444"/>
          </a:xfrm>
          <a:prstGeom prst="rect">
            <a:avLst/>
          </a:prstGeom>
          <a:noFill/>
        </p:spPr>
        <p:txBody>
          <a:bodyPr wrap="square" rtlCol="0">
            <a:spAutoFit/>
          </a:bodyPr>
          <a:lstStyle/>
          <a:p>
            <a:r>
              <a:rPr lang="es-ES" sz="800" dirty="0"/>
              <a:t>FRh2</a:t>
            </a:r>
          </a:p>
        </p:txBody>
      </p:sp>
      <p:sp>
        <p:nvSpPr>
          <p:cNvPr id="5" name="Elipse 4">
            <a:extLst>
              <a:ext uri="{FF2B5EF4-FFF2-40B4-BE49-F238E27FC236}">
                <a16:creationId xmlns:a16="http://schemas.microsoft.com/office/drawing/2014/main" id="{97DF1E7D-7C01-976D-7692-D25D16C5DEAA}"/>
              </a:ext>
            </a:extLst>
          </p:cNvPr>
          <p:cNvSpPr/>
          <p:nvPr/>
        </p:nvSpPr>
        <p:spPr>
          <a:xfrm>
            <a:off x="7524322" y="2159226"/>
            <a:ext cx="470263" cy="437605"/>
          </a:xfrm>
          <a:prstGeom prst="ellipse">
            <a:avLst/>
          </a:prstGeom>
          <a:solidFill>
            <a:srgbClr val="33CCCC">
              <a:alpha val="10196"/>
            </a:srgbClr>
          </a:solidFill>
          <a:ln w="9525">
            <a:solidFill>
              <a:srgbClr val="007AA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7" name="CuadroTexto 6">
            <a:extLst>
              <a:ext uri="{FF2B5EF4-FFF2-40B4-BE49-F238E27FC236}">
                <a16:creationId xmlns:a16="http://schemas.microsoft.com/office/drawing/2014/main" id="{209A8CDC-AF05-5C5D-F60B-81613AEDF302}"/>
              </a:ext>
            </a:extLst>
          </p:cNvPr>
          <p:cNvSpPr txBox="1"/>
          <p:nvPr/>
        </p:nvSpPr>
        <p:spPr>
          <a:xfrm>
            <a:off x="7511261" y="2279113"/>
            <a:ext cx="927463" cy="215444"/>
          </a:xfrm>
          <a:prstGeom prst="rect">
            <a:avLst/>
          </a:prstGeom>
          <a:noFill/>
        </p:spPr>
        <p:txBody>
          <a:bodyPr wrap="square" rtlCol="0">
            <a:spAutoFit/>
          </a:bodyPr>
          <a:lstStyle/>
          <a:p>
            <a:r>
              <a:rPr lang="es-ES" sz="800" dirty="0"/>
              <a:t>FRh2S</a:t>
            </a:r>
          </a:p>
        </p:txBody>
      </p:sp>
      <p:sp>
        <p:nvSpPr>
          <p:cNvPr id="8" name="Elipse 7">
            <a:extLst>
              <a:ext uri="{FF2B5EF4-FFF2-40B4-BE49-F238E27FC236}">
                <a16:creationId xmlns:a16="http://schemas.microsoft.com/office/drawing/2014/main" id="{A08CFCB4-C547-69D2-457D-CE77365D8693}"/>
              </a:ext>
            </a:extLst>
          </p:cNvPr>
          <p:cNvSpPr/>
          <p:nvPr/>
        </p:nvSpPr>
        <p:spPr>
          <a:xfrm>
            <a:off x="6553442" y="2179163"/>
            <a:ext cx="470263" cy="437605"/>
          </a:xfrm>
          <a:prstGeom prst="ellipse">
            <a:avLst/>
          </a:prstGeom>
          <a:solidFill>
            <a:srgbClr val="33CCCC">
              <a:alpha val="10196"/>
            </a:srgbClr>
          </a:solidFill>
          <a:ln w="9525">
            <a:solidFill>
              <a:srgbClr val="007AA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9" name="CuadroTexto 8">
            <a:extLst>
              <a:ext uri="{FF2B5EF4-FFF2-40B4-BE49-F238E27FC236}">
                <a16:creationId xmlns:a16="http://schemas.microsoft.com/office/drawing/2014/main" id="{FDF13667-F78A-41B4-34EE-122CF64A3646}"/>
              </a:ext>
            </a:extLst>
          </p:cNvPr>
          <p:cNvSpPr txBox="1"/>
          <p:nvPr/>
        </p:nvSpPr>
        <p:spPr>
          <a:xfrm>
            <a:off x="6479848" y="2288834"/>
            <a:ext cx="927463" cy="215444"/>
          </a:xfrm>
          <a:prstGeom prst="rect">
            <a:avLst/>
          </a:prstGeom>
          <a:noFill/>
        </p:spPr>
        <p:txBody>
          <a:bodyPr wrap="square" rtlCol="0">
            <a:spAutoFit/>
          </a:bodyPr>
          <a:lstStyle/>
          <a:p>
            <a:r>
              <a:rPr lang="es-ES" sz="800" dirty="0"/>
              <a:t>FRh2SW</a:t>
            </a:r>
          </a:p>
        </p:txBody>
      </p:sp>
      <p:sp>
        <p:nvSpPr>
          <p:cNvPr id="10" name="Elipse 9">
            <a:extLst>
              <a:ext uri="{FF2B5EF4-FFF2-40B4-BE49-F238E27FC236}">
                <a16:creationId xmlns:a16="http://schemas.microsoft.com/office/drawing/2014/main" id="{0B96153B-9942-EC59-0685-E7829DEA566F}"/>
              </a:ext>
            </a:extLst>
          </p:cNvPr>
          <p:cNvSpPr/>
          <p:nvPr/>
        </p:nvSpPr>
        <p:spPr>
          <a:xfrm>
            <a:off x="6875142" y="3271005"/>
            <a:ext cx="470263" cy="437605"/>
          </a:xfrm>
          <a:prstGeom prst="ellipse">
            <a:avLst/>
          </a:prstGeom>
          <a:solidFill>
            <a:srgbClr val="33CCCC">
              <a:alpha val="10196"/>
            </a:srgbClr>
          </a:solidFill>
          <a:ln w="9525">
            <a:solidFill>
              <a:srgbClr val="007AA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1" name="CuadroTexto 10">
            <a:extLst>
              <a:ext uri="{FF2B5EF4-FFF2-40B4-BE49-F238E27FC236}">
                <a16:creationId xmlns:a16="http://schemas.microsoft.com/office/drawing/2014/main" id="{2E284369-193A-625C-52D8-E26CA8988DDD}"/>
              </a:ext>
            </a:extLst>
          </p:cNvPr>
          <p:cNvSpPr txBox="1"/>
          <p:nvPr/>
        </p:nvSpPr>
        <p:spPr>
          <a:xfrm>
            <a:off x="6888204" y="3378727"/>
            <a:ext cx="470263" cy="215444"/>
          </a:xfrm>
          <a:prstGeom prst="rect">
            <a:avLst/>
          </a:prstGeom>
          <a:noFill/>
          <a:ln>
            <a:noFill/>
          </a:ln>
        </p:spPr>
        <p:txBody>
          <a:bodyPr wrap="square" rtlCol="0">
            <a:spAutoFit/>
          </a:bodyPr>
          <a:lstStyle/>
          <a:p>
            <a:r>
              <a:rPr lang="es-ES" sz="800" dirty="0"/>
              <a:t>ESh2</a:t>
            </a:r>
          </a:p>
        </p:txBody>
      </p:sp>
      <p:sp>
        <p:nvSpPr>
          <p:cNvPr id="12" name="Elipse 11">
            <a:extLst>
              <a:ext uri="{FF2B5EF4-FFF2-40B4-BE49-F238E27FC236}">
                <a16:creationId xmlns:a16="http://schemas.microsoft.com/office/drawing/2014/main" id="{A9CFD3B9-53FA-A89A-C964-C19802083FE7}"/>
              </a:ext>
            </a:extLst>
          </p:cNvPr>
          <p:cNvSpPr/>
          <p:nvPr/>
        </p:nvSpPr>
        <p:spPr>
          <a:xfrm>
            <a:off x="5680283" y="3708610"/>
            <a:ext cx="470263" cy="437605"/>
          </a:xfrm>
          <a:prstGeom prst="ellipse">
            <a:avLst/>
          </a:prstGeom>
          <a:solidFill>
            <a:srgbClr val="33CCCC">
              <a:alpha val="10196"/>
            </a:srgbClr>
          </a:solidFill>
          <a:ln w="9525">
            <a:solidFill>
              <a:srgbClr val="007AA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3" name="CuadroTexto 12">
            <a:extLst>
              <a:ext uri="{FF2B5EF4-FFF2-40B4-BE49-F238E27FC236}">
                <a16:creationId xmlns:a16="http://schemas.microsoft.com/office/drawing/2014/main" id="{BDA2D25F-6BA4-EB9D-7CFA-E2CF36EA996F}"/>
              </a:ext>
            </a:extLst>
          </p:cNvPr>
          <p:cNvSpPr txBox="1"/>
          <p:nvPr/>
        </p:nvSpPr>
        <p:spPr>
          <a:xfrm>
            <a:off x="5710759" y="3819690"/>
            <a:ext cx="470263" cy="215444"/>
          </a:xfrm>
          <a:prstGeom prst="rect">
            <a:avLst/>
          </a:prstGeom>
          <a:noFill/>
        </p:spPr>
        <p:txBody>
          <a:bodyPr wrap="square" rtlCol="0">
            <a:spAutoFit/>
          </a:bodyPr>
          <a:lstStyle>
            <a:defPPr>
              <a:defRPr lang="es-ES"/>
            </a:defPPr>
            <a:lvl1pPr>
              <a:defRPr sz="800">
                <a:solidFill>
                  <a:srgbClr val="5CBDCA"/>
                </a:solidFill>
              </a:defRPr>
            </a:lvl1pPr>
          </a:lstStyle>
          <a:p>
            <a:r>
              <a:rPr lang="es-ES" dirty="0">
                <a:solidFill>
                  <a:schemeClr val="tx1"/>
                </a:solidFill>
              </a:rPr>
              <a:t>PTh2</a:t>
            </a:r>
          </a:p>
        </p:txBody>
      </p:sp>
      <p:sp>
        <p:nvSpPr>
          <p:cNvPr id="14" name="Elipse 13">
            <a:extLst>
              <a:ext uri="{FF2B5EF4-FFF2-40B4-BE49-F238E27FC236}">
                <a16:creationId xmlns:a16="http://schemas.microsoft.com/office/drawing/2014/main" id="{21BD411B-41C3-1FEA-561A-7B887899A790}"/>
              </a:ext>
            </a:extLst>
          </p:cNvPr>
          <p:cNvSpPr/>
          <p:nvPr/>
        </p:nvSpPr>
        <p:spPr>
          <a:xfrm>
            <a:off x="6902882" y="4206858"/>
            <a:ext cx="470263" cy="437605"/>
          </a:xfrm>
          <a:prstGeom prst="ellipse">
            <a:avLst/>
          </a:prstGeom>
          <a:solidFill>
            <a:srgbClr val="33CCCC">
              <a:alpha val="10196"/>
            </a:srgbClr>
          </a:solidFill>
          <a:ln w="9525">
            <a:solidFill>
              <a:srgbClr val="007AA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5" name="CuadroTexto 14">
            <a:extLst>
              <a:ext uri="{FF2B5EF4-FFF2-40B4-BE49-F238E27FC236}">
                <a16:creationId xmlns:a16="http://schemas.microsoft.com/office/drawing/2014/main" id="{82E386A3-2657-E52D-8E7D-1481BB563AFD}"/>
              </a:ext>
            </a:extLst>
          </p:cNvPr>
          <p:cNvSpPr txBox="1"/>
          <p:nvPr/>
        </p:nvSpPr>
        <p:spPr>
          <a:xfrm>
            <a:off x="6902882" y="4314580"/>
            <a:ext cx="470263" cy="215444"/>
          </a:xfrm>
          <a:prstGeom prst="rect">
            <a:avLst/>
          </a:prstGeom>
          <a:noFill/>
        </p:spPr>
        <p:txBody>
          <a:bodyPr wrap="square" rtlCol="0">
            <a:spAutoFit/>
          </a:bodyPr>
          <a:lstStyle/>
          <a:p>
            <a:r>
              <a:rPr lang="es-ES" sz="800" dirty="0"/>
              <a:t>MAh2</a:t>
            </a:r>
          </a:p>
        </p:txBody>
      </p:sp>
      <p:sp>
        <p:nvSpPr>
          <p:cNvPr id="16" name="Elipse 15">
            <a:extLst>
              <a:ext uri="{FF2B5EF4-FFF2-40B4-BE49-F238E27FC236}">
                <a16:creationId xmlns:a16="http://schemas.microsoft.com/office/drawing/2014/main" id="{39A4DB16-0114-0736-C87C-1C221E5D57E8}"/>
              </a:ext>
            </a:extLst>
          </p:cNvPr>
          <p:cNvSpPr/>
          <p:nvPr/>
        </p:nvSpPr>
        <p:spPr>
          <a:xfrm>
            <a:off x="7994585" y="1205109"/>
            <a:ext cx="470263" cy="437605"/>
          </a:xfrm>
          <a:prstGeom prst="ellipse">
            <a:avLst/>
          </a:prstGeom>
          <a:solidFill>
            <a:srgbClr val="33CCCC">
              <a:alpha val="10196"/>
            </a:srgbClr>
          </a:solidFill>
          <a:ln w="9525">
            <a:solidFill>
              <a:srgbClr val="007AA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7" name="CuadroTexto 16">
            <a:extLst>
              <a:ext uri="{FF2B5EF4-FFF2-40B4-BE49-F238E27FC236}">
                <a16:creationId xmlns:a16="http://schemas.microsoft.com/office/drawing/2014/main" id="{30D03211-92A3-25C2-8253-A27690E1094B}"/>
              </a:ext>
            </a:extLst>
          </p:cNvPr>
          <p:cNvSpPr txBox="1"/>
          <p:nvPr/>
        </p:nvSpPr>
        <p:spPr>
          <a:xfrm>
            <a:off x="8021368" y="1319548"/>
            <a:ext cx="927463" cy="215444"/>
          </a:xfrm>
          <a:prstGeom prst="rect">
            <a:avLst/>
          </a:prstGeom>
          <a:noFill/>
        </p:spPr>
        <p:txBody>
          <a:bodyPr wrap="square" rtlCol="0">
            <a:spAutoFit/>
          </a:bodyPr>
          <a:lstStyle/>
          <a:p>
            <a:r>
              <a:rPr lang="es-ES" sz="800" dirty="0"/>
              <a:t>EUh2</a:t>
            </a:r>
          </a:p>
        </p:txBody>
      </p:sp>
      <p:cxnSp>
        <p:nvCxnSpPr>
          <p:cNvPr id="18" name="Conector recto de flecha 17">
            <a:extLst>
              <a:ext uri="{FF2B5EF4-FFF2-40B4-BE49-F238E27FC236}">
                <a16:creationId xmlns:a16="http://schemas.microsoft.com/office/drawing/2014/main" id="{3414FB02-5449-8D80-4FC0-9EF81A96A4E5}"/>
              </a:ext>
            </a:extLst>
          </p:cNvPr>
          <p:cNvCxnSpPr>
            <a:cxnSpLocks/>
          </p:cNvCxnSpPr>
          <p:nvPr/>
        </p:nvCxnSpPr>
        <p:spPr>
          <a:xfrm flipV="1">
            <a:off x="7358571" y="1527132"/>
            <a:ext cx="531791" cy="9695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Conector recto de flecha 18">
            <a:extLst>
              <a:ext uri="{FF2B5EF4-FFF2-40B4-BE49-F238E27FC236}">
                <a16:creationId xmlns:a16="http://schemas.microsoft.com/office/drawing/2014/main" id="{36E3CFFC-A1D6-DC06-660F-A30FF47DD4F6}"/>
              </a:ext>
            </a:extLst>
          </p:cNvPr>
          <p:cNvCxnSpPr>
            <a:cxnSpLocks/>
          </p:cNvCxnSpPr>
          <p:nvPr/>
        </p:nvCxnSpPr>
        <p:spPr>
          <a:xfrm>
            <a:off x="7276538" y="1856007"/>
            <a:ext cx="234723" cy="25100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Conector recto de flecha 19">
            <a:extLst>
              <a:ext uri="{FF2B5EF4-FFF2-40B4-BE49-F238E27FC236}">
                <a16:creationId xmlns:a16="http://schemas.microsoft.com/office/drawing/2014/main" id="{3B5C947E-0A14-D153-40B7-EBE1F386E999}"/>
              </a:ext>
            </a:extLst>
          </p:cNvPr>
          <p:cNvCxnSpPr>
            <a:cxnSpLocks/>
          </p:cNvCxnSpPr>
          <p:nvPr/>
        </p:nvCxnSpPr>
        <p:spPr>
          <a:xfrm flipV="1">
            <a:off x="6181022" y="3596862"/>
            <a:ext cx="591046" cy="2277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Conector recto de flecha 20">
            <a:extLst>
              <a:ext uri="{FF2B5EF4-FFF2-40B4-BE49-F238E27FC236}">
                <a16:creationId xmlns:a16="http://schemas.microsoft.com/office/drawing/2014/main" id="{3EAA5A74-0107-41D7-1959-7F1CF388F855}"/>
              </a:ext>
            </a:extLst>
          </p:cNvPr>
          <p:cNvCxnSpPr>
            <a:cxnSpLocks/>
          </p:cNvCxnSpPr>
          <p:nvPr/>
        </p:nvCxnSpPr>
        <p:spPr>
          <a:xfrm flipV="1">
            <a:off x="7345405" y="2692244"/>
            <a:ext cx="279062" cy="49186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Conector recto de flecha 21">
            <a:extLst>
              <a:ext uri="{FF2B5EF4-FFF2-40B4-BE49-F238E27FC236}">
                <a16:creationId xmlns:a16="http://schemas.microsoft.com/office/drawing/2014/main" id="{BC777A10-3FB4-FEC6-8A8E-1A21A5C0F619}"/>
              </a:ext>
            </a:extLst>
          </p:cNvPr>
          <p:cNvCxnSpPr>
            <a:cxnSpLocks/>
          </p:cNvCxnSpPr>
          <p:nvPr/>
        </p:nvCxnSpPr>
        <p:spPr>
          <a:xfrm flipH="1" flipV="1">
            <a:off x="6827633" y="2692244"/>
            <a:ext cx="189541" cy="470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recto de flecha 22">
            <a:extLst>
              <a:ext uri="{FF2B5EF4-FFF2-40B4-BE49-F238E27FC236}">
                <a16:creationId xmlns:a16="http://schemas.microsoft.com/office/drawing/2014/main" id="{FE8C12D7-B0F2-AEAF-4C7A-AE3ADB0617B7}"/>
              </a:ext>
            </a:extLst>
          </p:cNvPr>
          <p:cNvCxnSpPr>
            <a:cxnSpLocks/>
          </p:cNvCxnSpPr>
          <p:nvPr/>
        </p:nvCxnSpPr>
        <p:spPr>
          <a:xfrm>
            <a:off x="7092676" y="2386835"/>
            <a:ext cx="3416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recto de flecha 23">
            <a:extLst>
              <a:ext uri="{FF2B5EF4-FFF2-40B4-BE49-F238E27FC236}">
                <a16:creationId xmlns:a16="http://schemas.microsoft.com/office/drawing/2014/main" id="{7B0AAFA5-E7BA-0076-865B-046B959C9505}"/>
              </a:ext>
            </a:extLst>
          </p:cNvPr>
          <p:cNvCxnSpPr>
            <a:cxnSpLocks/>
          </p:cNvCxnSpPr>
          <p:nvPr/>
        </p:nvCxnSpPr>
        <p:spPr>
          <a:xfrm flipV="1">
            <a:off x="7110273" y="3740527"/>
            <a:ext cx="0" cy="4056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0F44671B-EEC8-0D7D-6208-A7357B48F845}"/>
              </a:ext>
            </a:extLst>
          </p:cNvPr>
          <p:cNvSpPr/>
          <p:nvPr/>
        </p:nvSpPr>
        <p:spPr>
          <a:xfrm>
            <a:off x="4389242" y="2897078"/>
            <a:ext cx="470263" cy="437605"/>
          </a:xfrm>
          <a:prstGeom prst="ellipse">
            <a:avLst/>
          </a:prstGeom>
          <a:solidFill>
            <a:schemeClr val="accent5">
              <a:lumMod val="20000"/>
              <a:lumOff val="80000"/>
              <a:alpha val="20000"/>
            </a:schemeClr>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32" name="CuadroTexto 31">
            <a:extLst>
              <a:ext uri="{FF2B5EF4-FFF2-40B4-BE49-F238E27FC236}">
                <a16:creationId xmlns:a16="http://schemas.microsoft.com/office/drawing/2014/main" id="{A4EA0C1E-21DD-1407-D862-C79CD175F5C7}"/>
              </a:ext>
            </a:extLst>
          </p:cNvPr>
          <p:cNvSpPr txBox="1"/>
          <p:nvPr/>
        </p:nvSpPr>
        <p:spPr>
          <a:xfrm>
            <a:off x="4419718" y="3008158"/>
            <a:ext cx="470263" cy="215444"/>
          </a:xfrm>
          <a:prstGeom prst="rect">
            <a:avLst/>
          </a:prstGeom>
          <a:noFill/>
        </p:spPr>
        <p:txBody>
          <a:bodyPr wrap="square" rtlCol="0">
            <a:spAutoFit/>
          </a:bodyPr>
          <a:lstStyle>
            <a:defPPr>
              <a:defRPr lang="es-ES"/>
            </a:defPPr>
            <a:lvl1pPr>
              <a:defRPr sz="800">
                <a:solidFill>
                  <a:srgbClr val="5CBDCA"/>
                </a:solidFill>
              </a:defRPr>
            </a:lvl1pPr>
          </a:lstStyle>
          <a:p>
            <a:r>
              <a:rPr lang="es-ES" dirty="0">
                <a:solidFill>
                  <a:schemeClr val="tx1"/>
                </a:solidFill>
              </a:rPr>
              <a:t>PT00</a:t>
            </a:r>
          </a:p>
        </p:txBody>
      </p:sp>
      <p:sp>
        <p:nvSpPr>
          <p:cNvPr id="33" name="Elipse 32">
            <a:extLst>
              <a:ext uri="{FF2B5EF4-FFF2-40B4-BE49-F238E27FC236}">
                <a16:creationId xmlns:a16="http://schemas.microsoft.com/office/drawing/2014/main" id="{1747B8C0-D2A2-5E87-0952-AA9C33E4B261}"/>
              </a:ext>
            </a:extLst>
          </p:cNvPr>
          <p:cNvSpPr/>
          <p:nvPr/>
        </p:nvSpPr>
        <p:spPr>
          <a:xfrm>
            <a:off x="5577160" y="2890891"/>
            <a:ext cx="470263" cy="437605"/>
          </a:xfrm>
          <a:prstGeom prst="ellipse">
            <a:avLst/>
          </a:prstGeom>
          <a:solidFill>
            <a:schemeClr val="accent5">
              <a:lumMod val="20000"/>
              <a:lumOff val="80000"/>
              <a:alpha val="20000"/>
            </a:schemeClr>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34" name="CuadroTexto 33">
            <a:extLst>
              <a:ext uri="{FF2B5EF4-FFF2-40B4-BE49-F238E27FC236}">
                <a16:creationId xmlns:a16="http://schemas.microsoft.com/office/drawing/2014/main" id="{05C53152-5632-4EA0-0F1B-F1767877379C}"/>
              </a:ext>
            </a:extLst>
          </p:cNvPr>
          <p:cNvSpPr txBox="1"/>
          <p:nvPr/>
        </p:nvSpPr>
        <p:spPr>
          <a:xfrm>
            <a:off x="5591419" y="3008158"/>
            <a:ext cx="470263" cy="215444"/>
          </a:xfrm>
          <a:prstGeom prst="rect">
            <a:avLst/>
          </a:prstGeom>
          <a:noFill/>
        </p:spPr>
        <p:txBody>
          <a:bodyPr wrap="square" rtlCol="0">
            <a:spAutoFit/>
          </a:bodyPr>
          <a:lstStyle>
            <a:defPPr>
              <a:defRPr lang="es-ES"/>
            </a:defPPr>
            <a:lvl1pPr>
              <a:defRPr sz="800">
                <a:solidFill>
                  <a:srgbClr val="5CBDCA"/>
                </a:solidFill>
              </a:defRPr>
            </a:lvl1pPr>
          </a:lstStyle>
          <a:p>
            <a:r>
              <a:rPr lang="es-ES" dirty="0">
                <a:solidFill>
                  <a:schemeClr val="tx1"/>
                </a:solidFill>
              </a:rPr>
              <a:t>ES00</a:t>
            </a:r>
          </a:p>
        </p:txBody>
      </p:sp>
      <p:sp>
        <p:nvSpPr>
          <p:cNvPr id="35" name="Elipse 34">
            <a:extLst>
              <a:ext uri="{FF2B5EF4-FFF2-40B4-BE49-F238E27FC236}">
                <a16:creationId xmlns:a16="http://schemas.microsoft.com/office/drawing/2014/main" id="{849FCEE6-24A1-1154-66E7-754F605C0081}"/>
              </a:ext>
            </a:extLst>
          </p:cNvPr>
          <p:cNvSpPr/>
          <p:nvPr/>
        </p:nvSpPr>
        <p:spPr>
          <a:xfrm>
            <a:off x="5556594" y="1801014"/>
            <a:ext cx="470263" cy="437605"/>
          </a:xfrm>
          <a:prstGeom prst="ellipse">
            <a:avLst/>
          </a:prstGeom>
          <a:solidFill>
            <a:schemeClr val="accent5">
              <a:lumMod val="20000"/>
              <a:lumOff val="80000"/>
              <a:alpha val="20000"/>
            </a:schemeClr>
          </a:solidFill>
          <a:ln w="9525">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36" name="CuadroTexto 35">
            <a:extLst>
              <a:ext uri="{FF2B5EF4-FFF2-40B4-BE49-F238E27FC236}">
                <a16:creationId xmlns:a16="http://schemas.microsoft.com/office/drawing/2014/main" id="{096A5FE8-2EE5-5832-1AD5-A89214E351E6}"/>
              </a:ext>
            </a:extLst>
          </p:cNvPr>
          <p:cNvSpPr txBox="1"/>
          <p:nvPr/>
        </p:nvSpPr>
        <p:spPr>
          <a:xfrm>
            <a:off x="5587070" y="1912094"/>
            <a:ext cx="470263" cy="215444"/>
          </a:xfrm>
          <a:prstGeom prst="rect">
            <a:avLst/>
          </a:prstGeom>
          <a:noFill/>
        </p:spPr>
        <p:txBody>
          <a:bodyPr wrap="square" rtlCol="0">
            <a:spAutoFit/>
          </a:bodyPr>
          <a:lstStyle>
            <a:defPPr>
              <a:defRPr lang="es-ES"/>
            </a:defPPr>
            <a:lvl1pPr>
              <a:defRPr sz="800">
                <a:solidFill>
                  <a:srgbClr val="5CBDCA"/>
                </a:solidFill>
              </a:defRPr>
            </a:lvl1pPr>
          </a:lstStyle>
          <a:p>
            <a:r>
              <a:rPr lang="es-ES" dirty="0">
                <a:solidFill>
                  <a:schemeClr val="tx1"/>
                </a:solidFill>
              </a:rPr>
              <a:t>FR00</a:t>
            </a:r>
          </a:p>
        </p:txBody>
      </p:sp>
      <p:cxnSp>
        <p:nvCxnSpPr>
          <p:cNvPr id="37" name="Conector recto de flecha 36">
            <a:extLst>
              <a:ext uri="{FF2B5EF4-FFF2-40B4-BE49-F238E27FC236}">
                <a16:creationId xmlns:a16="http://schemas.microsoft.com/office/drawing/2014/main" id="{C5AC70E1-D1CE-E64D-2E12-9E73259E52B9}"/>
              </a:ext>
            </a:extLst>
          </p:cNvPr>
          <p:cNvCxnSpPr>
            <a:cxnSpLocks/>
          </p:cNvCxnSpPr>
          <p:nvPr/>
        </p:nvCxnSpPr>
        <p:spPr>
          <a:xfrm>
            <a:off x="4943690" y="3118156"/>
            <a:ext cx="524312" cy="0"/>
          </a:xfrm>
          <a:prstGeom prst="straightConnector1">
            <a:avLst/>
          </a:prstGeom>
          <a:ln>
            <a:headEnd type="triangle"/>
            <a:tailEnd type="triangle"/>
          </a:ln>
        </p:spPr>
        <p:style>
          <a:lnRef idx="1">
            <a:schemeClr val="accent5"/>
          </a:lnRef>
          <a:fillRef idx="0">
            <a:schemeClr val="accent5"/>
          </a:fillRef>
          <a:effectRef idx="0">
            <a:schemeClr val="accent5"/>
          </a:effectRef>
          <a:fontRef idx="minor">
            <a:schemeClr val="tx1"/>
          </a:fontRef>
        </p:style>
      </p:cxnSp>
      <p:cxnSp>
        <p:nvCxnSpPr>
          <p:cNvPr id="39" name="Conector recto de flecha 38">
            <a:extLst>
              <a:ext uri="{FF2B5EF4-FFF2-40B4-BE49-F238E27FC236}">
                <a16:creationId xmlns:a16="http://schemas.microsoft.com/office/drawing/2014/main" id="{7440BE1C-2D82-B75E-2EB4-714F0CCB758E}"/>
              </a:ext>
            </a:extLst>
          </p:cNvPr>
          <p:cNvCxnSpPr>
            <a:cxnSpLocks/>
          </p:cNvCxnSpPr>
          <p:nvPr/>
        </p:nvCxnSpPr>
        <p:spPr>
          <a:xfrm flipV="1">
            <a:off x="5812291" y="2342719"/>
            <a:ext cx="0" cy="443335"/>
          </a:xfrm>
          <a:prstGeom prst="straightConnector1">
            <a:avLst/>
          </a:prstGeom>
          <a:ln>
            <a:headEnd type="triangle"/>
            <a:tailEnd type="triangle"/>
          </a:ln>
        </p:spPr>
        <p:style>
          <a:lnRef idx="1">
            <a:schemeClr val="accent5"/>
          </a:lnRef>
          <a:fillRef idx="0">
            <a:schemeClr val="accent5"/>
          </a:fillRef>
          <a:effectRef idx="0">
            <a:schemeClr val="accent5"/>
          </a:effectRef>
          <a:fontRef idx="minor">
            <a:schemeClr val="tx1"/>
          </a:fontRef>
        </p:style>
      </p:cxnSp>
      <p:cxnSp>
        <p:nvCxnSpPr>
          <p:cNvPr id="54" name="Conector recto de flecha 53">
            <a:extLst>
              <a:ext uri="{FF2B5EF4-FFF2-40B4-BE49-F238E27FC236}">
                <a16:creationId xmlns:a16="http://schemas.microsoft.com/office/drawing/2014/main" id="{28693FC1-7F06-5307-C35D-C796C7F977CA}"/>
              </a:ext>
            </a:extLst>
          </p:cNvPr>
          <p:cNvCxnSpPr>
            <a:cxnSpLocks/>
          </p:cNvCxnSpPr>
          <p:nvPr/>
        </p:nvCxnSpPr>
        <p:spPr>
          <a:xfrm>
            <a:off x="6201365" y="3223602"/>
            <a:ext cx="550360" cy="155125"/>
          </a:xfrm>
          <a:prstGeom prst="straightConnector1">
            <a:avLst/>
          </a:prstGeom>
          <a:ln>
            <a:solidFill>
              <a:srgbClr val="C00000"/>
            </a:solidFill>
            <a:tailEnd type="triangle"/>
          </a:ln>
        </p:spPr>
        <p:style>
          <a:lnRef idx="1">
            <a:schemeClr val="dk1"/>
          </a:lnRef>
          <a:fillRef idx="0">
            <a:schemeClr val="dk1"/>
          </a:fillRef>
          <a:effectRef idx="0">
            <a:schemeClr val="dk1"/>
          </a:effectRef>
          <a:fontRef idx="minor">
            <a:schemeClr val="tx1"/>
          </a:fontRef>
        </p:style>
      </p:cxnSp>
      <p:pic>
        <p:nvPicPr>
          <p:cNvPr id="60" name="Imagen 59">
            <a:extLst>
              <a:ext uri="{FF2B5EF4-FFF2-40B4-BE49-F238E27FC236}">
                <a16:creationId xmlns:a16="http://schemas.microsoft.com/office/drawing/2014/main" id="{0523A8A9-0B5C-1FFC-71A0-55709E99DD8A}"/>
              </a:ext>
            </a:extLst>
          </p:cNvPr>
          <p:cNvPicPr>
            <a:picLocks noChangeAspect="1"/>
          </p:cNvPicPr>
          <p:nvPr/>
        </p:nvPicPr>
        <p:blipFill>
          <a:blip r:embed="rId3"/>
          <a:srcRect t="4774"/>
          <a:stretch>
            <a:fillRect/>
          </a:stretch>
        </p:blipFill>
        <p:spPr>
          <a:xfrm>
            <a:off x="679152" y="888626"/>
            <a:ext cx="3305868" cy="3611968"/>
          </a:xfrm>
          <a:prstGeom prst="rect">
            <a:avLst/>
          </a:prstGeom>
        </p:spPr>
      </p:pic>
      <p:sp>
        <p:nvSpPr>
          <p:cNvPr id="4" name="CuadroTexto 3">
            <a:extLst>
              <a:ext uri="{FF2B5EF4-FFF2-40B4-BE49-F238E27FC236}">
                <a16:creationId xmlns:a16="http://schemas.microsoft.com/office/drawing/2014/main" id="{E48966BE-A529-4DF5-BEB8-44F8CBAAD7AF}"/>
              </a:ext>
            </a:extLst>
          </p:cNvPr>
          <p:cNvSpPr txBox="1"/>
          <p:nvPr/>
        </p:nvSpPr>
        <p:spPr>
          <a:xfrm>
            <a:off x="251707" y="470370"/>
            <a:ext cx="4572000" cy="246221"/>
          </a:xfrm>
          <a:prstGeom prst="rect">
            <a:avLst/>
          </a:prstGeom>
          <a:noFill/>
        </p:spPr>
        <p:txBody>
          <a:bodyPr wrap="square">
            <a:spAutoFit/>
          </a:bodyPr>
          <a:lstStyle/>
          <a:p>
            <a:r>
              <a:rPr lang="es-ES" sz="1000" b="1" dirty="0">
                <a:solidFill>
                  <a:srgbClr val="5CBDCA"/>
                </a:solidFill>
              </a:rPr>
              <a:t>2.  ¿ Y ahora?</a:t>
            </a:r>
          </a:p>
        </p:txBody>
      </p:sp>
      <p:sp>
        <p:nvSpPr>
          <p:cNvPr id="6" name="Elipse 5">
            <a:extLst>
              <a:ext uri="{FF2B5EF4-FFF2-40B4-BE49-F238E27FC236}">
                <a16:creationId xmlns:a16="http://schemas.microsoft.com/office/drawing/2014/main" id="{6F4408B7-FF9B-7D58-4895-7585C837CD86}"/>
              </a:ext>
            </a:extLst>
          </p:cNvPr>
          <p:cNvSpPr/>
          <p:nvPr/>
        </p:nvSpPr>
        <p:spPr>
          <a:xfrm>
            <a:off x="4686444" y="3573090"/>
            <a:ext cx="292193" cy="290859"/>
          </a:xfrm>
          <a:prstGeom prst="ellipse">
            <a:avLst/>
          </a:prstGeom>
          <a:solidFill>
            <a:schemeClr val="bg2">
              <a:lumMod val="90000"/>
              <a:alpha val="20000"/>
            </a:schemeClr>
          </a:solidFill>
          <a:ln w="9525">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25" name="Elipse 24">
            <a:extLst>
              <a:ext uri="{FF2B5EF4-FFF2-40B4-BE49-F238E27FC236}">
                <a16:creationId xmlns:a16="http://schemas.microsoft.com/office/drawing/2014/main" id="{507605FB-9611-BBAF-4582-18F96FCEB6BF}"/>
              </a:ext>
            </a:extLst>
          </p:cNvPr>
          <p:cNvSpPr/>
          <p:nvPr/>
        </p:nvSpPr>
        <p:spPr>
          <a:xfrm>
            <a:off x="4237000" y="3552501"/>
            <a:ext cx="292193" cy="290859"/>
          </a:xfrm>
          <a:prstGeom prst="ellipse">
            <a:avLst/>
          </a:prstGeom>
          <a:solidFill>
            <a:schemeClr val="bg2">
              <a:lumMod val="90000"/>
              <a:alpha val="20000"/>
            </a:schemeClr>
          </a:solidFill>
          <a:ln w="9525">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26" name="CuadroTexto 25">
            <a:extLst>
              <a:ext uri="{FF2B5EF4-FFF2-40B4-BE49-F238E27FC236}">
                <a16:creationId xmlns:a16="http://schemas.microsoft.com/office/drawing/2014/main" id="{EFACCE49-B692-FCD6-6419-EB68A44BD854}"/>
              </a:ext>
            </a:extLst>
          </p:cNvPr>
          <p:cNvSpPr txBox="1"/>
          <p:nvPr/>
        </p:nvSpPr>
        <p:spPr>
          <a:xfrm>
            <a:off x="4664426" y="3633880"/>
            <a:ext cx="470263" cy="169277"/>
          </a:xfrm>
          <a:prstGeom prst="rect">
            <a:avLst/>
          </a:prstGeom>
          <a:noFill/>
        </p:spPr>
        <p:txBody>
          <a:bodyPr wrap="square" rtlCol="0">
            <a:spAutoFit/>
          </a:bodyPr>
          <a:lstStyle>
            <a:defPPr>
              <a:defRPr lang="es-ES"/>
            </a:defPPr>
            <a:lvl1pPr>
              <a:defRPr sz="800">
                <a:solidFill>
                  <a:srgbClr val="5CBDCA"/>
                </a:solidFill>
              </a:defRPr>
            </a:lvl1pPr>
          </a:lstStyle>
          <a:p>
            <a:r>
              <a:rPr lang="es-ES" sz="500" dirty="0">
                <a:solidFill>
                  <a:schemeClr val="tx1"/>
                </a:solidFill>
              </a:rPr>
              <a:t>CCGT</a:t>
            </a:r>
          </a:p>
        </p:txBody>
      </p:sp>
      <p:sp>
        <p:nvSpPr>
          <p:cNvPr id="27" name="CuadroTexto 26">
            <a:extLst>
              <a:ext uri="{FF2B5EF4-FFF2-40B4-BE49-F238E27FC236}">
                <a16:creationId xmlns:a16="http://schemas.microsoft.com/office/drawing/2014/main" id="{A9E13A3E-B381-F30E-4374-C6A06B96FCCF}"/>
              </a:ext>
            </a:extLst>
          </p:cNvPr>
          <p:cNvSpPr txBox="1"/>
          <p:nvPr/>
        </p:nvSpPr>
        <p:spPr>
          <a:xfrm>
            <a:off x="4192265" y="3613291"/>
            <a:ext cx="470263" cy="169277"/>
          </a:xfrm>
          <a:prstGeom prst="rect">
            <a:avLst/>
          </a:prstGeom>
          <a:noFill/>
        </p:spPr>
        <p:txBody>
          <a:bodyPr wrap="square" rtlCol="0">
            <a:spAutoFit/>
          </a:bodyPr>
          <a:lstStyle>
            <a:defPPr>
              <a:defRPr lang="es-ES"/>
            </a:defPPr>
            <a:lvl1pPr>
              <a:defRPr sz="800">
                <a:solidFill>
                  <a:srgbClr val="5CBDCA"/>
                </a:solidFill>
              </a:defRPr>
            </a:lvl1pPr>
          </a:lstStyle>
          <a:p>
            <a:r>
              <a:rPr lang="es-ES" sz="500" dirty="0">
                <a:solidFill>
                  <a:schemeClr val="tx1"/>
                </a:solidFill>
              </a:rPr>
              <a:t>Water</a:t>
            </a:r>
          </a:p>
        </p:txBody>
      </p:sp>
      <p:cxnSp>
        <p:nvCxnSpPr>
          <p:cNvPr id="28" name="Conector: curvado 27">
            <a:extLst>
              <a:ext uri="{FF2B5EF4-FFF2-40B4-BE49-F238E27FC236}">
                <a16:creationId xmlns:a16="http://schemas.microsoft.com/office/drawing/2014/main" id="{D348A213-D04D-5530-BD18-69045F041241}"/>
              </a:ext>
            </a:extLst>
          </p:cNvPr>
          <p:cNvCxnSpPr>
            <a:cxnSpLocks/>
            <a:stCxn id="6" idx="0"/>
            <a:endCxn id="31" idx="5"/>
          </p:cNvCxnSpPr>
          <p:nvPr/>
        </p:nvCxnSpPr>
        <p:spPr>
          <a:xfrm rot="16200000" flipV="1">
            <a:off x="4660343" y="3400892"/>
            <a:ext cx="302493" cy="41904"/>
          </a:xfrm>
          <a:prstGeom prst="curvedConnector3">
            <a:avLst>
              <a:gd name="adj1" fmla="val 50000"/>
            </a:avLst>
          </a:prstGeom>
          <a:ln>
            <a:solidFill>
              <a:schemeClr val="bg2">
                <a:lumMod val="9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9" name="Conector: curvado 28">
            <a:extLst>
              <a:ext uri="{FF2B5EF4-FFF2-40B4-BE49-F238E27FC236}">
                <a16:creationId xmlns:a16="http://schemas.microsoft.com/office/drawing/2014/main" id="{B1BC66F9-12AF-FFCF-1961-7110E3ABBA18}"/>
              </a:ext>
            </a:extLst>
          </p:cNvPr>
          <p:cNvCxnSpPr>
            <a:cxnSpLocks/>
            <a:stCxn id="25" idx="0"/>
            <a:endCxn id="31" idx="3"/>
          </p:cNvCxnSpPr>
          <p:nvPr/>
        </p:nvCxnSpPr>
        <p:spPr>
          <a:xfrm rot="5400000" flipH="1" flipV="1">
            <a:off x="4279651" y="3374043"/>
            <a:ext cx="281904" cy="75013"/>
          </a:xfrm>
          <a:prstGeom prst="curvedConnector3">
            <a:avLst>
              <a:gd name="adj1" fmla="val 50000"/>
            </a:avLst>
          </a:prstGeom>
          <a:ln>
            <a:solidFill>
              <a:schemeClr val="bg2">
                <a:lumMod val="9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2" name="Elipse 41">
            <a:extLst>
              <a:ext uri="{FF2B5EF4-FFF2-40B4-BE49-F238E27FC236}">
                <a16:creationId xmlns:a16="http://schemas.microsoft.com/office/drawing/2014/main" id="{7ACA1B2F-732E-679B-CD5B-5AE2C8CCCD67}"/>
              </a:ext>
            </a:extLst>
          </p:cNvPr>
          <p:cNvSpPr/>
          <p:nvPr/>
        </p:nvSpPr>
        <p:spPr>
          <a:xfrm>
            <a:off x="5156707" y="2410666"/>
            <a:ext cx="292193" cy="290859"/>
          </a:xfrm>
          <a:prstGeom prst="ellipse">
            <a:avLst/>
          </a:prstGeom>
          <a:solidFill>
            <a:schemeClr val="bg2">
              <a:lumMod val="90000"/>
              <a:alpha val="20000"/>
            </a:schemeClr>
          </a:solidFill>
          <a:ln w="9525">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43" name="Elipse 42">
            <a:extLst>
              <a:ext uri="{FF2B5EF4-FFF2-40B4-BE49-F238E27FC236}">
                <a16:creationId xmlns:a16="http://schemas.microsoft.com/office/drawing/2014/main" id="{0307638A-8694-7C4C-DAFC-2D72E97F7A49}"/>
              </a:ext>
            </a:extLst>
          </p:cNvPr>
          <p:cNvSpPr/>
          <p:nvPr/>
        </p:nvSpPr>
        <p:spPr>
          <a:xfrm>
            <a:off x="4707263" y="2390077"/>
            <a:ext cx="292193" cy="290859"/>
          </a:xfrm>
          <a:prstGeom prst="ellipse">
            <a:avLst/>
          </a:prstGeom>
          <a:solidFill>
            <a:schemeClr val="bg2">
              <a:lumMod val="90000"/>
              <a:alpha val="20000"/>
            </a:schemeClr>
          </a:solidFill>
          <a:ln w="9525">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44" name="CuadroTexto 43">
            <a:extLst>
              <a:ext uri="{FF2B5EF4-FFF2-40B4-BE49-F238E27FC236}">
                <a16:creationId xmlns:a16="http://schemas.microsoft.com/office/drawing/2014/main" id="{B6CA6112-5F71-E0D0-0F09-08B546D115AD}"/>
              </a:ext>
            </a:extLst>
          </p:cNvPr>
          <p:cNvSpPr txBox="1"/>
          <p:nvPr/>
        </p:nvSpPr>
        <p:spPr>
          <a:xfrm>
            <a:off x="4662528" y="2450867"/>
            <a:ext cx="470263" cy="169277"/>
          </a:xfrm>
          <a:prstGeom prst="rect">
            <a:avLst/>
          </a:prstGeom>
          <a:noFill/>
        </p:spPr>
        <p:txBody>
          <a:bodyPr wrap="square" rtlCol="0">
            <a:spAutoFit/>
          </a:bodyPr>
          <a:lstStyle>
            <a:defPPr>
              <a:defRPr lang="es-ES"/>
            </a:defPPr>
            <a:lvl1pPr>
              <a:defRPr sz="800">
                <a:solidFill>
                  <a:srgbClr val="5CBDCA"/>
                </a:solidFill>
              </a:defRPr>
            </a:lvl1pPr>
          </a:lstStyle>
          <a:p>
            <a:r>
              <a:rPr lang="es-ES" sz="500" dirty="0">
                <a:solidFill>
                  <a:schemeClr val="tx1"/>
                </a:solidFill>
              </a:rPr>
              <a:t>Water</a:t>
            </a:r>
          </a:p>
        </p:txBody>
      </p:sp>
      <p:sp>
        <p:nvSpPr>
          <p:cNvPr id="45" name="CuadroTexto 44">
            <a:extLst>
              <a:ext uri="{FF2B5EF4-FFF2-40B4-BE49-F238E27FC236}">
                <a16:creationId xmlns:a16="http://schemas.microsoft.com/office/drawing/2014/main" id="{B4C7B5A6-EC4B-73C7-09BA-C0FA12E9E3C9}"/>
              </a:ext>
            </a:extLst>
          </p:cNvPr>
          <p:cNvSpPr txBox="1"/>
          <p:nvPr/>
        </p:nvSpPr>
        <p:spPr>
          <a:xfrm>
            <a:off x="5127715" y="2471456"/>
            <a:ext cx="470263" cy="169277"/>
          </a:xfrm>
          <a:prstGeom prst="rect">
            <a:avLst/>
          </a:prstGeom>
          <a:noFill/>
        </p:spPr>
        <p:txBody>
          <a:bodyPr wrap="square" rtlCol="0">
            <a:spAutoFit/>
          </a:bodyPr>
          <a:lstStyle>
            <a:defPPr>
              <a:defRPr lang="es-ES"/>
            </a:defPPr>
            <a:lvl1pPr>
              <a:defRPr sz="800">
                <a:solidFill>
                  <a:srgbClr val="5CBDCA"/>
                </a:solidFill>
              </a:defRPr>
            </a:lvl1pPr>
          </a:lstStyle>
          <a:p>
            <a:r>
              <a:rPr lang="es-ES" sz="500" dirty="0">
                <a:solidFill>
                  <a:schemeClr val="tx1"/>
                </a:solidFill>
              </a:rPr>
              <a:t>CCGT</a:t>
            </a:r>
          </a:p>
        </p:txBody>
      </p:sp>
      <p:cxnSp>
        <p:nvCxnSpPr>
          <p:cNvPr id="46" name="Conector: curvado 45">
            <a:extLst>
              <a:ext uri="{FF2B5EF4-FFF2-40B4-BE49-F238E27FC236}">
                <a16:creationId xmlns:a16="http://schemas.microsoft.com/office/drawing/2014/main" id="{2A41D406-5EEF-A6F4-A31A-BEDB78AF3B10}"/>
              </a:ext>
            </a:extLst>
          </p:cNvPr>
          <p:cNvCxnSpPr>
            <a:cxnSpLocks/>
            <a:stCxn id="42" idx="5"/>
            <a:endCxn id="33" idx="0"/>
          </p:cNvCxnSpPr>
          <p:nvPr/>
        </p:nvCxnSpPr>
        <p:spPr>
          <a:xfrm rot="16200000" flipH="1">
            <a:off x="5493220" y="2571818"/>
            <a:ext cx="231961" cy="406183"/>
          </a:xfrm>
          <a:prstGeom prst="curvedConnector3">
            <a:avLst>
              <a:gd name="adj1" fmla="val 50000"/>
            </a:avLst>
          </a:prstGeom>
          <a:ln>
            <a:solidFill>
              <a:schemeClr val="bg2">
                <a:lumMod val="9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49" name="Conector: curvado 48">
            <a:extLst>
              <a:ext uri="{FF2B5EF4-FFF2-40B4-BE49-F238E27FC236}">
                <a16:creationId xmlns:a16="http://schemas.microsoft.com/office/drawing/2014/main" id="{CC564C18-36D9-6D8E-F65B-4F8B731987E6}"/>
              </a:ext>
            </a:extLst>
          </p:cNvPr>
          <p:cNvCxnSpPr>
            <a:cxnSpLocks/>
            <a:stCxn id="43" idx="4"/>
            <a:endCxn id="33" idx="1"/>
          </p:cNvCxnSpPr>
          <p:nvPr/>
        </p:nvCxnSpPr>
        <p:spPr>
          <a:xfrm rot="16200000" flipH="1">
            <a:off x="5112674" y="2421622"/>
            <a:ext cx="274041" cy="792668"/>
          </a:xfrm>
          <a:prstGeom prst="curvedConnector3">
            <a:avLst>
              <a:gd name="adj1" fmla="val 50000"/>
            </a:avLst>
          </a:prstGeom>
          <a:ln>
            <a:solidFill>
              <a:schemeClr val="bg2">
                <a:lumMod val="9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55" name="Elipse 54">
            <a:extLst>
              <a:ext uri="{FF2B5EF4-FFF2-40B4-BE49-F238E27FC236}">
                <a16:creationId xmlns:a16="http://schemas.microsoft.com/office/drawing/2014/main" id="{70B7130F-0B6A-E8FF-E5A5-A7AF650F2909}"/>
              </a:ext>
            </a:extLst>
          </p:cNvPr>
          <p:cNvSpPr/>
          <p:nvPr/>
        </p:nvSpPr>
        <p:spPr>
          <a:xfrm>
            <a:off x="5725018" y="4312898"/>
            <a:ext cx="292193" cy="290859"/>
          </a:xfrm>
          <a:prstGeom prst="ellipse">
            <a:avLst/>
          </a:prstGeom>
          <a:solidFill>
            <a:schemeClr val="bg2">
              <a:lumMod val="90000"/>
              <a:alpha val="20000"/>
            </a:schemeClr>
          </a:solidFill>
          <a:ln w="9525">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56" name="CuadroTexto 55">
            <a:extLst>
              <a:ext uri="{FF2B5EF4-FFF2-40B4-BE49-F238E27FC236}">
                <a16:creationId xmlns:a16="http://schemas.microsoft.com/office/drawing/2014/main" id="{B991E20D-4084-86F1-2D97-AFB3D1B57E43}"/>
              </a:ext>
            </a:extLst>
          </p:cNvPr>
          <p:cNvSpPr txBox="1"/>
          <p:nvPr/>
        </p:nvSpPr>
        <p:spPr>
          <a:xfrm>
            <a:off x="5691893" y="4373688"/>
            <a:ext cx="470263" cy="169277"/>
          </a:xfrm>
          <a:prstGeom prst="rect">
            <a:avLst/>
          </a:prstGeom>
          <a:noFill/>
        </p:spPr>
        <p:txBody>
          <a:bodyPr wrap="square" rtlCol="0">
            <a:spAutoFit/>
          </a:bodyPr>
          <a:lstStyle>
            <a:defPPr>
              <a:defRPr lang="es-ES"/>
            </a:defPPr>
            <a:lvl1pPr>
              <a:defRPr sz="800">
                <a:solidFill>
                  <a:srgbClr val="5CBDCA"/>
                </a:solidFill>
              </a:defRPr>
            </a:lvl1pPr>
          </a:lstStyle>
          <a:p>
            <a:r>
              <a:rPr lang="es-ES" sz="500" dirty="0">
                <a:solidFill>
                  <a:schemeClr val="tx1"/>
                </a:solidFill>
              </a:rPr>
              <a:t>DRES</a:t>
            </a:r>
          </a:p>
        </p:txBody>
      </p:sp>
      <p:cxnSp>
        <p:nvCxnSpPr>
          <p:cNvPr id="57" name="Conector: curvado 56">
            <a:extLst>
              <a:ext uri="{FF2B5EF4-FFF2-40B4-BE49-F238E27FC236}">
                <a16:creationId xmlns:a16="http://schemas.microsoft.com/office/drawing/2014/main" id="{FB941E38-6558-49E4-EA2C-73747BD1DBE7}"/>
              </a:ext>
            </a:extLst>
          </p:cNvPr>
          <p:cNvCxnSpPr>
            <a:cxnSpLocks/>
            <a:stCxn id="55" idx="0"/>
            <a:endCxn id="12" idx="4"/>
          </p:cNvCxnSpPr>
          <p:nvPr/>
        </p:nvCxnSpPr>
        <p:spPr>
          <a:xfrm rot="5400000" flipH="1" flipV="1">
            <a:off x="5809924" y="4207407"/>
            <a:ext cx="166683" cy="44300"/>
          </a:xfrm>
          <a:prstGeom prst="curvedConnector3">
            <a:avLst>
              <a:gd name="adj1" fmla="val 50000"/>
            </a:avLst>
          </a:prstGeom>
          <a:ln>
            <a:solidFill>
              <a:schemeClr val="bg2">
                <a:lumMod val="9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58" name="Elipse 57">
            <a:extLst>
              <a:ext uri="{FF2B5EF4-FFF2-40B4-BE49-F238E27FC236}">
                <a16:creationId xmlns:a16="http://schemas.microsoft.com/office/drawing/2014/main" id="{3581B85E-9412-6411-B25D-9C61B9FDFC22}"/>
              </a:ext>
            </a:extLst>
          </p:cNvPr>
          <p:cNvSpPr/>
          <p:nvPr/>
        </p:nvSpPr>
        <p:spPr>
          <a:xfrm>
            <a:off x="7731795" y="3782568"/>
            <a:ext cx="292193" cy="290859"/>
          </a:xfrm>
          <a:prstGeom prst="ellipse">
            <a:avLst/>
          </a:prstGeom>
          <a:solidFill>
            <a:schemeClr val="bg2">
              <a:lumMod val="90000"/>
              <a:alpha val="20000"/>
            </a:schemeClr>
          </a:solidFill>
          <a:ln w="9525">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59" name="CuadroTexto 58">
            <a:extLst>
              <a:ext uri="{FF2B5EF4-FFF2-40B4-BE49-F238E27FC236}">
                <a16:creationId xmlns:a16="http://schemas.microsoft.com/office/drawing/2014/main" id="{6112571F-6BA9-C0D9-B58E-BB9F5A94310F}"/>
              </a:ext>
            </a:extLst>
          </p:cNvPr>
          <p:cNvSpPr txBox="1"/>
          <p:nvPr/>
        </p:nvSpPr>
        <p:spPr>
          <a:xfrm>
            <a:off x="7687060" y="3843358"/>
            <a:ext cx="470263" cy="169277"/>
          </a:xfrm>
          <a:prstGeom prst="rect">
            <a:avLst/>
          </a:prstGeom>
          <a:noFill/>
        </p:spPr>
        <p:txBody>
          <a:bodyPr wrap="square" rtlCol="0">
            <a:spAutoFit/>
          </a:bodyPr>
          <a:lstStyle>
            <a:defPPr>
              <a:defRPr lang="es-ES"/>
            </a:defPPr>
            <a:lvl1pPr>
              <a:defRPr sz="800">
                <a:solidFill>
                  <a:srgbClr val="5CBDCA"/>
                </a:solidFill>
              </a:defRPr>
            </a:lvl1pPr>
          </a:lstStyle>
          <a:p>
            <a:r>
              <a:rPr lang="es-ES" sz="500" dirty="0">
                <a:solidFill>
                  <a:schemeClr val="tx1"/>
                </a:solidFill>
              </a:rPr>
              <a:t>SRES</a:t>
            </a:r>
          </a:p>
        </p:txBody>
      </p:sp>
      <p:cxnSp>
        <p:nvCxnSpPr>
          <p:cNvPr id="61" name="Conector: curvado 60">
            <a:extLst>
              <a:ext uri="{FF2B5EF4-FFF2-40B4-BE49-F238E27FC236}">
                <a16:creationId xmlns:a16="http://schemas.microsoft.com/office/drawing/2014/main" id="{489E6E4E-114F-903F-8163-3A4ED33C3897}"/>
              </a:ext>
            </a:extLst>
          </p:cNvPr>
          <p:cNvCxnSpPr>
            <a:cxnSpLocks/>
            <a:stCxn id="58" idx="1"/>
            <a:endCxn id="10" idx="5"/>
          </p:cNvCxnSpPr>
          <p:nvPr/>
        </p:nvCxnSpPr>
        <p:spPr>
          <a:xfrm rot="16200000" flipV="1">
            <a:off x="7435243" y="3485819"/>
            <a:ext cx="180639" cy="498049"/>
          </a:xfrm>
          <a:prstGeom prst="curvedConnector3">
            <a:avLst>
              <a:gd name="adj1" fmla="val 50000"/>
            </a:avLst>
          </a:prstGeom>
          <a:ln>
            <a:solidFill>
              <a:schemeClr val="bg2">
                <a:lumMod val="9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5" name="Marcador de texto 8">
            <a:extLst>
              <a:ext uri="{FF2B5EF4-FFF2-40B4-BE49-F238E27FC236}">
                <a16:creationId xmlns:a16="http://schemas.microsoft.com/office/drawing/2014/main" id="{EBDB02BF-6C76-8C2A-5B27-454763E61677}"/>
              </a:ext>
            </a:extLst>
          </p:cNvPr>
          <p:cNvSpPr txBox="1">
            <a:spLocks/>
          </p:cNvSpPr>
          <p:nvPr/>
        </p:nvSpPr>
        <p:spPr>
          <a:xfrm>
            <a:off x="4094415" y="538180"/>
            <a:ext cx="4344309" cy="112771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b="1" dirty="0"/>
              <a:t>Ahora</a:t>
            </a:r>
          </a:p>
          <a:p>
            <a:pPr algn="just"/>
            <a:r>
              <a:rPr lang="es-ES" dirty="0"/>
              <a:t>Red de Francia creada</a:t>
            </a:r>
          </a:p>
          <a:p>
            <a:pPr algn="just"/>
            <a:r>
              <a:rPr lang="es-ES" dirty="0"/>
              <a:t>Unión de los sistemas energéticos de los países: nuevas interconexiones</a:t>
            </a:r>
          </a:p>
          <a:p>
            <a:pPr marL="0" indent="0" algn="just">
              <a:buNone/>
            </a:pPr>
            <a:endParaRPr lang="es-ES" dirty="0"/>
          </a:p>
          <a:p>
            <a:pPr marL="0" indent="0" algn="just">
              <a:buNone/>
            </a:pPr>
            <a:endParaRPr lang="es-ES" dirty="0"/>
          </a:p>
          <a:p>
            <a:pPr marL="0" indent="0" algn="just">
              <a:buNone/>
            </a:pPr>
            <a:endParaRPr lang="es-ES" dirty="0"/>
          </a:p>
          <a:p>
            <a:pPr marL="0" indent="0" algn="just">
              <a:buNone/>
            </a:pPr>
            <a:endParaRPr lang="es-ES" dirty="0"/>
          </a:p>
        </p:txBody>
      </p:sp>
    </p:spTree>
    <p:extLst>
      <p:ext uri="{BB962C8B-B14F-4D97-AF65-F5344CB8AC3E}">
        <p14:creationId xmlns:p14="http://schemas.microsoft.com/office/powerpoint/2010/main" val="28641539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076F5-C932-CA1C-DB45-14A7B8375A84}"/>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9B6F38B9-10D3-9615-3E77-249F7A9316EB}"/>
              </a:ext>
            </a:extLst>
          </p:cNvPr>
          <p:cNvSpPr>
            <a:spLocks noGrp="1"/>
          </p:cNvSpPr>
          <p:nvPr>
            <p:ph type="sldNum" sz="quarter" idx="4"/>
          </p:nvPr>
        </p:nvSpPr>
        <p:spPr/>
        <p:txBody>
          <a:bodyPr/>
          <a:lstStyle/>
          <a:p>
            <a:fld id="{BC84A7B8-DCD1-44CA-A629-967FC9CECB50}" type="slidenum">
              <a:rPr lang="es-ES_tradnl" smtClean="0"/>
              <a:pPr/>
              <a:t>8</a:t>
            </a:fld>
            <a:endParaRPr lang="es-ES_tradnl"/>
          </a:p>
        </p:txBody>
      </p:sp>
      <p:sp>
        <p:nvSpPr>
          <p:cNvPr id="8" name="Rectángulo 7">
            <a:extLst>
              <a:ext uri="{FF2B5EF4-FFF2-40B4-BE49-F238E27FC236}">
                <a16:creationId xmlns:a16="http://schemas.microsoft.com/office/drawing/2014/main" id="{84B3B6E9-5702-1C0F-73FB-B90F426EB40A}"/>
              </a:ext>
            </a:extLst>
          </p:cNvPr>
          <p:cNvSpPr/>
          <p:nvPr/>
        </p:nvSpPr>
        <p:spPr>
          <a:xfrm>
            <a:off x="2859387" y="2756768"/>
            <a:ext cx="865910" cy="228600"/>
          </a:xfrm>
          <a:prstGeom prst="rect">
            <a:avLst/>
          </a:prstGeom>
          <a:ln w="9525"/>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t>M. Eléctrico ES00</a:t>
            </a:r>
          </a:p>
        </p:txBody>
      </p:sp>
      <p:sp>
        <p:nvSpPr>
          <p:cNvPr id="11" name="Rectángulo 10">
            <a:extLst>
              <a:ext uri="{FF2B5EF4-FFF2-40B4-BE49-F238E27FC236}">
                <a16:creationId xmlns:a16="http://schemas.microsoft.com/office/drawing/2014/main" id="{D0824265-9CD9-8792-DBAD-A43212E51669}"/>
              </a:ext>
            </a:extLst>
          </p:cNvPr>
          <p:cNvSpPr/>
          <p:nvPr/>
        </p:nvSpPr>
        <p:spPr>
          <a:xfrm>
            <a:off x="4809303" y="2749202"/>
            <a:ext cx="865910" cy="228600"/>
          </a:xfrm>
          <a:prstGeom prst="rect">
            <a:avLst/>
          </a:prstGeom>
          <a:ln w="9525"/>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t>M. Hidrógeno</a:t>
            </a:r>
          </a:p>
          <a:p>
            <a:pPr algn="ctr"/>
            <a:r>
              <a:rPr lang="es-ES" sz="800" dirty="0"/>
              <a:t>ESh2</a:t>
            </a:r>
          </a:p>
        </p:txBody>
      </p:sp>
      <p:cxnSp>
        <p:nvCxnSpPr>
          <p:cNvPr id="14" name="Conector recto de flecha 13">
            <a:extLst>
              <a:ext uri="{FF2B5EF4-FFF2-40B4-BE49-F238E27FC236}">
                <a16:creationId xmlns:a16="http://schemas.microsoft.com/office/drawing/2014/main" id="{D2EE916B-974A-6D86-DA1A-2874917A4222}"/>
              </a:ext>
            </a:extLst>
          </p:cNvPr>
          <p:cNvCxnSpPr>
            <a:cxnSpLocks/>
          </p:cNvCxnSpPr>
          <p:nvPr/>
        </p:nvCxnSpPr>
        <p:spPr>
          <a:xfrm>
            <a:off x="3725297" y="2863502"/>
            <a:ext cx="108400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5" name="Rectángulo 14">
            <a:extLst>
              <a:ext uri="{FF2B5EF4-FFF2-40B4-BE49-F238E27FC236}">
                <a16:creationId xmlns:a16="http://schemas.microsoft.com/office/drawing/2014/main" id="{0B25CF7D-CBE5-EF26-D7E8-93710098394C}"/>
              </a:ext>
            </a:extLst>
          </p:cNvPr>
          <p:cNvSpPr/>
          <p:nvPr/>
        </p:nvSpPr>
        <p:spPr>
          <a:xfrm>
            <a:off x="2859387" y="1660795"/>
            <a:ext cx="865910" cy="314552"/>
          </a:xfrm>
          <a:prstGeom prst="rect">
            <a:avLst/>
          </a:prstGeom>
          <a:ln w="9525">
            <a:solidFill>
              <a:srgbClr val="63666A"/>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63666A"/>
                </a:solidFill>
              </a:rPr>
              <a:t>SRES Excedentes</a:t>
            </a:r>
          </a:p>
        </p:txBody>
      </p:sp>
      <p:cxnSp>
        <p:nvCxnSpPr>
          <p:cNvPr id="20" name="Conector recto de flecha 19">
            <a:extLst>
              <a:ext uri="{FF2B5EF4-FFF2-40B4-BE49-F238E27FC236}">
                <a16:creationId xmlns:a16="http://schemas.microsoft.com/office/drawing/2014/main" id="{284D770B-2535-E4F7-1255-0651785876D3}"/>
              </a:ext>
            </a:extLst>
          </p:cNvPr>
          <p:cNvCxnSpPr>
            <a:cxnSpLocks/>
            <a:stCxn id="15" idx="2"/>
          </p:cNvCxnSpPr>
          <p:nvPr/>
        </p:nvCxnSpPr>
        <p:spPr>
          <a:xfrm>
            <a:off x="3292342" y="1975347"/>
            <a:ext cx="0" cy="766290"/>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21" name="Conector recto de flecha 20">
            <a:extLst>
              <a:ext uri="{FF2B5EF4-FFF2-40B4-BE49-F238E27FC236}">
                <a16:creationId xmlns:a16="http://schemas.microsoft.com/office/drawing/2014/main" id="{0A6D6800-6E35-7BB0-FAF1-6243EAEF821A}"/>
              </a:ext>
            </a:extLst>
          </p:cNvPr>
          <p:cNvCxnSpPr>
            <a:cxnSpLocks/>
            <a:stCxn id="30" idx="2"/>
            <a:endCxn id="11" idx="0"/>
          </p:cNvCxnSpPr>
          <p:nvPr/>
        </p:nvCxnSpPr>
        <p:spPr>
          <a:xfrm>
            <a:off x="5241266" y="1958361"/>
            <a:ext cx="992" cy="790841"/>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22" name="Conector recto 21">
            <a:extLst>
              <a:ext uri="{FF2B5EF4-FFF2-40B4-BE49-F238E27FC236}">
                <a16:creationId xmlns:a16="http://schemas.microsoft.com/office/drawing/2014/main" id="{A84DF16C-3339-D34F-DA36-27AE9BB883A6}"/>
              </a:ext>
            </a:extLst>
          </p:cNvPr>
          <p:cNvCxnSpPr>
            <a:cxnSpLocks/>
            <a:stCxn id="15" idx="3"/>
          </p:cNvCxnSpPr>
          <p:nvPr/>
        </p:nvCxnSpPr>
        <p:spPr>
          <a:xfrm flipV="1">
            <a:off x="3725297" y="1384300"/>
            <a:ext cx="0" cy="433771"/>
          </a:xfrm>
          <a:prstGeom prst="line">
            <a:avLst/>
          </a:prstGeom>
        </p:spPr>
        <p:style>
          <a:lnRef idx="1">
            <a:schemeClr val="dk1"/>
          </a:lnRef>
          <a:fillRef idx="0">
            <a:schemeClr val="dk1"/>
          </a:fillRef>
          <a:effectRef idx="0">
            <a:schemeClr val="dk1"/>
          </a:effectRef>
          <a:fontRef idx="minor">
            <a:schemeClr val="tx1"/>
          </a:fontRef>
        </p:style>
      </p:cxnSp>
      <p:cxnSp>
        <p:nvCxnSpPr>
          <p:cNvPr id="23" name="Conector recto de flecha 22">
            <a:extLst>
              <a:ext uri="{FF2B5EF4-FFF2-40B4-BE49-F238E27FC236}">
                <a16:creationId xmlns:a16="http://schemas.microsoft.com/office/drawing/2014/main" id="{2595D3A1-92D0-CB8C-9CF2-2B2B06EB6EBC}"/>
              </a:ext>
            </a:extLst>
          </p:cNvPr>
          <p:cNvCxnSpPr>
            <a:cxnSpLocks/>
          </p:cNvCxnSpPr>
          <p:nvPr/>
        </p:nvCxnSpPr>
        <p:spPr>
          <a:xfrm>
            <a:off x="3087631" y="1444515"/>
            <a:ext cx="490105" cy="0"/>
          </a:xfrm>
          <a:prstGeom prst="straightConnector1">
            <a:avLst/>
          </a:prstGeom>
          <a:ln w="6350">
            <a:solidFill>
              <a:srgbClr val="00B050"/>
            </a:solidFill>
            <a:prstDash val="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0" name="Rectángulo 29">
            <a:extLst>
              <a:ext uri="{FF2B5EF4-FFF2-40B4-BE49-F238E27FC236}">
                <a16:creationId xmlns:a16="http://schemas.microsoft.com/office/drawing/2014/main" id="{2E23EE3A-CBB7-A1D5-CF67-8DA27F925498}"/>
              </a:ext>
            </a:extLst>
          </p:cNvPr>
          <p:cNvSpPr/>
          <p:nvPr/>
        </p:nvSpPr>
        <p:spPr>
          <a:xfrm>
            <a:off x="4716831" y="1643809"/>
            <a:ext cx="1048870" cy="314552"/>
          </a:xfrm>
          <a:prstGeom prst="rect">
            <a:avLst/>
          </a:prstGeom>
          <a:ln w="9525">
            <a:solidFill>
              <a:srgbClr val="63666A"/>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63666A"/>
                </a:solidFill>
              </a:rPr>
              <a:t>SRES Electrolizador</a:t>
            </a:r>
          </a:p>
        </p:txBody>
      </p:sp>
      <p:cxnSp>
        <p:nvCxnSpPr>
          <p:cNvPr id="31" name="Conector recto 30">
            <a:extLst>
              <a:ext uri="{FF2B5EF4-FFF2-40B4-BE49-F238E27FC236}">
                <a16:creationId xmlns:a16="http://schemas.microsoft.com/office/drawing/2014/main" id="{7F732884-C37F-F30E-DCBB-0CADB66D6DF0}"/>
              </a:ext>
            </a:extLst>
          </p:cNvPr>
          <p:cNvCxnSpPr>
            <a:cxnSpLocks/>
          </p:cNvCxnSpPr>
          <p:nvPr/>
        </p:nvCxnSpPr>
        <p:spPr>
          <a:xfrm flipV="1">
            <a:off x="5765701" y="1339850"/>
            <a:ext cx="0" cy="489683"/>
          </a:xfrm>
          <a:prstGeom prst="line">
            <a:avLst/>
          </a:prstGeom>
        </p:spPr>
        <p:style>
          <a:lnRef idx="1">
            <a:schemeClr val="dk1"/>
          </a:lnRef>
          <a:fillRef idx="0">
            <a:schemeClr val="dk1"/>
          </a:fillRef>
          <a:effectRef idx="0">
            <a:schemeClr val="dk1"/>
          </a:effectRef>
          <a:fontRef idx="minor">
            <a:schemeClr val="tx1"/>
          </a:fontRef>
        </p:style>
      </p:cxnSp>
      <p:cxnSp>
        <p:nvCxnSpPr>
          <p:cNvPr id="32" name="Conector recto de flecha 31">
            <a:extLst>
              <a:ext uri="{FF2B5EF4-FFF2-40B4-BE49-F238E27FC236}">
                <a16:creationId xmlns:a16="http://schemas.microsoft.com/office/drawing/2014/main" id="{BB7D0A3B-FF45-1616-46D9-3B9FCC98B7EB}"/>
              </a:ext>
            </a:extLst>
          </p:cNvPr>
          <p:cNvCxnSpPr>
            <a:cxnSpLocks/>
          </p:cNvCxnSpPr>
          <p:nvPr/>
        </p:nvCxnSpPr>
        <p:spPr>
          <a:xfrm>
            <a:off x="5275596" y="1444515"/>
            <a:ext cx="490105" cy="0"/>
          </a:xfrm>
          <a:prstGeom prst="straightConnector1">
            <a:avLst/>
          </a:prstGeom>
          <a:ln w="6350">
            <a:solidFill>
              <a:srgbClr val="00B050"/>
            </a:solidFill>
            <a:prstDash val="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9" name="Rectángulo 38">
            <a:extLst>
              <a:ext uri="{FF2B5EF4-FFF2-40B4-BE49-F238E27FC236}">
                <a16:creationId xmlns:a16="http://schemas.microsoft.com/office/drawing/2014/main" id="{0076A4CF-E324-ACD2-EABE-53438531B1DB}"/>
              </a:ext>
            </a:extLst>
          </p:cNvPr>
          <p:cNvSpPr/>
          <p:nvPr/>
        </p:nvSpPr>
        <p:spPr>
          <a:xfrm>
            <a:off x="2485075" y="1288891"/>
            <a:ext cx="748624" cy="314552"/>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B050"/>
                </a:solidFill>
              </a:rPr>
              <a:t>Generación Eólica y Solar</a:t>
            </a:r>
          </a:p>
        </p:txBody>
      </p:sp>
      <p:sp>
        <p:nvSpPr>
          <p:cNvPr id="42" name="Rectángulo 41">
            <a:extLst>
              <a:ext uri="{FF2B5EF4-FFF2-40B4-BE49-F238E27FC236}">
                <a16:creationId xmlns:a16="http://schemas.microsoft.com/office/drawing/2014/main" id="{B5E05EC2-539D-4EB5-5360-0655AAFE70B9}"/>
              </a:ext>
            </a:extLst>
          </p:cNvPr>
          <p:cNvSpPr/>
          <p:nvPr/>
        </p:nvSpPr>
        <p:spPr>
          <a:xfrm>
            <a:off x="4716831" y="1257933"/>
            <a:ext cx="715442" cy="314552"/>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B050"/>
                </a:solidFill>
              </a:rPr>
              <a:t>Generación Eólica y Solar</a:t>
            </a:r>
          </a:p>
        </p:txBody>
      </p:sp>
      <p:sp>
        <p:nvSpPr>
          <p:cNvPr id="47" name="Rectángulo 46">
            <a:extLst>
              <a:ext uri="{FF2B5EF4-FFF2-40B4-BE49-F238E27FC236}">
                <a16:creationId xmlns:a16="http://schemas.microsoft.com/office/drawing/2014/main" id="{80C2ACBE-D113-01C2-64F6-76A7367DE34A}"/>
              </a:ext>
            </a:extLst>
          </p:cNvPr>
          <p:cNvSpPr/>
          <p:nvPr/>
        </p:nvSpPr>
        <p:spPr>
          <a:xfrm>
            <a:off x="2104085" y="3865296"/>
            <a:ext cx="962583" cy="314552"/>
          </a:xfrm>
          <a:prstGeom prst="rect">
            <a:avLst/>
          </a:prstGeom>
          <a:ln w="9525">
            <a:solidFill>
              <a:srgbClr val="63666A"/>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63666A"/>
                </a:solidFill>
              </a:rPr>
              <a:t>Hidroeléctrica</a:t>
            </a:r>
          </a:p>
        </p:txBody>
      </p:sp>
      <p:sp>
        <p:nvSpPr>
          <p:cNvPr id="48" name="Rectángulo 47">
            <a:extLst>
              <a:ext uri="{FF2B5EF4-FFF2-40B4-BE49-F238E27FC236}">
                <a16:creationId xmlns:a16="http://schemas.microsoft.com/office/drawing/2014/main" id="{372CC9DC-44D4-B673-B664-1300F57AC80F}"/>
              </a:ext>
            </a:extLst>
          </p:cNvPr>
          <p:cNvSpPr/>
          <p:nvPr/>
        </p:nvSpPr>
        <p:spPr>
          <a:xfrm>
            <a:off x="3725297" y="3865296"/>
            <a:ext cx="465161" cy="314552"/>
          </a:xfrm>
          <a:prstGeom prst="rect">
            <a:avLst/>
          </a:prstGeom>
          <a:ln w="9525">
            <a:solidFill>
              <a:srgbClr val="63666A"/>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63666A"/>
                </a:solidFill>
              </a:rPr>
              <a:t>Gas</a:t>
            </a:r>
          </a:p>
        </p:txBody>
      </p:sp>
      <p:cxnSp>
        <p:nvCxnSpPr>
          <p:cNvPr id="49" name="Conector recto de flecha 48">
            <a:extLst>
              <a:ext uri="{FF2B5EF4-FFF2-40B4-BE49-F238E27FC236}">
                <a16:creationId xmlns:a16="http://schemas.microsoft.com/office/drawing/2014/main" id="{CFED2251-C7B3-CAEF-880B-75B4CB1ABE16}"/>
              </a:ext>
            </a:extLst>
          </p:cNvPr>
          <p:cNvCxnSpPr>
            <a:cxnSpLocks/>
          </p:cNvCxnSpPr>
          <p:nvPr/>
        </p:nvCxnSpPr>
        <p:spPr>
          <a:xfrm>
            <a:off x="2859387" y="2985368"/>
            <a:ext cx="0" cy="817722"/>
          </a:xfrm>
          <a:prstGeom prst="straightConnector1">
            <a:avLst/>
          </a:prstGeom>
          <a:ln>
            <a:headEnd type="triangle" w="med" len="med"/>
            <a:tailEnd type="triangle" w="med" len="med"/>
          </a:ln>
        </p:spPr>
        <p:style>
          <a:lnRef idx="1">
            <a:schemeClr val="accent3"/>
          </a:lnRef>
          <a:fillRef idx="0">
            <a:schemeClr val="accent3"/>
          </a:fillRef>
          <a:effectRef idx="0">
            <a:schemeClr val="accent3"/>
          </a:effectRef>
          <a:fontRef idx="minor">
            <a:schemeClr val="tx1"/>
          </a:fontRef>
        </p:style>
      </p:cxnSp>
      <p:cxnSp>
        <p:nvCxnSpPr>
          <p:cNvPr id="50" name="Conector recto de flecha 49">
            <a:extLst>
              <a:ext uri="{FF2B5EF4-FFF2-40B4-BE49-F238E27FC236}">
                <a16:creationId xmlns:a16="http://schemas.microsoft.com/office/drawing/2014/main" id="{6198E23F-F198-C8D9-27F6-DFB07EBE76C1}"/>
              </a:ext>
            </a:extLst>
          </p:cNvPr>
          <p:cNvCxnSpPr>
            <a:cxnSpLocks/>
          </p:cNvCxnSpPr>
          <p:nvPr/>
        </p:nvCxnSpPr>
        <p:spPr>
          <a:xfrm>
            <a:off x="3725297" y="2993042"/>
            <a:ext cx="0" cy="872254"/>
          </a:xfrm>
          <a:prstGeom prst="straightConnector1">
            <a:avLst/>
          </a:prstGeom>
          <a:ln>
            <a:headEnd type="triangle" w="med" len="med"/>
            <a:tailEnd type="none" w="med" len="med"/>
          </a:ln>
        </p:spPr>
        <p:style>
          <a:lnRef idx="1">
            <a:schemeClr val="accent3"/>
          </a:lnRef>
          <a:fillRef idx="0">
            <a:schemeClr val="accent3"/>
          </a:fillRef>
          <a:effectRef idx="0">
            <a:schemeClr val="accent3"/>
          </a:effectRef>
          <a:fontRef idx="minor">
            <a:schemeClr val="tx1"/>
          </a:fontRef>
        </p:style>
      </p:cxnSp>
      <p:cxnSp>
        <p:nvCxnSpPr>
          <p:cNvPr id="52" name="Conector recto 51">
            <a:extLst>
              <a:ext uri="{FF2B5EF4-FFF2-40B4-BE49-F238E27FC236}">
                <a16:creationId xmlns:a16="http://schemas.microsoft.com/office/drawing/2014/main" id="{49150C2A-44C7-9989-A8DC-A815BE15E9A3}"/>
              </a:ext>
            </a:extLst>
          </p:cNvPr>
          <p:cNvCxnSpPr>
            <a:cxnSpLocks/>
          </p:cNvCxnSpPr>
          <p:nvPr/>
        </p:nvCxnSpPr>
        <p:spPr>
          <a:xfrm flipV="1">
            <a:off x="2104085" y="3627987"/>
            <a:ext cx="0" cy="507387"/>
          </a:xfrm>
          <a:prstGeom prst="line">
            <a:avLst/>
          </a:prstGeom>
        </p:spPr>
        <p:style>
          <a:lnRef idx="1">
            <a:schemeClr val="dk1"/>
          </a:lnRef>
          <a:fillRef idx="0">
            <a:schemeClr val="dk1"/>
          </a:fillRef>
          <a:effectRef idx="0">
            <a:schemeClr val="dk1"/>
          </a:effectRef>
          <a:fontRef idx="minor">
            <a:schemeClr val="tx1"/>
          </a:fontRef>
        </p:style>
      </p:cxnSp>
      <p:cxnSp>
        <p:nvCxnSpPr>
          <p:cNvPr id="54" name="Conector recto de flecha 53">
            <a:extLst>
              <a:ext uri="{FF2B5EF4-FFF2-40B4-BE49-F238E27FC236}">
                <a16:creationId xmlns:a16="http://schemas.microsoft.com/office/drawing/2014/main" id="{22BCAE0C-883F-538B-B90B-7F24F7EDBA62}"/>
              </a:ext>
            </a:extLst>
          </p:cNvPr>
          <p:cNvCxnSpPr>
            <a:cxnSpLocks/>
          </p:cNvCxnSpPr>
          <p:nvPr/>
        </p:nvCxnSpPr>
        <p:spPr>
          <a:xfrm>
            <a:off x="2427937" y="2586643"/>
            <a:ext cx="339971" cy="1646"/>
          </a:xfrm>
          <a:prstGeom prst="straightConnector1">
            <a:avLst/>
          </a:prstGeom>
          <a:ln w="6350">
            <a:solidFill>
              <a:srgbClr val="00B050"/>
            </a:solidFill>
            <a:prstDash val="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5" name="Rectángulo 54">
            <a:extLst>
              <a:ext uri="{FF2B5EF4-FFF2-40B4-BE49-F238E27FC236}">
                <a16:creationId xmlns:a16="http://schemas.microsoft.com/office/drawing/2014/main" id="{9B4BE156-EF50-A4C2-4CE3-7941D0F8775E}"/>
              </a:ext>
            </a:extLst>
          </p:cNvPr>
          <p:cNvSpPr/>
          <p:nvPr/>
        </p:nvSpPr>
        <p:spPr>
          <a:xfrm>
            <a:off x="1763383" y="2534829"/>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B050"/>
                </a:solidFill>
              </a:rPr>
              <a:t>Generación </a:t>
            </a:r>
          </a:p>
        </p:txBody>
      </p:sp>
      <p:cxnSp>
        <p:nvCxnSpPr>
          <p:cNvPr id="56" name="Conector recto de flecha 55">
            <a:extLst>
              <a:ext uri="{FF2B5EF4-FFF2-40B4-BE49-F238E27FC236}">
                <a16:creationId xmlns:a16="http://schemas.microsoft.com/office/drawing/2014/main" id="{038FEBBD-AE0A-27F1-1D9E-89B66BD5C8B7}"/>
              </a:ext>
            </a:extLst>
          </p:cNvPr>
          <p:cNvCxnSpPr>
            <a:cxnSpLocks/>
          </p:cNvCxnSpPr>
          <p:nvPr/>
        </p:nvCxnSpPr>
        <p:spPr>
          <a:xfrm>
            <a:off x="2427937" y="2399976"/>
            <a:ext cx="314878" cy="0"/>
          </a:xfrm>
          <a:prstGeom prst="straightConnector1">
            <a:avLst/>
          </a:prstGeom>
          <a:ln w="6350">
            <a:solidFill>
              <a:srgbClr val="C00000"/>
            </a:solidFill>
            <a:prstDash val="dash"/>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57" name="Rectángulo 56">
            <a:extLst>
              <a:ext uri="{FF2B5EF4-FFF2-40B4-BE49-F238E27FC236}">
                <a16:creationId xmlns:a16="http://schemas.microsoft.com/office/drawing/2014/main" id="{51215B98-2A0A-BB85-C44A-13AD7D024A9A}"/>
              </a:ext>
            </a:extLst>
          </p:cNvPr>
          <p:cNvSpPr/>
          <p:nvPr/>
        </p:nvSpPr>
        <p:spPr>
          <a:xfrm>
            <a:off x="1757248" y="2329485"/>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C00000"/>
                </a:solidFill>
              </a:rPr>
              <a:t>Demanda</a:t>
            </a:r>
            <a:r>
              <a:rPr lang="es-ES" sz="600" i="1" dirty="0">
                <a:solidFill>
                  <a:srgbClr val="63666A"/>
                </a:solidFill>
              </a:rPr>
              <a:t> </a:t>
            </a:r>
          </a:p>
        </p:txBody>
      </p:sp>
      <p:cxnSp>
        <p:nvCxnSpPr>
          <p:cNvPr id="58" name="Conector recto 57">
            <a:extLst>
              <a:ext uri="{FF2B5EF4-FFF2-40B4-BE49-F238E27FC236}">
                <a16:creationId xmlns:a16="http://schemas.microsoft.com/office/drawing/2014/main" id="{CDB9C362-2264-8854-ABB6-6E473765B439}"/>
              </a:ext>
            </a:extLst>
          </p:cNvPr>
          <p:cNvCxnSpPr>
            <a:cxnSpLocks/>
          </p:cNvCxnSpPr>
          <p:nvPr/>
        </p:nvCxnSpPr>
        <p:spPr>
          <a:xfrm flipV="1">
            <a:off x="2859387" y="2378388"/>
            <a:ext cx="0" cy="606980"/>
          </a:xfrm>
          <a:prstGeom prst="line">
            <a:avLst/>
          </a:prstGeom>
        </p:spPr>
        <p:style>
          <a:lnRef idx="1">
            <a:schemeClr val="dk1"/>
          </a:lnRef>
          <a:fillRef idx="0">
            <a:schemeClr val="dk1"/>
          </a:fillRef>
          <a:effectRef idx="0">
            <a:schemeClr val="dk1"/>
          </a:effectRef>
          <a:fontRef idx="minor">
            <a:schemeClr val="tx1"/>
          </a:fontRef>
        </p:style>
      </p:cxnSp>
      <p:cxnSp>
        <p:nvCxnSpPr>
          <p:cNvPr id="60" name="Conector recto de flecha 59">
            <a:extLst>
              <a:ext uri="{FF2B5EF4-FFF2-40B4-BE49-F238E27FC236}">
                <a16:creationId xmlns:a16="http://schemas.microsoft.com/office/drawing/2014/main" id="{713A4346-7D34-9448-0E9B-AF1134CE2AB2}"/>
              </a:ext>
            </a:extLst>
          </p:cNvPr>
          <p:cNvCxnSpPr>
            <a:cxnSpLocks/>
          </p:cNvCxnSpPr>
          <p:nvPr/>
        </p:nvCxnSpPr>
        <p:spPr>
          <a:xfrm>
            <a:off x="2381250" y="2781039"/>
            <a:ext cx="392971" cy="0"/>
          </a:xfrm>
          <a:prstGeom prst="straightConnector1">
            <a:avLst/>
          </a:prstGeom>
          <a:ln w="6350">
            <a:solidFill>
              <a:srgbClr val="007AAE"/>
            </a:solidFill>
            <a:prstDash val="dash"/>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64" name="Rectángulo 63">
            <a:extLst>
              <a:ext uri="{FF2B5EF4-FFF2-40B4-BE49-F238E27FC236}">
                <a16:creationId xmlns:a16="http://schemas.microsoft.com/office/drawing/2014/main" id="{A4AA67F1-1253-1CA0-68AA-75D67E99EEBE}"/>
              </a:ext>
            </a:extLst>
          </p:cNvPr>
          <p:cNvSpPr/>
          <p:nvPr/>
        </p:nvSpPr>
        <p:spPr>
          <a:xfrm>
            <a:off x="1756078" y="2694843"/>
            <a:ext cx="624950" cy="180152"/>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7AAE"/>
                </a:solidFill>
              </a:rPr>
              <a:t>Baterías Eléctricas </a:t>
            </a:r>
          </a:p>
        </p:txBody>
      </p:sp>
      <p:cxnSp>
        <p:nvCxnSpPr>
          <p:cNvPr id="65" name="Conector recto de flecha 64">
            <a:extLst>
              <a:ext uri="{FF2B5EF4-FFF2-40B4-BE49-F238E27FC236}">
                <a16:creationId xmlns:a16="http://schemas.microsoft.com/office/drawing/2014/main" id="{56011B45-5900-0D55-AD77-115DA2F867CA}"/>
              </a:ext>
            </a:extLst>
          </p:cNvPr>
          <p:cNvCxnSpPr>
            <a:cxnSpLocks/>
          </p:cNvCxnSpPr>
          <p:nvPr/>
        </p:nvCxnSpPr>
        <p:spPr>
          <a:xfrm flipV="1">
            <a:off x="1657350" y="3719112"/>
            <a:ext cx="397024" cy="4360"/>
          </a:xfrm>
          <a:prstGeom prst="straightConnector1">
            <a:avLst/>
          </a:prstGeom>
          <a:ln w="6350">
            <a:solidFill>
              <a:srgbClr val="007AAE"/>
            </a:solidFill>
            <a:prstDash val="dash"/>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66" name="Rectángulo 65">
            <a:extLst>
              <a:ext uri="{FF2B5EF4-FFF2-40B4-BE49-F238E27FC236}">
                <a16:creationId xmlns:a16="http://schemas.microsoft.com/office/drawing/2014/main" id="{B696E1AE-3A7B-061D-52AF-2E66CA569A75}"/>
              </a:ext>
            </a:extLst>
          </p:cNvPr>
          <p:cNvSpPr/>
          <p:nvPr/>
        </p:nvSpPr>
        <p:spPr>
          <a:xfrm>
            <a:off x="1014745" y="3633396"/>
            <a:ext cx="624950" cy="180152"/>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7AAE"/>
                </a:solidFill>
              </a:rPr>
              <a:t>Embalses</a:t>
            </a:r>
          </a:p>
        </p:txBody>
      </p:sp>
      <p:cxnSp>
        <p:nvCxnSpPr>
          <p:cNvPr id="67" name="Conector recto de flecha 66">
            <a:extLst>
              <a:ext uri="{FF2B5EF4-FFF2-40B4-BE49-F238E27FC236}">
                <a16:creationId xmlns:a16="http://schemas.microsoft.com/office/drawing/2014/main" id="{F7953C7D-A159-14CE-C774-7C9E74264877}"/>
              </a:ext>
            </a:extLst>
          </p:cNvPr>
          <p:cNvCxnSpPr>
            <a:cxnSpLocks/>
          </p:cNvCxnSpPr>
          <p:nvPr/>
        </p:nvCxnSpPr>
        <p:spPr>
          <a:xfrm>
            <a:off x="4209388" y="3723472"/>
            <a:ext cx="490105" cy="0"/>
          </a:xfrm>
          <a:prstGeom prst="straightConnector1">
            <a:avLst/>
          </a:prstGeom>
          <a:ln w="6350">
            <a:solidFill>
              <a:srgbClr val="00B050"/>
            </a:solidFill>
            <a:prstDash val="dash"/>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8" name="Conector recto 67">
            <a:extLst>
              <a:ext uri="{FF2B5EF4-FFF2-40B4-BE49-F238E27FC236}">
                <a16:creationId xmlns:a16="http://schemas.microsoft.com/office/drawing/2014/main" id="{0C96CFC9-EEE6-590F-F5E3-BB20FBF6897C}"/>
              </a:ext>
            </a:extLst>
          </p:cNvPr>
          <p:cNvCxnSpPr>
            <a:cxnSpLocks/>
          </p:cNvCxnSpPr>
          <p:nvPr/>
        </p:nvCxnSpPr>
        <p:spPr>
          <a:xfrm flipV="1">
            <a:off x="4190458" y="3627987"/>
            <a:ext cx="0" cy="540799"/>
          </a:xfrm>
          <a:prstGeom prst="line">
            <a:avLst/>
          </a:prstGeom>
        </p:spPr>
        <p:style>
          <a:lnRef idx="1">
            <a:schemeClr val="dk1"/>
          </a:lnRef>
          <a:fillRef idx="0">
            <a:schemeClr val="dk1"/>
          </a:fillRef>
          <a:effectRef idx="0">
            <a:schemeClr val="dk1"/>
          </a:effectRef>
          <a:fontRef idx="minor">
            <a:schemeClr val="tx1"/>
          </a:fontRef>
        </p:style>
      </p:cxnSp>
      <p:sp>
        <p:nvSpPr>
          <p:cNvPr id="69" name="Rectángulo 68">
            <a:extLst>
              <a:ext uri="{FF2B5EF4-FFF2-40B4-BE49-F238E27FC236}">
                <a16:creationId xmlns:a16="http://schemas.microsoft.com/office/drawing/2014/main" id="{C1FECD5F-27E3-D6A3-65F8-B05DB570F494}"/>
              </a:ext>
            </a:extLst>
          </p:cNvPr>
          <p:cNvSpPr/>
          <p:nvPr/>
        </p:nvSpPr>
        <p:spPr>
          <a:xfrm>
            <a:off x="4481685" y="3627987"/>
            <a:ext cx="865907" cy="175103"/>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r>
              <a:rPr lang="es-ES" sz="600" i="1" dirty="0">
                <a:solidFill>
                  <a:srgbClr val="00B050"/>
                </a:solidFill>
              </a:rPr>
              <a:t>Importaciones</a:t>
            </a:r>
          </a:p>
        </p:txBody>
      </p:sp>
      <p:cxnSp>
        <p:nvCxnSpPr>
          <p:cNvPr id="70" name="Conector recto 69">
            <a:extLst>
              <a:ext uri="{FF2B5EF4-FFF2-40B4-BE49-F238E27FC236}">
                <a16:creationId xmlns:a16="http://schemas.microsoft.com/office/drawing/2014/main" id="{C8E9B503-72B4-9E7C-009A-AA77D3A117CB}"/>
              </a:ext>
            </a:extLst>
          </p:cNvPr>
          <p:cNvCxnSpPr>
            <a:cxnSpLocks/>
          </p:cNvCxnSpPr>
          <p:nvPr/>
        </p:nvCxnSpPr>
        <p:spPr>
          <a:xfrm flipV="1">
            <a:off x="5675213" y="2440874"/>
            <a:ext cx="0" cy="544494"/>
          </a:xfrm>
          <a:prstGeom prst="line">
            <a:avLst/>
          </a:prstGeom>
        </p:spPr>
        <p:style>
          <a:lnRef idx="1">
            <a:schemeClr val="dk1"/>
          </a:lnRef>
          <a:fillRef idx="0">
            <a:schemeClr val="dk1"/>
          </a:fillRef>
          <a:effectRef idx="0">
            <a:schemeClr val="dk1"/>
          </a:effectRef>
          <a:fontRef idx="minor">
            <a:schemeClr val="tx1"/>
          </a:fontRef>
        </p:style>
      </p:cxnSp>
      <p:cxnSp>
        <p:nvCxnSpPr>
          <p:cNvPr id="71" name="Conector recto de flecha 70">
            <a:extLst>
              <a:ext uri="{FF2B5EF4-FFF2-40B4-BE49-F238E27FC236}">
                <a16:creationId xmlns:a16="http://schemas.microsoft.com/office/drawing/2014/main" id="{AE06E2EC-19C2-C259-4612-C10537274ED9}"/>
              </a:ext>
            </a:extLst>
          </p:cNvPr>
          <p:cNvCxnSpPr>
            <a:cxnSpLocks/>
            <a:endCxn id="74" idx="1"/>
          </p:cNvCxnSpPr>
          <p:nvPr/>
        </p:nvCxnSpPr>
        <p:spPr>
          <a:xfrm flipV="1">
            <a:off x="5773006" y="2666099"/>
            <a:ext cx="373262" cy="4392"/>
          </a:xfrm>
          <a:prstGeom prst="straightConnector1">
            <a:avLst/>
          </a:prstGeom>
          <a:ln w="6350">
            <a:solidFill>
              <a:srgbClr val="C00000"/>
            </a:solidFill>
            <a:prstDash val="dash"/>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Conector recto de flecha 71">
            <a:extLst>
              <a:ext uri="{FF2B5EF4-FFF2-40B4-BE49-F238E27FC236}">
                <a16:creationId xmlns:a16="http://schemas.microsoft.com/office/drawing/2014/main" id="{2469E9A9-DD5A-AA61-DAD3-28A2E7C94540}"/>
              </a:ext>
            </a:extLst>
          </p:cNvPr>
          <p:cNvCxnSpPr>
            <a:cxnSpLocks/>
          </p:cNvCxnSpPr>
          <p:nvPr/>
        </p:nvCxnSpPr>
        <p:spPr>
          <a:xfrm>
            <a:off x="5765701" y="2474498"/>
            <a:ext cx="490105" cy="0"/>
          </a:xfrm>
          <a:prstGeom prst="straightConnector1">
            <a:avLst/>
          </a:prstGeom>
          <a:ln w="6350">
            <a:solidFill>
              <a:srgbClr val="00B050"/>
            </a:solidFill>
            <a:prstDash val="dash"/>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3" name="Conector recto de flecha 72">
            <a:extLst>
              <a:ext uri="{FF2B5EF4-FFF2-40B4-BE49-F238E27FC236}">
                <a16:creationId xmlns:a16="http://schemas.microsoft.com/office/drawing/2014/main" id="{39C49547-79A6-49FE-92B2-FC380AB61D46}"/>
              </a:ext>
            </a:extLst>
          </p:cNvPr>
          <p:cNvCxnSpPr>
            <a:cxnSpLocks/>
          </p:cNvCxnSpPr>
          <p:nvPr/>
        </p:nvCxnSpPr>
        <p:spPr>
          <a:xfrm flipV="1">
            <a:off x="5766692" y="2859515"/>
            <a:ext cx="379576" cy="3726"/>
          </a:xfrm>
          <a:prstGeom prst="straightConnector1">
            <a:avLst/>
          </a:prstGeom>
          <a:ln w="6350">
            <a:solidFill>
              <a:srgbClr val="007AAE"/>
            </a:solidFill>
            <a:prstDash val="dash"/>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74" name="Rectángulo 73">
            <a:extLst>
              <a:ext uri="{FF2B5EF4-FFF2-40B4-BE49-F238E27FC236}">
                <a16:creationId xmlns:a16="http://schemas.microsoft.com/office/drawing/2014/main" id="{0D5786E5-F300-A1E7-8479-A0F37D657830}"/>
              </a:ext>
            </a:extLst>
          </p:cNvPr>
          <p:cNvSpPr/>
          <p:nvPr/>
        </p:nvSpPr>
        <p:spPr>
          <a:xfrm>
            <a:off x="6146268" y="2610404"/>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r>
              <a:rPr lang="es-ES" sz="600" i="1" dirty="0">
                <a:solidFill>
                  <a:srgbClr val="C00000"/>
                </a:solidFill>
              </a:rPr>
              <a:t>Demanda</a:t>
            </a:r>
            <a:r>
              <a:rPr lang="es-ES" sz="600" i="1" dirty="0">
                <a:solidFill>
                  <a:srgbClr val="63666A"/>
                </a:solidFill>
              </a:rPr>
              <a:t> </a:t>
            </a:r>
          </a:p>
        </p:txBody>
      </p:sp>
      <p:sp>
        <p:nvSpPr>
          <p:cNvPr id="75" name="Rectángulo 74">
            <a:extLst>
              <a:ext uri="{FF2B5EF4-FFF2-40B4-BE49-F238E27FC236}">
                <a16:creationId xmlns:a16="http://schemas.microsoft.com/office/drawing/2014/main" id="{146BE494-F97B-31D0-9E0F-17FA6FA5F602}"/>
              </a:ext>
            </a:extLst>
          </p:cNvPr>
          <p:cNvSpPr/>
          <p:nvPr/>
        </p:nvSpPr>
        <p:spPr>
          <a:xfrm>
            <a:off x="6108168" y="2407093"/>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B050"/>
                </a:solidFill>
              </a:rPr>
              <a:t>Generación</a:t>
            </a:r>
            <a:r>
              <a:rPr lang="es-ES" sz="600" i="1" dirty="0">
                <a:solidFill>
                  <a:srgbClr val="63666A"/>
                </a:solidFill>
              </a:rPr>
              <a:t> </a:t>
            </a:r>
          </a:p>
        </p:txBody>
      </p:sp>
      <p:sp>
        <p:nvSpPr>
          <p:cNvPr id="76" name="Rectángulo 75">
            <a:extLst>
              <a:ext uri="{FF2B5EF4-FFF2-40B4-BE49-F238E27FC236}">
                <a16:creationId xmlns:a16="http://schemas.microsoft.com/office/drawing/2014/main" id="{4560757D-F16B-F49E-C30A-32D0B9218903}"/>
              </a:ext>
            </a:extLst>
          </p:cNvPr>
          <p:cNvSpPr/>
          <p:nvPr/>
        </p:nvSpPr>
        <p:spPr>
          <a:xfrm>
            <a:off x="6146268" y="2813715"/>
            <a:ext cx="908578" cy="159634"/>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r>
              <a:rPr lang="es-ES" sz="600" i="1" dirty="0">
                <a:solidFill>
                  <a:srgbClr val="007AAE"/>
                </a:solidFill>
              </a:rPr>
              <a:t>Almacenamientos H2</a:t>
            </a:r>
          </a:p>
        </p:txBody>
      </p:sp>
      <p:sp>
        <p:nvSpPr>
          <p:cNvPr id="97" name="Rectángulo 96">
            <a:extLst>
              <a:ext uri="{FF2B5EF4-FFF2-40B4-BE49-F238E27FC236}">
                <a16:creationId xmlns:a16="http://schemas.microsoft.com/office/drawing/2014/main" id="{7AA43A33-125F-B47A-B8F3-2BFE9128B1EC}"/>
              </a:ext>
            </a:extLst>
          </p:cNvPr>
          <p:cNvSpPr/>
          <p:nvPr/>
        </p:nvSpPr>
        <p:spPr>
          <a:xfrm>
            <a:off x="3858227" y="2749202"/>
            <a:ext cx="767881"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i="1" u="sng" dirty="0">
                <a:solidFill>
                  <a:srgbClr val="63666A"/>
                </a:solidFill>
              </a:rPr>
              <a:t>Electrólisis</a:t>
            </a:r>
          </a:p>
        </p:txBody>
      </p:sp>
      <p:sp>
        <p:nvSpPr>
          <p:cNvPr id="98" name="Rectángulo 97">
            <a:extLst>
              <a:ext uri="{FF2B5EF4-FFF2-40B4-BE49-F238E27FC236}">
                <a16:creationId xmlns:a16="http://schemas.microsoft.com/office/drawing/2014/main" id="{D3C9D39A-6AE5-C8ED-8DEE-D449F4DE7A0B}"/>
              </a:ext>
            </a:extLst>
          </p:cNvPr>
          <p:cNvSpPr/>
          <p:nvPr/>
        </p:nvSpPr>
        <p:spPr>
          <a:xfrm>
            <a:off x="4826441" y="2171375"/>
            <a:ext cx="829649"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i="1" u="sng" dirty="0">
                <a:solidFill>
                  <a:srgbClr val="63666A"/>
                </a:solidFill>
              </a:rPr>
              <a:t>Electrólisis</a:t>
            </a:r>
          </a:p>
        </p:txBody>
      </p:sp>
      <p:sp>
        <p:nvSpPr>
          <p:cNvPr id="99" name="Rectángulo 98">
            <a:extLst>
              <a:ext uri="{FF2B5EF4-FFF2-40B4-BE49-F238E27FC236}">
                <a16:creationId xmlns:a16="http://schemas.microsoft.com/office/drawing/2014/main" id="{66D36F04-7A4F-1020-DEC5-9907EDA670A9}"/>
              </a:ext>
            </a:extLst>
          </p:cNvPr>
          <p:cNvSpPr/>
          <p:nvPr/>
        </p:nvSpPr>
        <p:spPr>
          <a:xfrm>
            <a:off x="3456699" y="3344619"/>
            <a:ext cx="501178"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800" i="1" u="sng" dirty="0">
                <a:solidFill>
                  <a:srgbClr val="63666A"/>
                </a:solidFill>
              </a:rPr>
              <a:t>CCGT</a:t>
            </a:r>
          </a:p>
        </p:txBody>
      </p:sp>
      <p:sp>
        <p:nvSpPr>
          <p:cNvPr id="100" name="Rectángulo 99">
            <a:extLst>
              <a:ext uri="{FF2B5EF4-FFF2-40B4-BE49-F238E27FC236}">
                <a16:creationId xmlns:a16="http://schemas.microsoft.com/office/drawing/2014/main" id="{225E7968-3E83-BDD9-F1A9-5E2CBA279FEC}"/>
              </a:ext>
            </a:extLst>
          </p:cNvPr>
          <p:cNvSpPr/>
          <p:nvPr/>
        </p:nvSpPr>
        <p:spPr>
          <a:xfrm>
            <a:off x="2296786" y="3322269"/>
            <a:ext cx="1016237"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800" i="1" u="sng" dirty="0">
                <a:solidFill>
                  <a:srgbClr val="63666A"/>
                </a:solidFill>
              </a:rPr>
              <a:t>Pump/Turbina</a:t>
            </a:r>
          </a:p>
        </p:txBody>
      </p:sp>
      <p:sp>
        <p:nvSpPr>
          <p:cNvPr id="10" name="CuadroTexto 9">
            <a:extLst>
              <a:ext uri="{FF2B5EF4-FFF2-40B4-BE49-F238E27FC236}">
                <a16:creationId xmlns:a16="http://schemas.microsoft.com/office/drawing/2014/main" id="{CCB2D040-9D8C-0D10-6323-17C9AB00BCED}"/>
              </a:ext>
            </a:extLst>
          </p:cNvPr>
          <p:cNvSpPr txBox="1"/>
          <p:nvPr/>
        </p:nvSpPr>
        <p:spPr>
          <a:xfrm>
            <a:off x="311922" y="447180"/>
            <a:ext cx="4572000" cy="246221"/>
          </a:xfrm>
          <a:prstGeom prst="rect">
            <a:avLst/>
          </a:prstGeom>
          <a:noFill/>
        </p:spPr>
        <p:txBody>
          <a:bodyPr wrap="square">
            <a:spAutoFit/>
          </a:bodyPr>
          <a:lstStyle/>
          <a:p>
            <a:pPr marL="171450" indent="-171450">
              <a:buFont typeface="Arial" panose="020B0604020202020204" pitchFamily="34" charset="0"/>
              <a:buChar char="•"/>
            </a:pPr>
            <a:r>
              <a:rPr lang="es-ES" sz="1000" b="1" dirty="0">
                <a:solidFill>
                  <a:srgbClr val="5CBDCA"/>
                </a:solidFill>
              </a:rPr>
              <a:t>Red de España</a:t>
            </a:r>
          </a:p>
        </p:txBody>
      </p:sp>
      <p:cxnSp>
        <p:nvCxnSpPr>
          <p:cNvPr id="4" name="Conector: angular 3">
            <a:extLst>
              <a:ext uri="{FF2B5EF4-FFF2-40B4-BE49-F238E27FC236}">
                <a16:creationId xmlns:a16="http://schemas.microsoft.com/office/drawing/2014/main" id="{22FD9D95-FBEA-E09C-89F0-044AB9E2CCE9}"/>
              </a:ext>
            </a:extLst>
          </p:cNvPr>
          <p:cNvCxnSpPr>
            <a:cxnSpLocks/>
          </p:cNvCxnSpPr>
          <p:nvPr/>
        </p:nvCxnSpPr>
        <p:spPr>
          <a:xfrm rot="5400000" flipH="1" flipV="1">
            <a:off x="2856773" y="1695677"/>
            <a:ext cx="1766924" cy="324999"/>
          </a:xfrm>
          <a:prstGeom prst="bentConnector3">
            <a:avLst>
              <a:gd name="adj1" fmla="val 31025"/>
            </a:avLst>
          </a:prstGeom>
          <a:ln>
            <a:solidFill>
              <a:srgbClr val="7030A0"/>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8" name="Rectángulo 17">
            <a:extLst>
              <a:ext uri="{FF2B5EF4-FFF2-40B4-BE49-F238E27FC236}">
                <a16:creationId xmlns:a16="http://schemas.microsoft.com/office/drawing/2014/main" id="{B56C7BB8-CF6E-298C-398E-E6BB18B15488}"/>
              </a:ext>
            </a:extLst>
          </p:cNvPr>
          <p:cNvSpPr/>
          <p:nvPr/>
        </p:nvSpPr>
        <p:spPr>
          <a:xfrm>
            <a:off x="3658686" y="646596"/>
            <a:ext cx="488097" cy="314552"/>
          </a:xfrm>
          <a:prstGeom prst="rect">
            <a:avLst/>
          </a:prstGeom>
          <a:ln w="9525">
            <a:solidFill>
              <a:srgbClr val="7030A0"/>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7030A0"/>
                </a:solidFill>
              </a:rPr>
              <a:t>PT00</a:t>
            </a:r>
          </a:p>
        </p:txBody>
      </p:sp>
      <p:cxnSp>
        <p:nvCxnSpPr>
          <p:cNvPr id="19" name="Conector: angular 18">
            <a:extLst>
              <a:ext uri="{FF2B5EF4-FFF2-40B4-BE49-F238E27FC236}">
                <a16:creationId xmlns:a16="http://schemas.microsoft.com/office/drawing/2014/main" id="{BB3681EE-B8DB-6C14-4173-3BF17617F951}"/>
              </a:ext>
            </a:extLst>
          </p:cNvPr>
          <p:cNvCxnSpPr>
            <a:cxnSpLocks/>
          </p:cNvCxnSpPr>
          <p:nvPr/>
        </p:nvCxnSpPr>
        <p:spPr>
          <a:xfrm rot="5400000" flipH="1" flipV="1">
            <a:off x="3177577" y="1488754"/>
            <a:ext cx="1759248" cy="731170"/>
          </a:xfrm>
          <a:prstGeom prst="bentConnector3">
            <a:avLst>
              <a:gd name="adj1" fmla="val 24445"/>
            </a:avLst>
          </a:prstGeom>
          <a:ln>
            <a:solidFill>
              <a:srgbClr val="7030A0"/>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 name="Rectángulo 23">
            <a:extLst>
              <a:ext uri="{FF2B5EF4-FFF2-40B4-BE49-F238E27FC236}">
                <a16:creationId xmlns:a16="http://schemas.microsoft.com/office/drawing/2014/main" id="{EB90EA35-351A-417D-E7BB-AE183FAD0156}"/>
              </a:ext>
            </a:extLst>
          </p:cNvPr>
          <p:cNvSpPr/>
          <p:nvPr/>
        </p:nvSpPr>
        <p:spPr>
          <a:xfrm>
            <a:off x="4178738" y="646597"/>
            <a:ext cx="488097" cy="314552"/>
          </a:xfrm>
          <a:prstGeom prst="rect">
            <a:avLst/>
          </a:prstGeom>
          <a:ln w="9525">
            <a:solidFill>
              <a:srgbClr val="7030A0"/>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7030A0"/>
                </a:solidFill>
              </a:rPr>
              <a:t>FR00</a:t>
            </a:r>
          </a:p>
        </p:txBody>
      </p:sp>
      <p:sp>
        <p:nvSpPr>
          <p:cNvPr id="27" name="Rectángulo 26">
            <a:extLst>
              <a:ext uri="{FF2B5EF4-FFF2-40B4-BE49-F238E27FC236}">
                <a16:creationId xmlns:a16="http://schemas.microsoft.com/office/drawing/2014/main" id="{06692E84-246B-103A-5E6D-DA1B9A0DC103}"/>
              </a:ext>
            </a:extLst>
          </p:cNvPr>
          <p:cNvSpPr/>
          <p:nvPr/>
        </p:nvSpPr>
        <p:spPr>
          <a:xfrm>
            <a:off x="5347592" y="4022572"/>
            <a:ext cx="488097" cy="314552"/>
          </a:xfrm>
          <a:prstGeom prst="rect">
            <a:avLst/>
          </a:prstGeom>
          <a:ln w="9525">
            <a:solidFill>
              <a:srgbClr val="7030A0"/>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7030A0"/>
                </a:solidFill>
              </a:rPr>
              <a:t>FRh2</a:t>
            </a:r>
          </a:p>
        </p:txBody>
      </p:sp>
      <p:cxnSp>
        <p:nvCxnSpPr>
          <p:cNvPr id="28" name="Conector: angular 27">
            <a:extLst>
              <a:ext uri="{FF2B5EF4-FFF2-40B4-BE49-F238E27FC236}">
                <a16:creationId xmlns:a16="http://schemas.microsoft.com/office/drawing/2014/main" id="{A23028AC-E6D2-AD06-DA62-077ECED01D33}"/>
              </a:ext>
            </a:extLst>
          </p:cNvPr>
          <p:cNvCxnSpPr>
            <a:cxnSpLocks/>
            <a:stCxn id="27" idx="0"/>
            <a:endCxn id="11" idx="2"/>
          </p:cNvCxnSpPr>
          <p:nvPr/>
        </p:nvCxnSpPr>
        <p:spPr>
          <a:xfrm rot="16200000" flipV="1">
            <a:off x="4894565" y="3325495"/>
            <a:ext cx="1044770" cy="349383"/>
          </a:xfrm>
          <a:prstGeom prst="bentConnector3">
            <a:avLst>
              <a:gd name="adj1" fmla="val 50000"/>
            </a:avLst>
          </a:prstGeom>
          <a:ln>
            <a:solidFill>
              <a:srgbClr val="7030A0"/>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Rectángulo 34">
            <a:extLst>
              <a:ext uri="{FF2B5EF4-FFF2-40B4-BE49-F238E27FC236}">
                <a16:creationId xmlns:a16="http://schemas.microsoft.com/office/drawing/2014/main" id="{80151791-3B87-72F0-665D-E66D03F2CC16}"/>
              </a:ext>
            </a:extLst>
          </p:cNvPr>
          <p:cNvSpPr/>
          <p:nvPr/>
        </p:nvSpPr>
        <p:spPr>
          <a:xfrm>
            <a:off x="5978962" y="4018119"/>
            <a:ext cx="488097" cy="314552"/>
          </a:xfrm>
          <a:prstGeom prst="rect">
            <a:avLst/>
          </a:prstGeom>
          <a:ln w="9525">
            <a:solidFill>
              <a:srgbClr val="7030A0"/>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7030A0"/>
                </a:solidFill>
              </a:rPr>
              <a:t>PTh2</a:t>
            </a:r>
          </a:p>
        </p:txBody>
      </p:sp>
      <p:cxnSp>
        <p:nvCxnSpPr>
          <p:cNvPr id="36" name="Conector: angular 35">
            <a:extLst>
              <a:ext uri="{FF2B5EF4-FFF2-40B4-BE49-F238E27FC236}">
                <a16:creationId xmlns:a16="http://schemas.microsoft.com/office/drawing/2014/main" id="{3290EBEA-6FDF-E808-4DBF-6FFE6199BFE9}"/>
              </a:ext>
            </a:extLst>
          </p:cNvPr>
          <p:cNvCxnSpPr>
            <a:cxnSpLocks/>
            <a:stCxn id="35" idx="0"/>
          </p:cNvCxnSpPr>
          <p:nvPr/>
        </p:nvCxnSpPr>
        <p:spPr>
          <a:xfrm rot="16200000" flipV="1">
            <a:off x="5319901" y="3115008"/>
            <a:ext cx="1032751" cy="773471"/>
          </a:xfrm>
          <a:prstGeom prst="bentConnector3">
            <a:avLst>
              <a:gd name="adj1" fmla="val 55903"/>
            </a:avLst>
          </a:prstGeom>
          <a:ln>
            <a:solidFill>
              <a:srgbClr val="7030A0"/>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1" name="Rectángulo 40">
            <a:extLst>
              <a:ext uri="{FF2B5EF4-FFF2-40B4-BE49-F238E27FC236}">
                <a16:creationId xmlns:a16="http://schemas.microsoft.com/office/drawing/2014/main" id="{D10B4DBB-D50E-9D62-D5B7-C3BE9A60DD30}"/>
              </a:ext>
            </a:extLst>
          </p:cNvPr>
          <p:cNvSpPr/>
          <p:nvPr/>
        </p:nvSpPr>
        <p:spPr>
          <a:xfrm>
            <a:off x="6600557" y="4011510"/>
            <a:ext cx="488097" cy="314552"/>
          </a:xfrm>
          <a:prstGeom prst="rect">
            <a:avLst/>
          </a:prstGeom>
          <a:ln w="9525">
            <a:solidFill>
              <a:srgbClr val="7030A0"/>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7030A0"/>
                </a:solidFill>
              </a:rPr>
              <a:t>MAh2</a:t>
            </a:r>
          </a:p>
        </p:txBody>
      </p:sp>
      <p:cxnSp>
        <p:nvCxnSpPr>
          <p:cNvPr id="62" name="Conector: angular 61">
            <a:extLst>
              <a:ext uri="{FF2B5EF4-FFF2-40B4-BE49-F238E27FC236}">
                <a16:creationId xmlns:a16="http://schemas.microsoft.com/office/drawing/2014/main" id="{AA9F58D2-341B-40C3-52EF-571487CACA52}"/>
              </a:ext>
            </a:extLst>
          </p:cNvPr>
          <p:cNvCxnSpPr>
            <a:cxnSpLocks/>
            <a:stCxn id="41" idx="0"/>
          </p:cNvCxnSpPr>
          <p:nvPr/>
        </p:nvCxnSpPr>
        <p:spPr>
          <a:xfrm rot="16200000" flipV="1">
            <a:off x="5717585" y="2884488"/>
            <a:ext cx="974841" cy="1279203"/>
          </a:xfrm>
          <a:prstGeom prst="bentConnector2">
            <a:avLst/>
          </a:prstGeom>
          <a:ln>
            <a:solidFill>
              <a:srgbClr val="7030A0"/>
            </a:solidFill>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7264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8ED4A-C4ED-864D-CB53-A05033354359}"/>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4F34C830-63E8-80FC-E750-1F9E1063F5CB}"/>
              </a:ext>
            </a:extLst>
          </p:cNvPr>
          <p:cNvSpPr>
            <a:spLocks noGrp="1"/>
          </p:cNvSpPr>
          <p:nvPr>
            <p:ph type="sldNum" sz="quarter" idx="4"/>
          </p:nvPr>
        </p:nvSpPr>
        <p:spPr/>
        <p:txBody>
          <a:bodyPr/>
          <a:lstStyle/>
          <a:p>
            <a:fld id="{BC84A7B8-DCD1-44CA-A629-967FC9CECB50}" type="slidenum">
              <a:rPr lang="es-ES_tradnl" smtClean="0"/>
              <a:pPr/>
              <a:t>9</a:t>
            </a:fld>
            <a:endParaRPr lang="es-ES_tradnl"/>
          </a:p>
        </p:txBody>
      </p:sp>
      <p:sp>
        <p:nvSpPr>
          <p:cNvPr id="8" name="Rectángulo 7">
            <a:extLst>
              <a:ext uri="{FF2B5EF4-FFF2-40B4-BE49-F238E27FC236}">
                <a16:creationId xmlns:a16="http://schemas.microsoft.com/office/drawing/2014/main" id="{EBA23C19-263A-7C38-57C0-87D1CFCC00B4}"/>
              </a:ext>
            </a:extLst>
          </p:cNvPr>
          <p:cNvSpPr/>
          <p:nvPr/>
        </p:nvSpPr>
        <p:spPr>
          <a:xfrm>
            <a:off x="3070402" y="2594990"/>
            <a:ext cx="865910" cy="228600"/>
          </a:xfrm>
          <a:prstGeom prst="rect">
            <a:avLst/>
          </a:prstGeom>
          <a:ln w="9525"/>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t>M. Eléctrico</a:t>
            </a:r>
          </a:p>
          <a:p>
            <a:pPr algn="ctr"/>
            <a:r>
              <a:rPr lang="es-ES" sz="800" dirty="0"/>
              <a:t>PT00</a:t>
            </a:r>
          </a:p>
        </p:txBody>
      </p:sp>
      <p:sp>
        <p:nvSpPr>
          <p:cNvPr id="11" name="Rectángulo 10">
            <a:extLst>
              <a:ext uri="{FF2B5EF4-FFF2-40B4-BE49-F238E27FC236}">
                <a16:creationId xmlns:a16="http://schemas.microsoft.com/office/drawing/2014/main" id="{9A152C75-E42D-2F87-AB45-FD41AD7E9ACD}"/>
              </a:ext>
            </a:extLst>
          </p:cNvPr>
          <p:cNvSpPr/>
          <p:nvPr/>
        </p:nvSpPr>
        <p:spPr>
          <a:xfrm>
            <a:off x="5020318" y="2587424"/>
            <a:ext cx="865910" cy="228600"/>
          </a:xfrm>
          <a:prstGeom prst="rect">
            <a:avLst/>
          </a:prstGeom>
          <a:ln w="9525"/>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t>M. Hidrógeno</a:t>
            </a:r>
          </a:p>
          <a:p>
            <a:pPr algn="ctr"/>
            <a:r>
              <a:rPr lang="es-ES" sz="800" dirty="0"/>
              <a:t>PTh2</a:t>
            </a:r>
          </a:p>
        </p:txBody>
      </p:sp>
      <p:cxnSp>
        <p:nvCxnSpPr>
          <p:cNvPr id="21" name="Conector recto de flecha 20">
            <a:extLst>
              <a:ext uri="{FF2B5EF4-FFF2-40B4-BE49-F238E27FC236}">
                <a16:creationId xmlns:a16="http://schemas.microsoft.com/office/drawing/2014/main" id="{F04B4F0D-43B9-3A86-BA67-9748E178531B}"/>
              </a:ext>
            </a:extLst>
          </p:cNvPr>
          <p:cNvCxnSpPr>
            <a:cxnSpLocks/>
            <a:stCxn id="30" idx="2"/>
            <a:endCxn id="11" idx="0"/>
          </p:cNvCxnSpPr>
          <p:nvPr/>
        </p:nvCxnSpPr>
        <p:spPr>
          <a:xfrm>
            <a:off x="5452281" y="1796583"/>
            <a:ext cx="992" cy="790841"/>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30" name="Rectángulo 29">
            <a:extLst>
              <a:ext uri="{FF2B5EF4-FFF2-40B4-BE49-F238E27FC236}">
                <a16:creationId xmlns:a16="http://schemas.microsoft.com/office/drawing/2014/main" id="{C417DF9C-6493-FB0A-F22F-13A08673EA5D}"/>
              </a:ext>
            </a:extLst>
          </p:cNvPr>
          <p:cNvSpPr/>
          <p:nvPr/>
        </p:nvSpPr>
        <p:spPr>
          <a:xfrm>
            <a:off x="4927846" y="1482031"/>
            <a:ext cx="1048870" cy="314552"/>
          </a:xfrm>
          <a:prstGeom prst="rect">
            <a:avLst/>
          </a:prstGeom>
          <a:ln w="9525">
            <a:solidFill>
              <a:srgbClr val="63666A"/>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63666A"/>
                </a:solidFill>
              </a:rPr>
              <a:t>DRES Electrolizador</a:t>
            </a:r>
          </a:p>
        </p:txBody>
      </p:sp>
      <p:cxnSp>
        <p:nvCxnSpPr>
          <p:cNvPr id="31" name="Conector recto 30">
            <a:extLst>
              <a:ext uri="{FF2B5EF4-FFF2-40B4-BE49-F238E27FC236}">
                <a16:creationId xmlns:a16="http://schemas.microsoft.com/office/drawing/2014/main" id="{31E1A65F-E55C-BAC6-44BB-BE01424DE05B}"/>
              </a:ext>
            </a:extLst>
          </p:cNvPr>
          <p:cNvCxnSpPr>
            <a:cxnSpLocks/>
          </p:cNvCxnSpPr>
          <p:nvPr/>
        </p:nvCxnSpPr>
        <p:spPr>
          <a:xfrm flipV="1">
            <a:off x="5976716" y="1178072"/>
            <a:ext cx="0" cy="489683"/>
          </a:xfrm>
          <a:prstGeom prst="line">
            <a:avLst/>
          </a:prstGeom>
        </p:spPr>
        <p:style>
          <a:lnRef idx="1">
            <a:schemeClr val="dk1"/>
          </a:lnRef>
          <a:fillRef idx="0">
            <a:schemeClr val="dk1"/>
          </a:fillRef>
          <a:effectRef idx="0">
            <a:schemeClr val="dk1"/>
          </a:effectRef>
          <a:fontRef idx="minor">
            <a:schemeClr val="tx1"/>
          </a:fontRef>
        </p:style>
      </p:cxnSp>
      <p:cxnSp>
        <p:nvCxnSpPr>
          <p:cNvPr id="32" name="Conector recto de flecha 31">
            <a:extLst>
              <a:ext uri="{FF2B5EF4-FFF2-40B4-BE49-F238E27FC236}">
                <a16:creationId xmlns:a16="http://schemas.microsoft.com/office/drawing/2014/main" id="{E1F94544-2A13-751A-5651-0F31CF7CBF5F}"/>
              </a:ext>
            </a:extLst>
          </p:cNvPr>
          <p:cNvCxnSpPr>
            <a:cxnSpLocks/>
          </p:cNvCxnSpPr>
          <p:nvPr/>
        </p:nvCxnSpPr>
        <p:spPr>
          <a:xfrm>
            <a:off x="5486611" y="1282737"/>
            <a:ext cx="490105" cy="0"/>
          </a:xfrm>
          <a:prstGeom prst="straightConnector1">
            <a:avLst/>
          </a:prstGeom>
          <a:ln w="6350">
            <a:solidFill>
              <a:srgbClr val="00B050"/>
            </a:solidFill>
            <a:prstDash val="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2" name="Rectángulo 41">
            <a:extLst>
              <a:ext uri="{FF2B5EF4-FFF2-40B4-BE49-F238E27FC236}">
                <a16:creationId xmlns:a16="http://schemas.microsoft.com/office/drawing/2014/main" id="{3E173CBD-D286-3B57-C0E4-7FECEE619032}"/>
              </a:ext>
            </a:extLst>
          </p:cNvPr>
          <p:cNvSpPr/>
          <p:nvPr/>
        </p:nvSpPr>
        <p:spPr>
          <a:xfrm>
            <a:off x="4927846" y="1096155"/>
            <a:ext cx="715442" cy="314552"/>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B050"/>
                </a:solidFill>
              </a:rPr>
              <a:t>Generación Eólica y Solar</a:t>
            </a:r>
          </a:p>
        </p:txBody>
      </p:sp>
      <p:sp>
        <p:nvSpPr>
          <p:cNvPr id="47" name="Rectángulo 46">
            <a:extLst>
              <a:ext uri="{FF2B5EF4-FFF2-40B4-BE49-F238E27FC236}">
                <a16:creationId xmlns:a16="http://schemas.microsoft.com/office/drawing/2014/main" id="{B5C26F3C-DED5-0A5D-4988-98436BA13955}"/>
              </a:ext>
            </a:extLst>
          </p:cNvPr>
          <p:cNvSpPr/>
          <p:nvPr/>
        </p:nvSpPr>
        <p:spPr>
          <a:xfrm>
            <a:off x="2315100" y="3703518"/>
            <a:ext cx="962583" cy="314552"/>
          </a:xfrm>
          <a:prstGeom prst="rect">
            <a:avLst/>
          </a:prstGeom>
          <a:ln w="9525">
            <a:solidFill>
              <a:srgbClr val="63666A"/>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63666A"/>
                </a:solidFill>
              </a:rPr>
              <a:t>Hidroeléctrica</a:t>
            </a:r>
          </a:p>
        </p:txBody>
      </p:sp>
      <p:sp>
        <p:nvSpPr>
          <p:cNvPr id="48" name="Rectángulo 47">
            <a:extLst>
              <a:ext uri="{FF2B5EF4-FFF2-40B4-BE49-F238E27FC236}">
                <a16:creationId xmlns:a16="http://schemas.microsoft.com/office/drawing/2014/main" id="{7A595C5F-E3F7-547A-6E81-2479325E447D}"/>
              </a:ext>
            </a:extLst>
          </p:cNvPr>
          <p:cNvSpPr/>
          <p:nvPr/>
        </p:nvSpPr>
        <p:spPr>
          <a:xfrm>
            <a:off x="3936312" y="3703518"/>
            <a:ext cx="465161" cy="314552"/>
          </a:xfrm>
          <a:prstGeom prst="rect">
            <a:avLst/>
          </a:prstGeom>
          <a:ln w="9525">
            <a:solidFill>
              <a:srgbClr val="63666A"/>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63666A"/>
                </a:solidFill>
              </a:rPr>
              <a:t>Gas</a:t>
            </a:r>
          </a:p>
        </p:txBody>
      </p:sp>
      <p:cxnSp>
        <p:nvCxnSpPr>
          <p:cNvPr id="49" name="Conector recto de flecha 48">
            <a:extLst>
              <a:ext uri="{FF2B5EF4-FFF2-40B4-BE49-F238E27FC236}">
                <a16:creationId xmlns:a16="http://schemas.microsoft.com/office/drawing/2014/main" id="{BCD4F442-F523-D4C9-DA39-F25B33E6325B}"/>
              </a:ext>
            </a:extLst>
          </p:cNvPr>
          <p:cNvCxnSpPr>
            <a:cxnSpLocks/>
          </p:cNvCxnSpPr>
          <p:nvPr/>
        </p:nvCxnSpPr>
        <p:spPr>
          <a:xfrm>
            <a:off x="3070402" y="2823590"/>
            <a:ext cx="0" cy="817722"/>
          </a:xfrm>
          <a:prstGeom prst="straightConnector1">
            <a:avLst/>
          </a:prstGeom>
          <a:ln>
            <a:headEnd type="triangle" w="med" len="med"/>
            <a:tailEnd type="triangle" w="med" len="med"/>
          </a:ln>
        </p:spPr>
        <p:style>
          <a:lnRef idx="1">
            <a:schemeClr val="accent3"/>
          </a:lnRef>
          <a:fillRef idx="0">
            <a:schemeClr val="accent3"/>
          </a:fillRef>
          <a:effectRef idx="0">
            <a:schemeClr val="accent3"/>
          </a:effectRef>
          <a:fontRef idx="minor">
            <a:schemeClr val="tx1"/>
          </a:fontRef>
        </p:style>
      </p:cxnSp>
      <p:cxnSp>
        <p:nvCxnSpPr>
          <p:cNvPr id="50" name="Conector recto de flecha 49">
            <a:extLst>
              <a:ext uri="{FF2B5EF4-FFF2-40B4-BE49-F238E27FC236}">
                <a16:creationId xmlns:a16="http://schemas.microsoft.com/office/drawing/2014/main" id="{8F04B3A5-CCEB-6EB6-44B8-39A29F86C4F3}"/>
              </a:ext>
            </a:extLst>
          </p:cNvPr>
          <p:cNvCxnSpPr>
            <a:cxnSpLocks/>
          </p:cNvCxnSpPr>
          <p:nvPr/>
        </p:nvCxnSpPr>
        <p:spPr>
          <a:xfrm>
            <a:off x="3936312" y="2831264"/>
            <a:ext cx="0" cy="872254"/>
          </a:xfrm>
          <a:prstGeom prst="straightConnector1">
            <a:avLst/>
          </a:prstGeom>
          <a:ln>
            <a:headEnd type="triangle" w="med" len="med"/>
            <a:tailEnd type="none" w="med" len="med"/>
          </a:ln>
        </p:spPr>
        <p:style>
          <a:lnRef idx="1">
            <a:schemeClr val="accent3"/>
          </a:lnRef>
          <a:fillRef idx="0">
            <a:schemeClr val="accent3"/>
          </a:fillRef>
          <a:effectRef idx="0">
            <a:schemeClr val="accent3"/>
          </a:effectRef>
          <a:fontRef idx="minor">
            <a:schemeClr val="tx1"/>
          </a:fontRef>
        </p:style>
      </p:cxnSp>
      <p:cxnSp>
        <p:nvCxnSpPr>
          <p:cNvPr id="52" name="Conector recto 51">
            <a:extLst>
              <a:ext uri="{FF2B5EF4-FFF2-40B4-BE49-F238E27FC236}">
                <a16:creationId xmlns:a16="http://schemas.microsoft.com/office/drawing/2014/main" id="{1EC31ECA-657F-C588-B186-A388159C4AE1}"/>
              </a:ext>
            </a:extLst>
          </p:cNvPr>
          <p:cNvCxnSpPr>
            <a:cxnSpLocks/>
          </p:cNvCxnSpPr>
          <p:nvPr/>
        </p:nvCxnSpPr>
        <p:spPr>
          <a:xfrm flipV="1">
            <a:off x="2315100" y="3466209"/>
            <a:ext cx="0" cy="507387"/>
          </a:xfrm>
          <a:prstGeom prst="line">
            <a:avLst/>
          </a:prstGeom>
        </p:spPr>
        <p:style>
          <a:lnRef idx="1">
            <a:schemeClr val="dk1"/>
          </a:lnRef>
          <a:fillRef idx="0">
            <a:schemeClr val="dk1"/>
          </a:fillRef>
          <a:effectRef idx="0">
            <a:schemeClr val="dk1"/>
          </a:effectRef>
          <a:fontRef idx="minor">
            <a:schemeClr val="tx1"/>
          </a:fontRef>
        </p:style>
      </p:cxnSp>
      <p:cxnSp>
        <p:nvCxnSpPr>
          <p:cNvPr id="54" name="Conector recto de flecha 53">
            <a:extLst>
              <a:ext uri="{FF2B5EF4-FFF2-40B4-BE49-F238E27FC236}">
                <a16:creationId xmlns:a16="http://schemas.microsoft.com/office/drawing/2014/main" id="{B63AC5EC-322E-59EE-EB35-FEC8E18E9998}"/>
              </a:ext>
            </a:extLst>
          </p:cNvPr>
          <p:cNvCxnSpPr>
            <a:cxnSpLocks/>
          </p:cNvCxnSpPr>
          <p:nvPr/>
        </p:nvCxnSpPr>
        <p:spPr>
          <a:xfrm>
            <a:off x="2638952" y="2424865"/>
            <a:ext cx="339971" cy="1646"/>
          </a:xfrm>
          <a:prstGeom prst="straightConnector1">
            <a:avLst/>
          </a:prstGeom>
          <a:ln w="6350">
            <a:solidFill>
              <a:srgbClr val="00B050"/>
            </a:solidFill>
            <a:prstDash val="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5" name="Rectángulo 54">
            <a:extLst>
              <a:ext uri="{FF2B5EF4-FFF2-40B4-BE49-F238E27FC236}">
                <a16:creationId xmlns:a16="http://schemas.microsoft.com/office/drawing/2014/main" id="{0219387B-7AEB-5614-A36B-12A5791B2256}"/>
              </a:ext>
            </a:extLst>
          </p:cNvPr>
          <p:cNvSpPr/>
          <p:nvPr/>
        </p:nvSpPr>
        <p:spPr>
          <a:xfrm>
            <a:off x="1974398" y="2373051"/>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B050"/>
                </a:solidFill>
              </a:rPr>
              <a:t>Generación </a:t>
            </a:r>
          </a:p>
        </p:txBody>
      </p:sp>
      <p:cxnSp>
        <p:nvCxnSpPr>
          <p:cNvPr id="56" name="Conector recto de flecha 55">
            <a:extLst>
              <a:ext uri="{FF2B5EF4-FFF2-40B4-BE49-F238E27FC236}">
                <a16:creationId xmlns:a16="http://schemas.microsoft.com/office/drawing/2014/main" id="{314A4A85-712A-5C12-D1B7-02276B61DF44}"/>
              </a:ext>
            </a:extLst>
          </p:cNvPr>
          <p:cNvCxnSpPr>
            <a:cxnSpLocks/>
          </p:cNvCxnSpPr>
          <p:nvPr/>
        </p:nvCxnSpPr>
        <p:spPr>
          <a:xfrm>
            <a:off x="2638952" y="2238198"/>
            <a:ext cx="314878" cy="0"/>
          </a:xfrm>
          <a:prstGeom prst="straightConnector1">
            <a:avLst/>
          </a:prstGeom>
          <a:ln w="6350">
            <a:solidFill>
              <a:srgbClr val="C00000"/>
            </a:solidFill>
            <a:prstDash val="dash"/>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57" name="Rectángulo 56">
            <a:extLst>
              <a:ext uri="{FF2B5EF4-FFF2-40B4-BE49-F238E27FC236}">
                <a16:creationId xmlns:a16="http://schemas.microsoft.com/office/drawing/2014/main" id="{E715B564-A3FA-40D2-5129-A363A2325E92}"/>
              </a:ext>
            </a:extLst>
          </p:cNvPr>
          <p:cNvSpPr/>
          <p:nvPr/>
        </p:nvSpPr>
        <p:spPr>
          <a:xfrm>
            <a:off x="1968263" y="2167707"/>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C00000"/>
                </a:solidFill>
              </a:rPr>
              <a:t>Demanda</a:t>
            </a:r>
            <a:r>
              <a:rPr lang="es-ES" sz="600" i="1" dirty="0">
                <a:solidFill>
                  <a:srgbClr val="63666A"/>
                </a:solidFill>
              </a:rPr>
              <a:t> </a:t>
            </a:r>
          </a:p>
        </p:txBody>
      </p:sp>
      <p:cxnSp>
        <p:nvCxnSpPr>
          <p:cNvPr id="58" name="Conector recto 57">
            <a:extLst>
              <a:ext uri="{FF2B5EF4-FFF2-40B4-BE49-F238E27FC236}">
                <a16:creationId xmlns:a16="http://schemas.microsoft.com/office/drawing/2014/main" id="{A4DDE8AE-3443-6DA0-9E57-4E8FED69C823}"/>
              </a:ext>
            </a:extLst>
          </p:cNvPr>
          <p:cNvCxnSpPr>
            <a:cxnSpLocks/>
          </p:cNvCxnSpPr>
          <p:nvPr/>
        </p:nvCxnSpPr>
        <p:spPr>
          <a:xfrm flipV="1">
            <a:off x="3070402" y="2216610"/>
            <a:ext cx="0" cy="606980"/>
          </a:xfrm>
          <a:prstGeom prst="line">
            <a:avLst/>
          </a:prstGeom>
        </p:spPr>
        <p:style>
          <a:lnRef idx="1">
            <a:schemeClr val="dk1"/>
          </a:lnRef>
          <a:fillRef idx="0">
            <a:schemeClr val="dk1"/>
          </a:fillRef>
          <a:effectRef idx="0">
            <a:schemeClr val="dk1"/>
          </a:effectRef>
          <a:fontRef idx="minor">
            <a:schemeClr val="tx1"/>
          </a:fontRef>
        </p:style>
      </p:cxnSp>
      <p:cxnSp>
        <p:nvCxnSpPr>
          <p:cNvPr id="60" name="Conector recto de flecha 59">
            <a:extLst>
              <a:ext uri="{FF2B5EF4-FFF2-40B4-BE49-F238E27FC236}">
                <a16:creationId xmlns:a16="http://schemas.microsoft.com/office/drawing/2014/main" id="{107456F7-6F94-715B-288C-7896C9216DBF}"/>
              </a:ext>
            </a:extLst>
          </p:cNvPr>
          <p:cNvCxnSpPr>
            <a:cxnSpLocks/>
          </p:cNvCxnSpPr>
          <p:nvPr/>
        </p:nvCxnSpPr>
        <p:spPr>
          <a:xfrm>
            <a:off x="2592265" y="2619261"/>
            <a:ext cx="392971" cy="0"/>
          </a:xfrm>
          <a:prstGeom prst="straightConnector1">
            <a:avLst/>
          </a:prstGeom>
          <a:ln w="6350">
            <a:solidFill>
              <a:srgbClr val="007AAE"/>
            </a:solidFill>
            <a:prstDash val="dash"/>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64" name="Rectángulo 63">
            <a:extLst>
              <a:ext uri="{FF2B5EF4-FFF2-40B4-BE49-F238E27FC236}">
                <a16:creationId xmlns:a16="http://schemas.microsoft.com/office/drawing/2014/main" id="{85D47128-EE13-666D-DA04-223FBB9F77EF}"/>
              </a:ext>
            </a:extLst>
          </p:cNvPr>
          <p:cNvSpPr/>
          <p:nvPr/>
        </p:nvSpPr>
        <p:spPr>
          <a:xfrm>
            <a:off x="1967093" y="2533065"/>
            <a:ext cx="624950" cy="180152"/>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7AAE"/>
                </a:solidFill>
              </a:rPr>
              <a:t>Baterías Eléctricas </a:t>
            </a:r>
          </a:p>
        </p:txBody>
      </p:sp>
      <p:cxnSp>
        <p:nvCxnSpPr>
          <p:cNvPr id="65" name="Conector recto de flecha 64">
            <a:extLst>
              <a:ext uri="{FF2B5EF4-FFF2-40B4-BE49-F238E27FC236}">
                <a16:creationId xmlns:a16="http://schemas.microsoft.com/office/drawing/2014/main" id="{7F095D54-63E7-2EB5-6760-898961F3F896}"/>
              </a:ext>
            </a:extLst>
          </p:cNvPr>
          <p:cNvCxnSpPr>
            <a:cxnSpLocks/>
          </p:cNvCxnSpPr>
          <p:nvPr/>
        </p:nvCxnSpPr>
        <p:spPr>
          <a:xfrm flipV="1">
            <a:off x="1868365" y="3557334"/>
            <a:ext cx="397024" cy="4360"/>
          </a:xfrm>
          <a:prstGeom prst="straightConnector1">
            <a:avLst/>
          </a:prstGeom>
          <a:ln w="6350">
            <a:solidFill>
              <a:srgbClr val="007AAE"/>
            </a:solidFill>
            <a:prstDash val="dash"/>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66" name="Rectángulo 65">
            <a:extLst>
              <a:ext uri="{FF2B5EF4-FFF2-40B4-BE49-F238E27FC236}">
                <a16:creationId xmlns:a16="http://schemas.microsoft.com/office/drawing/2014/main" id="{F5AB9641-F9F1-8DF6-71F6-7B44FB197F0F}"/>
              </a:ext>
            </a:extLst>
          </p:cNvPr>
          <p:cNvSpPr/>
          <p:nvPr/>
        </p:nvSpPr>
        <p:spPr>
          <a:xfrm>
            <a:off x="1225760" y="3471618"/>
            <a:ext cx="624950" cy="180152"/>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7AAE"/>
                </a:solidFill>
              </a:rPr>
              <a:t>Embalses</a:t>
            </a:r>
          </a:p>
        </p:txBody>
      </p:sp>
      <p:cxnSp>
        <p:nvCxnSpPr>
          <p:cNvPr id="67" name="Conector recto de flecha 66">
            <a:extLst>
              <a:ext uri="{FF2B5EF4-FFF2-40B4-BE49-F238E27FC236}">
                <a16:creationId xmlns:a16="http://schemas.microsoft.com/office/drawing/2014/main" id="{5B2EC329-A5FF-D4E8-A1EA-DC67D1F22FCE}"/>
              </a:ext>
            </a:extLst>
          </p:cNvPr>
          <p:cNvCxnSpPr>
            <a:cxnSpLocks/>
          </p:cNvCxnSpPr>
          <p:nvPr/>
        </p:nvCxnSpPr>
        <p:spPr>
          <a:xfrm>
            <a:off x="4420403" y="3561694"/>
            <a:ext cx="490105" cy="0"/>
          </a:xfrm>
          <a:prstGeom prst="straightConnector1">
            <a:avLst/>
          </a:prstGeom>
          <a:ln w="6350">
            <a:solidFill>
              <a:srgbClr val="00B050"/>
            </a:solidFill>
            <a:prstDash val="dash"/>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8" name="Conector recto 67">
            <a:extLst>
              <a:ext uri="{FF2B5EF4-FFF2-40B4-BE49-F238E27FC236}">
                <a16:creationId xmlns:a16="http://schemas.microsoft.com/office/drawing/2014/main" id="{FC6BFBE1-0DD2-231F-EC7A-E0DC923FDE8B}"/>
              </a:ext>
            </a:extLst>
          </p:cNvPr>
          <p:cNvCxnSpPr>
            <a:cxnSpLocks/>
          </p:cNvCxnSpPr>
          <p:nvPr/>
        </p:nvCxnSpPr>
        <p:spPr>
          <a:xfrm flipV="1">
            <a:off x="4401473" y="3466209"/>
            <a:ext cx="0" cy="540799"/>
          </a:xfrm>
          <a:prstGeom prst="line">
            <a:avLst/>
          </a:prstGeom>
        </p:spPr>
        <p:style>
          <a:lnRef idx="1">
            <a:schemeClr val="dk1"/>
          </a:lnRef>
          <a:fillRef idx="0">
            <a:schemeClr val="dk1"/>
          </a:fillRef>
          <a:effectRef idx="0">
            <a:schemeClr val="dk1"/>
          </a:effectRef>
          <a:fontRef idx="minor">
            <a:schemeClr val="tx1"/>
          </a:fontRef>
        </p:style>
      </p:cxnSp>
      <p:sp>
        <p:nvSpPr>
          <p:cNvPr id="69" name="Rectángulo 68">
            <a:extLst>
              <a:ext uri="{FF2B5EF4-FFF2-40B4-BE49-F238E27FC236}">
                <a16:creationId xmlns:a16="http://schemas.microsoft.com/office/drawing/2014/main" id="{40FB51D9-AFA9-8B24-804C-A6870EA7425C}"/>
              </a:ext>
            </a:extLst>
          </p:cNvPr>
          <p:cNvSpPr/>
          <p:nvPr/>
        </p:nvSpPr>
        <p:spPr>
          <a:xfrm>
            <a:off x="4731604" y="3466209"/>
            <a:ext cx="865907" cy="175103"/>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r>
              <a:rPr lang="es-ES" sz="600" i="1" dirty="0">
                <a:solidFill>
                  <a:srgbClr val="00B050"/>
                </a:solidFill>
              </a:rPr>
              <a:t>Importaciones</a:t>
            </a:r>
          </a:p>
        </p:txBody>
      </p:sp>
      <p:cxnSp>
        <p:nvCxnSpPr>
          <p:cNvPr id="70" name="Conector recto 69">
            <a:extLst>
              <a:ext uri="{FF2B5EF4-FFF2-40B4-BE49-F238E27FC236}">
                <a16:creationId xmlns:a16="http://schemas.microsoft.com/office/drawing/2014/main" id="{57D4F2B7-39F1-70A6-ABFA-E9F4A4019DF4}"/>
              </a:ext>
            </a:extLst>
          </p:cNvPr>
          <p:cNvCxnSpPr>
            <a:cxnSpLocks/>
          </p:cNvCxnSpPr>
          <p:nvPr/>
        </p:nvCxnSpPr>
        <p:spPr>
          <a:xfrm flipV="1">
            <a:off x="5886228" y="2279096"/>
            <a:ext cx="0" cy="544494"/>
          </a:xfrm>
          <a:prstGeom prst="line">
            <a:avLst/>
          </a:prstGeom>
        </p:spPr>
        <p:style>
          <a:lnRef idx="1">
            <a:schemeClr val="dk1"/>
          </a:lnRef>
          <a:fillRef idx="0">
            <a:schemeClr val="dk1"/>
          </a:fillRef>
          <a:effectRef idx="0">
            <a:schemeClr val="dk1"/>
          </a:effectRef>
          <a:fontRef idx="minor">
            <a:schemeClr val="tx1"/>
          </a:fontRef>
        </p:style>
      </p:cxnSp>
      <p:cxnSp>
        <p:nvCxnSpPr>
          <p:cNvPr id="71" name="Conector recto de flecha 70">
            <a:extLst>
              <a:ext uri="{FF2B5EF4-FFF2-40B4-BE49-F238E27FC236}">
                <a16:creationId xmlns:a16="http://schemas.microsoft.com/office/drawing/2014/main" id="{C60CC8FE-35C9-E8A6-C92A-CE90A15E647A}"/>
              </a:ext>
            </a:extLst>
          </p:cNvPr>
          <p:cNvCxnSpPr>
            <a:cxnSpLocks/>
            <a:endCxn id="74" idx="1"/>
          </p:cNvCxnSpPr>
          <p:nvPr/>
        </p:nvCxnSpPr>
        <p:spPr>
          <a:xfrm flipV="1">
            <a:off x="5984021" y="2504321"/>
            <a:ext cx="373262" cy="4392"/>
          </a:xfrm>
          <a:prstGeom prst="straightConnector1">
            <a:avLst/>
          </a:prstGeom>
          <a:ln w="6350">
            <a:solidFill>
              <a:srgbClr val="C00000"/>
            </a:solidFill>
            <a:prstDash val="dash"/>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Conector recto de flecha 71">
            <a:extLst>
              <a:ext uri="{FF2B5EF4-FFF2-40B4-BE49-F238E27FC236}">
                <a16:creationId xmlns:a16="http://schemas.microsoft.com/office/drawing/2014/main" id="{AB6A9231-5AD7-0E14-AA25-9A37782D8161}"/>
              </a:ext>
            </a:extLst>
          </p:cNvPr>
          <p:cNvCxnSpPr>
            <a:cxnSpLocks/>
          </p:cNvCxnSpPr>
          <p:nvPr/>
        </p:nvCxnSpPr>
        <p:spPr>
          <a:xfrm>
            <a:off x="5976716" y="2312720"/>
            <a:ext cx="490105" cy="0"/>
          </a:xfrm>
          <a:prstGeom prst="straightConnector1">
            <a:avLst/>
          </a:prstGeom>
          <a:ln w="6350">
            <a:solidFill>
              <a:srgbClr val="00B050"/>
            </a:solidFill>
            <a:prstDash val="dash"/>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3" name="Conector recto de flecha 72">
            <a:extLst>
              <a:ext uri="{FF2B5EF4-FFF2-40B4-BE49-F238E27FC236}">
                <a16:creationId xmlns:a16="http://schemas.microsoft.com/office/drawing/2014/main" id="{567AD118-533C-8B07-EF6F-33DBEE0C4DA3}"/>
              </a:ext>
            </a:extLst>
          </p:cNvPr>
          <p:cNvCxnSpPr>
            <a:cxnSpLocks/>
          </p:cNvCxnSpPr>
          <p:nvPr/>
        </p:nvCxnSpPr>
        <p:spPr>
          <a:xfrm flipV="1">
            <a:off x="5977707" y="2697737"/>
            <a:ext cx="379576" cy="3726"/>
          </a:xfrm>
          <a:prstGeom prst="straightConnector1">
            <a:avLst/>
          </a:prstGeom>
          <a:ln w="6350">
            <a:solidFill>
              <a:srgbClr val="007AAE"/>
            </a:solidFill>
            <a:prstDash val="dash"/>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74" name="Rectángulo 73">
            <a:extLst>
              <a:ext uri="{FF2B5EF4-FFF2-40B4-BE49-F238E27FC236}">
                <a16:creationId xmlns:a16="http://schemas.microsoft.com/office/drawing/2014/main" id="{FB924211-5E81-32FC-4F9F-55D29B215C28}"/>
              </a:ext>
            </a:extLst>
          </p:cNvPr>
          <p:cNvSpPr/>
          <p:nvPr/>
        </p:nvSpPr>
        <p:spPr>
          <a:xfrm>
            <a:off x="6357283" y="2448626"/>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r>
              <a:rPr lang="es-ES" sz="600" i="1" dirty="0">
                <a:solidFill>
                  <a:srgbClr val="C00000"/>
                </a:solidFill>
              </a:rPr>
              <a:t>Demanda</a:t>
            </a:r>
            <a:r>
              <a:rPr lang="es-ES" sz="600" i="1" dirty="0">
                <a:solidFill>
                  <a:srgbClr val="63666A"/>
                </a:solidFill>
              </a:rPr>
              <a:t> </a:t>
            </a:r>
          </a:p>
        </p:txBody>
      </p:sp>
      <p:sp>
        <p:nvSpPr>
          <p:cNvPr id="75" name="Rectángulo 74">
            <a:extLst>
              <a:ext uri="{FF2B5EF4-FFF2-40B4-BE49-F238E27FC236}">
                <a16:creationId xmlns:a16="http://schemas.microsoft.com/office/drawing/2014/main" id="{AD518CA5-D0C1-5E99-635C-39F2A2B7EE35}"/>
              </a:ext>
            </a:extLst>
          </p:cNvPr>
          <p:cNvSpPr/>
          <p:nvPr/>
        </p:nvSpPr>
        <p:spPr>
          <a:xfrm>
            <a:off x="6319183" y="2245315"/>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B050"/>
                </a:solidFill>
              </a:rPr>
              <a:t>Generación</a:t>
            </a:r>
            <a:r>
              <a:rPr lang="es-ES" sz="600" i="1" dirty="0">
                <a:solidFill>
                  <a:srgbClr val="63666A"/>
                </a:solidFill>
              </a:rPr>
              <a:t> </a:t>
            </a:r>
          </a:p>
        </p:txBody>
      </p:sp>
      <p:sp>
        <p:nvSpPr>
          <p:cNvPr id="76" name="Rectángulo 75">
            <a:extLst>
              <a:ext uri="{FF2B5EF4-FFF2-40B4-BE49-F238E27FC236}">
                <a16:creationId xmlns:a16="http://schemas.microsoft.com/office/drawing/2014/main" id="{CCEC08C4-BC0C-93DA-C19A-A1F711E12F7C}"/>
              </a:ext>
            </a:extLst>
          </p:cNvPr>
          <p:cNvSpPr/>
          <p:nvPr/>
        </p:nvSpPr>
        <p:spPr>
          <a:xfrm>
            <a:off x="6357283" y="2651937"/>
            <a:ext cx="908578" cy="159634"/>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r>
              <a:rPr lang="es-ES" sz="600" i="1" dirty="0">
                <a:solidFill>
                  <a:srgbClr val="007AAE"/>
                </a:solidFill>
              </a:rPr>
              <a:t>Almacenamientos H2</a:t>
            </a:r>
          </a:p>
        </p:txBody>
      </p:sp>
      <p:sp>
        <p:nvSpPr>
          <p:cNvPr id="98" name="Rectángulo 97">
            <a:extLst>
              <a:ext uri="{FF2B5EF4-FFF2-40B4-BE49-F238E27FC236}">
                <a16:creationId xmlns:a16="http://schemas.microsoft.com/office/drawing/2014/main" id="{226F9620-6B96-8998-7488-D59403011042}"/>
              </a:ext>
            </a:extLst>
          </p:cNvPr>
          <p:cNvSpPr/>
          <p:nvPr/>
        </p:nvSpPr>
        <p:spPr>
          <a:xfrm>
            <a:off x="5037456" y="2009597"/>
            <a:ext cx="829649"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i="1" u="sng" dirty="0">
                <a:solidFill>
                  <a:srgbClr val="63666A"/>
                </a:solidFill>
              </a:rPr>
              <a:t>Electrólisis</a:t>
            </a:r>
          </a:p>
        </p:txBody>
      </p:sp>
      <p:sp>
        <p:nvSpPr>
          <p:cNvPr id="99" name="Rectángulo 98">
            <a:extLst>
              <a:ext uri="{FF2B5EF4-FFF2-40B4-BE49-F238E27FC236}">
                <a16:creationId xmlns:a16="http://schemas.microsoft.com/office/drawing/2014/main" id="{F5CC796C-5DBC-D9CD-C29E-2FD1922690C0}"/>
              </a:ext>
            </a:extLst>
          </p:cNvPr>
          <p:cNvSpPr/>
          <p:nvPr/>
        </p:nvSpPr>
        <p:spPr>
          <a:xfrm>
            <a:off x="3667714" y="3182841"/>
            <a:ext cx="501178"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800" i="1" u="sng" dirty="0">
                <a:solidFill>
                  <a:srgbClr val="63666A"/>
                </a:solidFill>
              </a:rPr>
              <a:t>CCGT</a:t>
            </a:r>
          </a:p>
        </p:txBody>
      </p:sp>
      <p:sp>
        <p:nvSpPr>
          <p:cNvPr id="100" name="Rectángulo 99">
            <a:extLst>
              <a:ext uri="{FF2B5EF4-FFF2-40B4-BE49-F238E27FC236}">
                <a16:creationId xmlns:a16="http://schemas.microsoft.com/office/drawing/2014/main" id="{BFF90586-2D36-9248-2214-90EED3416B97}"/>
              </a:ext>
            </a:extLst>
          </p:cNvPr>
          <p:cNvSpPr/>
          <p:nvPr/>
        </p:nvSpPr>
        <p:spPr>
          <a:xfrm>
            <a:off x="2507801" y="3160491"/>
            <a:ext cx="1016237"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800" i="1" u="sng" dirty="0">
                <a:solidFill>
                  <a:srgbClr val="63666A"/>
                </a:solidFill>
              </a:rPr>
              <a:t>Pump/Turbina</a:t>
            </a:r>
          </a:p>
        </p:txBody>
      </p:sp>
      <p:sp>
        <p:nvSpPr>
          <p:cNvPr id="10" name="CuadroTexto 9">
            <a:extLst>
              <a:ext uri="{FF2B5EF4-FFF2-40B4-BE49-F238E27FC236}">
                <a16:creationId xmlns:a16="http://schemas.microsoft.com/office/drawing/2014/main" id="{0E82DE0D-3794-205F-74FF-4BADFAE033B2}"/>
              </a:ext>
            </a:extLst>
          </p:cNvPr>
          <p:cNvSpPr txBox="1"/>
          <p:nvPr/>
        </p:nvSpPr>
        <p:spPr>
          <a:xfrm>
            <a:off x="311922" y="447180"/>
            <a:ext cx="4572000" cy="246221"/>
          </a:xfrm>
          <a:prstGeom prst="rect">
            <a:avLst/>
          </a:prstGeom>
          <a:noFill/>
        </p:spPr>
        <p:txBody>
          <a:bodyPr wrap="square">
            <a:spAutoFit/>
          </a:bodyPr>
          <a:lstStyle/>
          <a:p>
            <a:pPr marL="171450" indent="-171450">
              <a:buFont typeface="Arial" panose="020B0604020202020204" pitchFamily="34" charset="0"/>
              <a:buChar char="•"/>
            </a:pPr>
            <a:r>
              <a:rPr lang="es-ES" sz="1000" b="1" dirty="0">
                <a:solidFill>
                  <a:srgbClr val="5CBDCA"/>
                </a:solidFill>
              </a:rPr>
              <a:t>Red de Portugal</a:t>
            </a:r>
          </a:p>
        </p:txBody>
      </p:sp>
      <p:sp>
        <p:nvSpPr>
          <p:cNvPr id="3" name="Rectángulo 2">
            <a:extLst>
              <a:ext uri="{FF2B5EF4-FFF2-40B4-BE49-F238E27FC236}">
                <a16:creationId xmlns:a16="http://schemas.microsoft.com/office/drawing/2014/main" id="{74CCDEF8-83CE-9CAF-752C-2002A7677CC7}"/>
              </a:ext>
            </a:extLst>
          </p:cNvPr>
          <p:cNvSpPr/>
          <p:nvPr/>
        </p:nvSpPr>
        <p:spPr>
          <a:xfrm>
            <a:off x="5558607" y="3860794"/>
            <a:ext cx="488097" cy="314552"/>
          </a:xfrm>
          <a:prstGeom prst="rect">
            <a:avLst/>
          </a:prstGeom>
          <a:ln w="9525">
            <a:solidFill>
              <a:srgbClr val="7030A0"/>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7030A0"/>
                </a:solidFill>
              </a:rPr>
              <a:t>ESh2</a:t>
            </a:r>
          </a:p>
        </p:txBody>
      </p:sp>
      <p:cxnSp>
        <p:nvCxnSpPr>
          <p:cNvPr id="4" name="Conector: angular 3">
            <a:extLst>
              <a:ext uri="{FF2B5EF4-FFF2-40B4-BE49-F238E27FC236}">
                <a16:creationId xmlns:a16="http://schemas.microsoft.com/office/drawing/2014/main" id="{6545280C-A6A5-0F23-9E1C-5A5D0F055332}"/>
              </a:ext>
            </a:extLst>
          </p:cNvPr>
          <p:cNvCxnSpPr>
            <a:cxnSpLocks/>
            <a:stCxn id="3" idx="0"/>
          </p:cNvCxnSpPr>
          <p:nvPr/>
        </p:nvCxnSpPr>
        <p:spPr>
          <a:xfrm rot="16200000" flipV="1">
            <a:off x="5105580" y="3163717"/>
            <a:ext cx="1044770" cy="349383"/>
          </a:xfrm>
          <a:prstGeom prst="bentConnector3">
            <a:avLst>
              <a:gd name="adj1" fmla="val 50000"/>
            </a:avLst>
          </a:prstGeom>
          <a:ln>
            <a:solidFill>
              <a:srgbClr val="7030A0"/>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 name="Conector: angular 4">
            <a:extLst>
              <a:ext uri="{FF2B5EF4-FFF2-40B4-BE49-F238E27FC236}">
                <a16:creationId xmlns:a16="http://schemas.microsoft.com/office/drawing/2014/main" id="{9595E657-A569-B97A-22F0-A8B79A3DA800}"/>
              </a:ext>
            </a:extLst>
          </p:cNvPr>
          <p:cNvCxnSpPr>
            <a:cxnSpLocks/>
            <a:endCxn id="6" idx="2"/>
          </p:cNvCxnSpPr>
          <p:nvPr/>
        </p:nvCxnSpPr>
        <p:spPr>
          <a:xfrm rot="5400000" flipH="1" flipV="1">
            <a:off x="3106599" y="1878913"/>
            <a:ext cx="1097578" cy="325000"/>
          </a:xfrm>
          <a:prstGeom prst="bentConnector3">
            <a:avLst>
              <a:gd name="adj1" fmla="val 50000"/>
            </a:avLst>
          </a:prstGeom>
          <a:ln>
            <a:solidFill>
              <a:srgbClr val="7030A0"/>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 name="Rectángulo 5">
            <a:extLst>
              <a:ext uri="{FF2B5EF4-FFF2-40B4-BE49-F238E27FC236}">
                <a16:creationId xmlns:a16="http://schemas.microsoft.com/office/drawing/2014/main" id="{93B3011C-E377-3FD6-F26F-15569B61D2ED}"/>
              </a:ext>
            </a:extLst>
          </p:cNvPr>
          <p:cNvSpPr/>
          <p:nvPr/>
        </p:nvSpPr>
        <p:spPr>
          <a:xfrm>
            <a:off x="3573839" y="1178072"/>
            <a:ext cx="488097" cy="314552"/>
          </a:xfrm>
          <a:prstGeom prst="rect">
            <a:avLst/>
          </a:prstGeom>
          <a:ln w="9525">
            <a:solidFill>
              <a:srgbClr val="7030A0"/>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7030A0"/>
                </a:solidFill>
              </a:rPr>
              <a:t>ES00</a:t>
            </a:r>
          </a:p>
        </p:txBody>
      </p:sp>
    </p:spTree>
    <p:extLst>
      <p:ext uri="{BB962C8B-B14F-4D97-AF65-F5344CB8AC3E}">
        <p14:creationId xmlns:p14="http://schemas.microsoft.com/office/powerpoint/2010/main" val="17531609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61594-2AA3-C024-A211-10E0B2E7A3B0}"/>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241914C7-948A-00A5-EA0A-33FCE5545166}"/>
              </a:ext>
            </a:extLst>
          </p:cNvPr>
          <p:cNvSpPr>
            <a:spLocks noGrp="1"/>
          </p:cNvSpPr>
          <p:nvPr>
            <p:ph type="sldNum" sz="quarter" idx="4"/>
          </p:nvPr>
        </p:nvSpPr>
        <p:spPr/>
        <p:txBody>
          <a:bodyPr/>
          <a:lstStyle/>
          <a:p>
            <a:fld id="{BC84A7B8-DCD1-44CA-A629-967FC9CECB50}" type="slidenum">
              <a:rPr lang="es-ES_tradnl" smtClean="0"/>
              <a:pPr/>
              <a:t>10</a:t>
            </a:fld>
            <a:endParaRPr lang="es-ES_tradnl"/>
          </a:p>
        </p:txBody>
      </p:sp>
      <p:sp>
        <p:nvSpPr>
          <p:cNvPr id="3" name="Rectángulo 2">
            <a:extLst>
              <a:ext uri="{FF2B5EF4-FFF2-40B4-BE49-F238E27FC236}">
                <a16:creationId xmlns:a16="http://schemas.microsoft.com/office/drawing/2014/main" id="{A68B5116-BBF3-7CD5-C849-C6F3385F8B98}"/>
              </a:ext>
            </a:extLst>
          </p:cNvPr>
          <p:cNvSpPr/>
          <p:nvPr/>
        </p:nvSpPr>
        <p:spPr>
          <a:xfrm>
            <a:off x="2579572" y="2351364"/>
            <a:ext cx="865910" cy="240150"/>
          </a:xfrm>
          <a:prstGeom prst="rect">
            <a:avLst/>
          </a:prstGeom>
          <a:ln w="9525"/>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t>M. Eléctrico FR</a:t>
            </a:r>
          </a:p>
        </p:txBody>
      </p:sp>
      <p:sp>
        <p:nvSpPr>
          <p:cNvPr id="4" name="Rectángulo 3">
            <a:extLst>
              <a:ext uri="{FF2B5EF4-FFF2-40B4-BE49-F238E27FC236}">
                <a16:creationId xmlns:a16="http://schemas.microsoft.com/office/drawing/2014/main" id="{17ADF274-7699-6B3A-6850-C500B90F9FDA}"/>
              </a:ext>
            </a:extLst>
          </p:cNvPr>
          <p:cNvSpPr/>
          <p:nvPr/>
        </p:nvSpPr>
        <p:spPr>
          <a:xfrm>
            <a:off x="4863055" y="1858487"/>
            <a:ext cx="865910" cy="228600"/>
          </a:xfrm>
          <a:prstGeom prst="rect">
            <a:avLst/>
          </a:prstGeom>
          <a:ln w="9525"/>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t>M. Hidrógeno</a:t>
            </a:r>
          </a:p>
          <a:p>
            <a:pPr algn="ctr"/>
            <a:r>
              <a:rPr lang="es-ES" sz="800" dirty="0"/>
              <a:t>FR</a:t>
            </a:r>
          </a:p>
        </p:txBody>
      </p:sp>
      <p:sp>
        <p:nvSpPr>
          <p:cNvPr id="7" name="Rectángulo 6">
            <a:extLst>
              <a:ext uri="{FF2B5EF4-FFF2-40B4-BE49-F238E27FC236}">
                <a16:creationId xmlns:a16="http://schemas.microsoft.com/office/drawing/2014/main" id="{133E2164-378E-F912-A559-1C6C7316BC8A}"/>
              </a:ext>
            </a:extLst>
          </p:cNvPr>
          <p:cNvSpPr/>
          <p:nvPr/>
        </p:nvSpPr>
        <p:spPr>
          <a:xfrm>
            <a:off x="3735799" y="3254121"/>
            <a:ext cx="865910" cy="228600"/>
          </a:xfrm>
          <a:prstGeom prst="rect">
            <a:avLst/>
          </a:prstGeom>
          <a:ln w="9525"/>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t>M. Hidrógeno</a:t>
            </a:r>
          </a:p>
          <a:p>
            <a:pPr algn="ctr"/>
            <a:r>
              <a:rPr lang="es-ES" sz="800" dirty="0"/>
              <a:t>FRSW</a:t>
            </a:r>
          </a:p>
        </p:txBody>
      </p:sp>
      <p:sp>
        <p:nvSpPr>
          <p:cNvPr id="9" name="Rectángulo 8">
            <a:extLst>
              <a:ext uri="{FF2B5EF4-FFF2-40B4-BE49-F238E27FC236}">
                <a16:creationId xmlns:a16="http://schemas.microsoft.com/office/drawing/2014/main" id="{8E2CB0B7-5BB3-CFF3-9C0B-82E2AF304F18}"/>
              </a:ext>
            </a:extLst>
          </p:cNvPr>
          <p:cNvSpPr/>
          <p:nvPr/>
        </p:nvSpPr>
        <p:spPr>
          <a:xfrm>
            <a:off x="5413048" y="3254121"/>
            <a:ext cx="865910" cy="228600"/>
          </a:xfrm>
          <a:prstGeom prst="rect">
            <a:avLst/>
          </a:prstGeom>
          <a:ln w="9525"/>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t>M. Hidrógeno</a:t>
            </a:r>
          </a:p>
          <a:p>
            <a:pPr algn="ctr"/>
            <a:r>
              <a:rPr lang="es-ES" sz="800" dirty="0"/>
              <a:t>FRS</a:t>
            </a:r>
          </a:p>
        </p:txBody>
      </p:sp>
      <p:cxnSp>
        <p:nvCxnSpPr>
          <p:cNvPr id="10" name="Conector recto de flecha 9">
            <a:extLst>
              <a:ext uri="{FF2B5EF4-FFF2-40B4-BE49-F238E27FC236}">
                <a16:creationId xmlns:a16="http://schemas.microsoft.com/office/drawing/2014/main" id="{D964CFBB-A669-4F1E-C106-706ECE2BB355}"/>
              </a:ext>
            </a:extLst>
          </p:cNvPr>
          <p:cNvCxnSpPr>
            <a:cxnSpLocks/>
            <a:stCxn id="7" idx="3"/>
            <a:endCxn id="9" idx="1"/>
          </p:cNvCxnSpPr>
          <p:nvPr/>
        </p:nvCxnSpPr>
        <p:spPr>
          <a:xfrm>
            <a:off x="4601709" y="3368421"/>
            <a:ext cx="81133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2" name="Conector recto de flecha 11">
            <a:extLst>
              <a:ext uri="{FF2B5EF4-FFF2-40B4-BE49-F238E27FC236}">
                <a16:creationId xmlns:a16="http://schemas.microsoft.com/office/drawing/2014/main" id="{BDD2A359-63A7-AE47-756A-B73C94EC950E}"/>
              </a:ext>
            </a:extLst>
          </p:cNvPr>
          <p:cNvCxnSpPr>
            <a:cxnSpLocks/>
            <a:endCxn id="7" idx="2"/>
          </p:cNvCxnSpPr>
          <p:nvPr/>
        </p:nvCxnSpPr>
        <p:spPr>
          <a:xfrm flipH="1" flipV="1">
            <a:off x="4168754" y="3482721"/>
            <a:ext cx="851228" cy="674092"/>
          </a:xfrm>
          <a:prstGeom prst="straightConnector1">
            <a:avLst/>
          </a:prstGeom>
          <a:ln>
            <a:solidFill>
              <a:srgbClr val="7030A0"/>
            </a:solidFill>
            <a:prstDash val="dash"/>
            <a:tailEnd type="triangle"/>
          </a:ln>
        </p:spPr>
        <p:style>
          <a:lnRef idx="1">
            <a:schemeClr val="dk1"/>
          </a:lnRef>
          <a:fillRef idx="0">
            <a:schemeClr val="dk1"/>
          </a:fillRef>
          <a:effectRef idx="0">
            <a:schemeClr val="dk1"/>
          </a:effectRef>
          <a:fontRef idx="minor">
            <a:schemeClr val="tx1"/>
          </a:fontRef>
        </p:style>
      </p:cxnSp>
      <p:sp>
        <p:nvSpPr>
          <p:cNvPr id="13" name="Rectángulo 12">
            <a:extLst>
              <a:ext uri="{FF2B5EF4-FFF2-40B4-BE49-F238E27FC236}">
                <a16:creationId xmlns:a16="http://schemas.microsoft.com/office/drawing/2014/main" id="{E487F39C-A294-E0E6-962F-D53BFEDFB70C}"/>
              </a:ext>
            </a:extLst>
          </p:cNvPr>
          <p:cNvSpPr/>
          <p:nvPr/>
        </p:nvSpPr>
        <p:spPr>
          <a:xfrm>
            <a:off x="4863055" y="4156813"/>
            <a:ext cx="865910" cy="286500"/>
          </a:xfrm>
          <a:prstGeom prst="rect">
            <a:avLst/>
          </a:prstGeom>
          <a:ln w="9525">
            <a:solidFill>
              <a:srgbClr val="7030A0"/>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7030A0"/>
                </a:solidFill>
              </a:rPr>
              <a:t>ESH2</a:t>
            </a:r>
          </a:p>
        </p:txBody>
      </p:sp>
      <p:sp>
        <p:nvSpPr>
          <p:cNvPr id="14" name="Rectángulo 13">
            <a:extLst>
              <a:ext uri="{FF2B5EF4-FFF2-40B4-BE49-F238E27FC236}">
                <a16:creationId xmlns:a16="http://schemas.microsoft.com/office/drawing/2014/main" id="{FB0A708B-6185-F599-2C8F-614B02D5FAA0}"/>
              </a:ext>
            </a:extLst>
          </p:cNvPr>
          <p:cNvSpPr/>
          <p:nvPr/>
        </p:nvSpPr>
        <p:spPr>
          <a:xfrm>
            <a:off x="2579064" y="4156813"/>
            <a:ext cx="865910" cy="286500"/>
          </a:xfrm>
          <a:prstGeom prst="rect">
            <a:avLst/>
          </a:prstGeom>
          <a:ln w="9525">
            <a:solidFill>
              <a:srgbClr val="7030A0"/>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7030A0"/>
                </a:solidFill>
              </a:rPr>
              <a:t>ES00</a:t>
            </a:r>
          </a:p>
        </p:txBody>
      </p:sp>
      <p:cxnSp>
        <p:nvCxnSpPr>
          <p:cNvPr id="15" name="Conector recto de flecha 14">
            <a:extLst>
              <a:ext uri="{FF2B5EF4-FFF2-40B4-BE49-F238E27FC236}">
                <a16:creationId xmlns:a16="http://schemas.microsoft.com/office/drawing/2014/main" id="{7A5FA9F6-EC66-76A6-75C9-7CE7B042D5DB}"/>
              </a:ext>
            </a:extLst>
          </p:cNvPr>
          <p:cNvCxnSpPr>
            <a:cxnSpLocks/>
            <a:stCxn id="14" idx="0"/>
            <a:endCxn id="3" idx="2"/>
          </p:cNvCxnSpPr>
          <p:nvPr/>
        </p:nvCxnSpPr>
        <p:spPr>
          <a:xfrm flipV="1">
            <a:off x="3012019" y="2591514"/>
            <a:ext cx="508" cy="1565299"/>
          </a:xfrm>
          <a:prstGeom prst="straightConnector1">
            <a:avLst/>
          </a:prstGeom>
          <a:ln>
            <a:solidFill>
              <a:srgbClr val="7030A0"/>
            </a:solidFill>
            <a:prstDash val="dash"/>
            <a:tailEnd type="triangle"/>
          </a:ln>
        </p:spPr>
        <p:style>
          <a:lnRef idx="1">
            <a:schemeClr val="dk1"/>
          </a:lnRef>
          <a:fillRef idx="0">
            <a:schemeClr val="dk1"/>
          </a:fillRef>
          <a:effectRef idx="0">
            <a:schemeClr val="dk1"/>
          </a:effectRef>
          <a:fontRef idx="minor">
            <a:schemeClr val="tx1"/>
          </a:fontRef>
        </p:style>
      </p:cxnSp>
      <p:cxnSp>
        <p:nvCxnSpPr>
          <p:cNvPr id="16" name="Conector recto de flecha 15">
            <a:extLst>
              <a:ext uri="{FF2B5EF4-FFF2-40B4-BE49-F238E27FC236}">
                <a16:creationId xmlns:a16="http://schemas.microsoft.com/office/drawing/2014/main" id="{CC7ECDC1-3E3B-80E3-7688-F97DBE586C60}"/>
              </a:ext>
            </a:extLst>
          </p:cNvPr>
          <p:cNvCxnSpPr>
            <a:cxnSpLocks/>
            <a:stCxn id="9" idx="2"/>
            <a:endCxn id="13" idx="0"/>
          </p:cNvCxnSpPr>
          <p:nvPr/>
        </p:nvCxnSpPr>
        <p:spPr>
          <a:xfrm flipH="1">
            <a:off x="5296010" y="3482721"/>
            <a:ext cx="549993" cy="674092"/>
          </a:xfrm>
          <a:prstGeom prst="straightConnector1">
            <a:avLst/>
          </a:prstGeom>
          <a:ln>
            <a:solidFill>
              <a:srgbClr val="7030A0"/>
            </a:solidFill>
            <a:prstDash val="dash"/>
            <a:headEnd type="triangle" w="med" len="med"/>
            <a:tailEnd type="triangle" w="med" len="med"/>
          </a:ln>
        </p:spPr>
        <p:style>
          <a:lnRef idx="1">
            <a:schemeClr val="dk1"/>
          </a:lnRef>
          <a:fillRef idx="0">
            <a:schemeClr val="dk1"/>
          </a:fillRef>
          <a:effectRef idx="0">
            <a:schemeClr val="dk1"/>
          </a:effectRef>
          <a:fontRef idx="minor">
            <a:schemeClr val="tx1"/>
          </a:fontRef>
        </p:style>
      </p:cxnSp>
      <p:cxnSp>
        <p:nvCxnSpPr>
          <p:cNvPr id="17" name="Conector recto de flecha 16">
            <a:extLst>
              <a:ext uri="{FF2B5EF4-FFF2-40B4-BE49-F238E27FC236}">
                <a16:creationId xmlns:a16="http://schemas.microsoft.com/office/drawing/2014/main" id="{790EE921-89B8-1840-1FB1-DE6835D1711A}"/>
              </a:ext>
            </a:extLst>
          </p:cNvPr>
          <p:cNvCxnSpPr>
            <a:cxnSpLocks/>
            <a:stCxn id="4" idx="2"/>
            <a:endCxn id="9" idx="0"/>
          </p:cNvCxnSpPr>
          <p:nvPr/>
        </p:nvCxnSpPr>
        <p:spPr>
          <a:xfrm>
            <a:off x="5296010" y="2087087"/>
            <a:ext cx="549993" cy="1167034"/>
          </a:xfrm>
          <a:prstGeom prst="straightConnector1">
            <a:avLst/>
          </a:prstGeom>
          <a:ln>
            <a:solidFill>
              <a:schemeClr val="tx1"/>
            </a:solidFill>
            <a:prstDash val="solid"/>
            <a:headEnd type="triangle" w="med" len="med"/>
            <a:tailEnd type="triangle" w="med" len="med"/>
          </a:ln>
        </p:spPr>
        <p:style>
          <a:lnRef idx="1">
            <a:schemeClr val="dk1"/>
          </a:lnRef>
          <a:fillRef idx="0">
            <a:schemeClr val="dk1"/>
          </a:fillRef>
          <a:effectRef idx="0">
            <a:schemeClr val="dk1"/>
          </a:effectRef>
          <a:fontRef idx="minor">
            <a:schemeClr val="tx1"/>
          </a:fontRef>
        </p:style>
      </p:cxnSp>
      <p:cxnSp>
        <p:nvCxnSpPr>
          <p:cNvPr id="18" name="Conector recto de flecha 17">
            <a:extLst>
              <a:ext uri="{FF2B5EF4-FFF2-40B4-BE49-F238E27FC236}">
                <a16:creationId xmlns:a16="http://schemas.microsoft.com/office/drawing/2014/main" id="{3D9CD97D-D39C-75D6-6045-607D68842FF5}"/>
              </a:ext>
            </a:extLst>
          </p:cNvPr>
          <p:cNvCxnSpPr>
            <a:cxnSpLocks/>
            <a:stCxn id="14" idx="3"/>
            <a:endCxn id="13" idx="1"/>
          </p:cNvCxnSpPr>
          <p:nvPr/>
        </p:nvCxnSpPr>
        <p:spPr>
          <a:xfrm>
            <a:off x="3444974" y="4300063"/>
            <a:ext cx="1418081" cy="0"/>
          </a:xfrm>
          <a:prstGeom prst="straightConnector1">
            <a:avLst/>
          </a:prstGeom>
          <a:ln>
            <a:solidFill>
              <a:srgbClr val="7030A0"/>
            </a:solidFill>
            <a:prstDash val="dash"/>
            <a:tailEnd type="triangle"/>
          </a:ln>
        </p:spPr>
        <p:style>
          <a:lnRef idx="1">
            <a:schemeClr val="dk1"/>
          </a:lnRef>
          <a:fillRef idx="0">
            <a:schemeClr val="dk1"/>
          </a:fillRef>
          <a:effectRef idx="0">
            <a:schemeClr val="dk1"/>
          </a:effectRef>
          <a:fontRef idx="minor">
            <a:schemeClr val="tx1"/>
          </a:fontRef>
        </p:style>
      </p:cxnSp>
      <p:cxnSp>
        <p:nvCxnSpPr>
          <p:cNvPr id="19" name="Conector recto de flecha 18">
            <a:extLst>
              <a:ext uri="{FF2B5EF4-FFF2-40B4-BE49-F238E27FC236}">
                <a16:creationId xmlns:a16="http://schemas.microsoft.com/office/drawing/2014/main" id="{6CDA6B76-07F6-FCB6-102F-6B3EC2EFA6BB}"/>
              </a:ext>
            </a:extLst>
          </p:cNvPr>
          <p:cNvCxnSpPr>
            <a:cxnSpLocks/>
          </p:cNvCxnSpPr>
          <p:nvPr/>
        </p:nvCxnSpPr>
        <p:spPr>
          <a:xfrm flipH="1">
            <a:off x="3771844" y="3112412"/>
            <a:ext cx="490105" cy="0"/>
          </a:xfrm>
          <a:prstGeom prst="straightConnector1">
            <a:avLst/>
          </a:prstGeom>
          <a:ln w="6350">
            <a:solidFill>
              <a:srgbClr val="007AAE"/>
            </a:solidFill>
            <a:prstDash val="dash"/>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20" name="Rectángulo 19">
            <a:extLst>
              <a:ext uri="{FF2B5EF4-FFF2-40B4-BE49-F238E27FC236}">
                <a16:creationId xmlns:a16="http://schemas.microsoft.com/office/drawing/2014/main" id="{6AA41A01-2FDE-2C47-7722-B42B430BDC15}"/>
              </a:ext>
            </a:extLst>
          </p:cNvPr>
          <p:cNvSpPr/>
          <p:nvPr/>
        </p:nvSpPr>
        <p:spPr>
          <a:xfrm>
            <a:off x="4261949" y="3027713"/>
            <a:ext cx="1005405" cy="146330"/>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r>
              <a:rPr lang="es-ES" sz="600" i="1" dirty="0">
                <a:solidFill>
                  <a:srgbClr val="007AAE"/>
                </a:solidFill>
              </a:rPr>
              <a:t>Almacenamientos</a:t>
            </a:r>
            <a:r>
              <a:rPr lang="es-ES" sz="600" i="1" dirty="0">
                <a:solidFill>
                  <a:srgbClr val="63666A"/>
                </a:solidFill>
              </a:rPr>
              <a:t> </a:t>
            </a:r>
            <a:r>
              <a:rPr lang="es-ES" sz="600" i="1" dirty="0">
                <a:solidFill>
                  <a:srgbClr val="007AAE"/>
                </a:solidFill>
              </a:rPr>
              <a:t>H2</a:t>
            </a:r>
          </a:p>
        </p:txBody>
      </p:sp>
      <p:cxnSp>
        <p:nvCxnSpPr>
          <p:cNvPr id="22" name="Conector recto de flecha 21">
            <a:extLst>
              <a:ext uri="{FF2B5EF4-FFF2-40B4-BE49-F238E27FC236}">
                <a16:creationId xmlns:a16="http://schemas.microsoft.com/office/drawing/2014/main" id="{2788C7AA-F564-89A2-5503-22B0D29CD676}"/>
              </a:ext>
            </a:extLst>
          </p:cNvPr>
          <p:cNvCxnSpPr>
            <a:cxnSpLocks/>
          </p:cNvCxnSpPr>
          <p:nvPr/>
        </p:nvCxnSpPr>
        <p:spPr>
          <a:xfrm>
            <a:off x="6185132" y="2915991"/>
            <a:ext cx="0" cy="335938"/>
          </a:xfrm>
          <a:prstGeom prst="straightConnector1">
            <a:avLst/>
          </a:prstGeom>
          <a:ln w="6350">
            <a:solidFill>
              <a:srgbClr val="007AAE"/>
            </a:solidFill>
            <a:prstDash val="dash"/>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23" name="Rectángulo 22">
            <a:extLst>
              <a:ext uri="{FF2B5EF4-FFF2-40B4-BE49-F238E27FC236}">
                <a16:creationId xmlns:a16="http://schemas.microsoft.com/office/drawing/2014/main" id="{29A519CB-C604-E52C-DE39-061614628468}"/>
              </a:ext>
            </a:extLst>
          </p:cNvPr>
          <p:cNvSpPr/>
          <p:nvPr/>
        </p:nvSpPr>
        <p:spPr>
          <a:xfrm>
            <a:off x="5726418" y="2663048"/>
            <a:ext cx="917427" cy="221454"/>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600" i="1" dirty="0">
                <a:solidFill>
                  <a:srgbClr val="007AAE"/>
                </a:solidFill>
              </a:rPr>
              <a:t>Almacenamientos Hidrógeno</a:t>
            </a:r>
          </a:p>
        </p:txBody>
      </p:sp>
      <p:cxnSp>
        <p:nvCxnSpPr>
          <p:cNvPr id="24" name="Conector recto 23">
            <a:extLst>
              <a:ext uri="{FF2B5EF4-FFF2-40B4-BE49-F238E27FC236}">
                <a16:creationId xmlns:a16="http://schemas.microsoft.com/office/drawing/2014/main" id="{49D2560B-BC41-59AD-132D-5CCCECA1C024}"/>
              </a:ext>
            </a:extLst>
          </p:cNvPr>
          <p:cNvCxnSpPr>
            <a:cxnSpLocks/>
          </p:cNvCxnSpPr>
          <p:nvPr/>
        </p:nvCxnSpPr>
        <p:spPr>
          <a:xfrm flipV="1">
            <a:off x="3444974" y="1960373"/>
            <a:ext cx="0" cy="634666"/>
          </a:xfrm>
          <a:prstGeom prst="line">
            <a:avLst/>
          </a:prstGeom>
          <a:ln w="6350"/>
        </p:spPr>
        <p:style>
          <a:lnRef idx="1">
            <a:schemeClr val="dk1"/>
          </a:lnRef>
          <a:fillRef idx="0">
            <a:schemeClr val="dk1"/>
          </a:fillRef>
          <a:effectRef idx="0">
            <a:schemeClr val="dk1"/>
          </a:effectRef>
          <a:fontRef idx="minor">
            <a:schemeClr val="tx1"/>
          </a:fontRef>
        </p:style>
      </p:cxnSp>
      <p:cxnSp>
        <p:nvCxnSpPr>
          <p:cNvPr id="25" name="Conector recto de flecha 24">
            <a:extLst>
              <a:ext uri="{FF2B5EF4-FFF2-40B4-BE49-F238E27FC236}">
                <a16:creationId xmlns:a16="http://schemas.microsoft.com/office/drawing/2014/main" id="{4F91D7C4-AD37-D0D2-8814-92E2159F5561}"/>
              </a:ext>
            </a:extLst>
          </p:cNvPr>
          <p:cNvCxnSpPr>
            <a:cxnSpLocks/>
          </p:cNvCxnSpPr>
          <p:nvPr/>
        </p:nvCxnSpPr>
        <p:spPr>
          <a:xfrm>
            <a:off x="2903419" y="2255329"/>
            <a:ext cx="490105" cy="0"/>
          </a:xfrm>
          <a:prstGeom prst="straightConnector1">
            <a:avLst/>
          </a:prstGeom>
          <a:ln w="6350">
            <a:solidFill>
              <a:srgbClr val="00B050"/>
            </a:solidFill>
            <a:prstDash val="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6" name="Rectángulo 25">
            <a:extLst>
              <a:ext uri="{FF2B5EF4-FFF2-40B4-BE49-F238E27FC236}">
                <a16:creationId xmlns:a16="http://schemas.microsoft.com/office/drawing/2014/main" id="{78AFF4BF-A024-1565-C001-F0B9A800F55E}"/>
              </a:ext>
            </a:extLst>
          </p:cNvPr>
          <p:cNvSpPr/>
          <p:nvPr/>
        </p:nvSpPr>
        <p:spPr>
          <a:xfrm>
            <a:off x="2294615" y="2186559"/>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B050"/>
                </a:solidFill>
              </a:rPr>
              <a:t>Generación</a:t>
            </a:r>
            <a:r>
              <a:rPr lang="es-ES" sz="600" i="1" dirty="0">
                <a:solidFill>
                  <a:srgbClr val="63666A"/>
                </a:solidFill>
              </a:rPr>
              <a:t> </a:t>
            </a:r>
          </a:p>
        </p:txBody>
      </p:sp>
      <p:cxnSp>
        <p:nvCxnSpPr>
          <p:cNvPr id="27" name="Conector recto de flecha 26">
            <a:extLst>
              <a:ext uri="{FF2B5EF4-FFF2-40B4-BE49-F238E27FC236}">
                <a16:creationId xmlns:a16="http://schemas.microsoft.com/office/drawing/2014/main" id="{347DE3AF-FFC2-B98F-BEA7-3E3384452853}"/>
              </a:ext>
            </a:extLst>
          </p:cNvPr>
          <p:cNvCxnSpPr>
            <a:cxnSpLocks/>
          </p:cNvCxnSpPr>
          <p:nvPr/>
        </p:nvCxnSpPr>
        <p:spPr>
          <a:xfrm>
            <a:off x="2919565" y="2098167"/>
            <a:ext cx="490105" cy="0"/>
          </a:xfrm>
          <a:prstGeom prst="straightConnector1">
            <a:avLst/>
          </a:prstGeom>
          <a:ln w="6350">
            <a:solidFill>
              <a:srgbClr val="C00000"/>
            </a:solidFill>
            <a:prstDash val="dash"/>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28" name="Rectángulo 27">
            <a:extLst>
              <a:ext uri="{FF2B5EF4-FFF2-40B4-BE49-F238E27FC236}">
                <a16:creationId xmlns:a16="http://schemas.microsoft.com/office/drawing/2014/main" id="{4BBAFB33-32E1-28F2-BA6B-F94C60441A44}"/>
              </a:ext>
            </a:extLst>
          </p:cNvPr>
          <p:cNvSpPr/>
          <p:nvPr/>
        </p:nvSpPr>
        <p:spPr>
          <a:xfrm>
            <a:off x="2289345" y="2047906"/>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C00000"/>
                </a:solidFill>
              </a:rPr>
              <a:t>Demanda</a:t>
            </a:r>
            <a:r>
              <a:rPr lang="es-ES" sz="600" i="1" dirty="0">
                <a:solidFill>
                  <a:srgbClr val="63666A"/>
                </a:solidFill>
              </a:rPr>
              <a:t> </a:t>
            </a:r>
          </a:p>
        </p:txBody>
      </p:sp>
      <p:cxnSp>
        <p:nvCxnSpPr>
          <p:cNvPr id="29" name="Conector recto 28">
            <a:extLst>
              <a:ext uri="{FF2B5EF4-FFF2-40B4-BE49-F238E27FC236}">
                <a16:creationId xmlns:a16="http://schemas.microsoft.com/office/drawing/2014/main" id="{22CEE112-8992-BD9B-66C2-1430A148A511}"/>
              </a:ext>
            </a:extLst>
          </p:cNvPr>
          <p:cNvCxnSpPr>
            <a:cxnSpLocks/>
          </p:cNvCxnSpPr>
          <p:nvPr/>
        </p:nvCxnSpPr>
        <p:spPr>
          <a:xfrm flipV="1">
            <a:off x="5727629" y="1444755"/>
            <a:ext cx="0" cy="634666"/>
          </a:xfrm>
          <a:prstGeom prst="line">
            <a:avLst/>
          </a:prstGeom>
          <a:ln w="6350"/>
        </p:spPr>
        <p:style>
          <a:lnRef idx="1">
            <a:schemeClr val="dk1"/>
          </a:lnRef>
          <a:fillRef idx="0">
            <a:schemeClr val="dk1"/>
          </a:fillRef>
          <a:effectRef idx="0">
            <a:schemeClr val="dk1"/>
          </a:effectRef>
          <a:fontRef idx="minor">
            <a:schemeClr val="tx1"/>
          </a:fontRef>
        </p:style>
      </p:cxnSp>
      <p:cxnSp>
        <p:nvCxnSpPr>
          <p:cNvPr id="33" name="Conector recto de flecha 32">
            <a:extLst>
              <a:ext uri="{FF2B5EF4-FFF2-40B4-BE49-F238E27FC236}">
                <a16:creationId xmlns:a16="http://schemas.microsoft.com/office/drawing/2014/main" id="{CA37F382-8C1C-D7AF-0E4B-4B6CC4995D97}"/>
              </a:ext>
            </a:extLst>
          </p:cNvPr>
          <p:cNvCxnSpPr>
            <a:cxnSpLocks/>
          </p:cNvCxnSpPr>
          <p:nvPr/>
        </p:nvCxnSpPr>
        <p:spPr>
          <a:xfrm>
            <a:off x="5186074" y="1739711"/>
            <a:ext cx="490105" cy="0"/>
          </a:xfrm>
          <a:prstGeom prst="straightConnector1">
            <a:avLst/>
          </a:prstGeom>
          <a:ln w="6350">
            <a:solidFill>
              <a:srgbClr val="00B050"/>
            </a:solidFill>
            <a:prstDash val="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4" name="Rectángulo 33">
            <a:extLst>
              <a:ext uri="{FF2B5EF4-FFF2-40B4-BE49-F238E27FC236}">
                <a16:creationId xmlns:a16="http://schemas.microsoft.com/office/drawing/2014/main" id="{9795905B-D57F-079F-9099-811F7C07759D}"/>
              </a:ext>
            </a:extLst>
          </p:cNvPr>
          <p:cNvSpPr/>
          <p:nvPr/>
        </p:nvSpPr>
        <p:spPr>
          <a:xfrm>
            <a:off x="4577270" y="1670941"/>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B050"/>
                </a:solidFill>
              </a:rPr>
              <a:t>Generación</a:t>
            </a:r>
            <a:r>
              <a:rPr lang="es-ES" sz="600" i="1" dirty="0">
                <a:solidFill>
                  <a:srgbClr val="63666A"/>
                </a:solidFill>
              </a:rPr>
              <a:t> </a:t>
            </a:r>
          </a:p>
        </p:txBody>
      </p:sp>
      <p:cxnSp>
        <p:nvCxnSpPr>
          <p:cNvPr id="35" name="Conector recto de flecha 34">
            <a:extLst>
              <a:ext uri="{FF2B5EF4-FFF2-40B4-BE49-F238E27FC236}">
                <a16:creationId xmlns:a16="http://schemas.microsoft.com/office/drawing/2014/main" id="{1DED6DD3-B24C-AEAC-0C1B-1229E0CD4D22}"/>
              </a:ext>
            </a:extLst>
          </p:cNvPr>
          <p:cNvCxnSpPr>
            <a:cxnSpLocks/>
          </p:cNvCxnSpPr>
          <p:nvPr/>
        </p:nvCxnSpPr>
        <p:spPr>
          <a:xfrm>
            <a:off x="5202220" y="1582549"/>
            <a:ext cx="490105" cy="0"/>
          </a:xfrm>
          <a:prstGeom prst="straightConnector1">
            <a:avLst/>
          </a:prstGeom>
          <a:ln w="6350">
            <a:solidFill>
              <a:srgbClr val="C00000"/>
            </a:solidFill>
            <a:prstDash val="dash"/>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6" name="Rectángulo 35">
            <a:extLst>
              <a:ext uri="{FF2B5EF4-FFF2-40B4-BE49-F238E27FC236}">
                <a16:creationId xmlns:a16="http://schemas.microsoft.com/office/drawing/2014/main" id="{FBD2BB58-9DB1-1BEB-74BB-7267D66BC26E}"/>
              </a:ext>
            </a:extLst>
          </p:cNvPr>
          <p:cNvSpPr/>
          <p:nvPr/>
        </p:nvSpPr>
        <p:spPr>
          <a:xfrm>
            <a:off x="4572000" y="1532288"/>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C00000"/>
                </a:solidFill>
              </a:rPr>
              <a:t>Demanda</a:t>
            </a:r>
            <a:r>
              <a:rPr lang="es-ES" sz="600" i="1" dirty="0">
                <a:solidFill>
                  <a:srgbClr val="63666A"/>
                </a:solidFill>
              </a:rPr>
              <a:t> </a:t>
            </a:r>
          </a:p>
        </p:txBody>
      </p:sp>
      <p:cxnSp>
        <p:nvCxnSpPr>
          <p:cNvPr id="37" name="Conector recto 36">
            <a:extLst>
              <a:ext uri="{FF2B5EF4-FFF2-40B4-BE49-F238E27FC236}">
                <a16:creationId xmlns:a16="http://schemas.microsoft.com/office/drawing/2014/main" id="{0810BAE2-F9EA-D51B-315C-0698F0064839}"/>
              </a:ext>
            </a:extLst>
          </p:cNvPr>
          <p:cNvCxnSpPr>
            <a:cxnSpLocks/>
          </p:cNvCxnSpPr>
          <p:nvPr/>
        </p:nvCxnSpPr>
        <p:spPr>
          <a:xfrm flipV="1">
            <a:off x="3735799" y="2825423"/>
            <a:ext cx="0" cy="634666"/>
          </a:xfrm>
          <a:prstGeom prst="line">
            <a:avLst/>
          </a:prstGeom>
          <a:ln w="6350"/>
        </p:spPr>
        <p:style>
          <a:lnRef idx="1">
            <a:schemeClr val="dk1"/>
          </a:lnRef>
          <a:fillRef idx="0">
            <a:schemeClr val="dk1"/>
          </a:fillRef>
          <a:effectRef idx="0">
            <a:schemeClr val="dk1"/>
          </a:effectRef>
          <a:fontRef idx="minor">
            <a:schemeClr val="tx1"/>
          </a:fontRef>
        </p:style>
      </p:cxnSp>
      <p:cxnSp>
        <p:nvCxnSpPr>
          <p:cNvPr id="39" name="Conector recto de flecha 38">
            <a:extLst>
              <a:ext uri="{FF2B5EF4-FFF2-40B4-BE49-F238E27FC236}">
                <a16:creationId xmlns:a16="http://schemas.microsoft.com/office/drawing/2014/main" id="{2BA63695-B5D7-009C-B0F4-C7B0D098CEB7}"/>
              </a:ext>
            </a:extLst>
          </p:cNvPr>
          <p:cNvCxnSpPr>
            <a:cxnSpLocks/>
          </p:cNvCxnSpPr>
          <p:nvPr/>
        </p:nvCxnSpPr>
        <p:spPr>
          <a:xfrm>
            <a:off x="3771844" y="2937064"/>
            <a:ext cx="490105" cy="0"/>
          </a:xfrm>
          <a:prstGeom prst="straightConnector1">
            <a:avLst/>
          </a:prstGeom>
          <a:ln w="6350">
            <a:solidFill>
              <a:srgbClr val="00B050"/>
            </a:solidFill>
            <a:prstDash val="dash"/>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40" name="Rectángulo 39">
            <a:extLst>
              <a:ext uri="{FF2B5EF4-FFF2-40B4-BE49-F238E27FC236}">
                <a16:creationId xmlns:a16="http://schemas.microsoft.com/office/drawing/2014/main" id="{1B139618-CE3A-E822-30E9-E7A1830229FA}"/>
              </a:ext>
            </a:extLst>
          </p:cNvPr>
          <p:cNvSpPr/>
          <p:nvPr/>
        </p:nvSpPr>
        <p:spPr>
          <a:xfrm>
            <a:off x="4238105" y="2864292"/>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r>
              <a:rPr lang="es-ES" sz="600" i="1" dirty="0">
                <a:solidFill>
                  <a:srgbClr val="00B050"/>
                </a:solidFill>
              </a:rPr>
              <a:t>Generación </a:t>
            </a:r>
          </a:p>
        </p:txBody>
      </p:sp>
      <p:sp>
        <p:nvSpPr>
          <p:cNvPr id="8" name="Rectángulo 7">
            <a:extLst>
              <a:ext uri="{FF2B5EF4-FFF2-40B4-BE49-F238E27FC236}">
                <a16:creationId xmlns:a16="http://schemas.microsoft.com/office/drawing/2014/main" id="{FD504A7B-DCAB-1369-CF0B-A00D36F9DE06}"/>
              </a:ext>
            </a:extLst>
          </p:cNvPr>
          <p:cNvSpPr/>
          <p:nvPr/>
        </p:nvSpPr>
        <p:spPr>
          <a:xfrm>
            <a:off x="3805150" y="1119043"/>
            <a:ext cx="865910" cy="228600"/>
          </a:xfrm>
          <a:prstGeom prst="rect">
            <a:avLst/>
          </a:prstGeom>
          <a:ln w="9525"/>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t>M. Hidrógeno</a:t>
            </a:r>
          </a:p>
          <a:p>
            <a:pPr algn="ctr"/>
            <a:r>
              <a:rPr lang="es-ES" sz="800" dirty="0"/>
              <a:t>EU</a:t>
            </a:r>
          </a:p>
        </p:txBody>
      </p:sp>
      <p:cxnSp>
        <p:nvCxnSpPr>
          <p:cNvPr id="11" name="Conector recto 10">
            <a:extLst>
              <a:ext uri="{FF2B5EF4-FFF2-40B4-BE49-F238E27FC236}">
                <a16:creationId xmlns:a16="http://schemas.microsoft.com/office/drawing/2014/main" id="{668A2F02-FE82-1672-DD62-8860E50FBE29}"/>
              </a:ext>
            </a:extLst>
          </p:cNvPr>
          <p:cNvCxnSpPr>
            <a:cxnSpLocks/>
          </p:cNvCxnSpPr>
          <p:nvPr/>
        </p:nvCxnSpPr>
        <p:spPr>
          <a:xfrm flipV="1">
            <a:off x="4671060" y="712977"/>
            <a:ext cx="0" cy="634666"/>
          </a:xfrm>
          <a:prstGeom prst="line">
            <a:avLst/>
          </a:prstGeom>
          <a:ln w="6350"/>
        </p:spPr>
        <p:style>
          <a:lnRef idx="1">
            <a:schemeClr val="dk1"/>
          </a:lnRef>
          <a:fillRef idx="0">
            <a:schemeClr val="dk1"/>
          </a:fillRef>
          <a:effectRef idx="0">
            <a:schemeClr val="dk1"/>
          </a:effectRef>
          <a:fontRef idx="minor">
            <a:schemeClr val="tx1"/>
          </a:fontRef>
        </p:style>
      </p:cxnSp>
      <p:cxnSp>
        <p:nvCxnSpPr>
          <p:cNvPr id="21" name="Conector recto de flecha 20">
            <a:extLst>
              <a:ext uri="{FF2B5EF4-FFF2-40B4-BE49-F238E27FC236}">
                <a16:creationId xmlns:a16="http://schemas.microsoft.com/office/drawing/2014/main" id="{D2A7AEC4-5DE6-F449-7E54-BF104B1C18FF}"/>
              </a:ext>
            </a:extLst>
          </p:cNvPr>
          <p:cNvCxnSpPr>
            <a:cxnSpLocks/>
          </p:cNvCxnSpPr>
          <p:nvPr/>
        </p:nvCxnSpPr>
        <p:spPr>
          <a:xfrm>
            <a:off x="4174024" y="751511"/>
            <a:ext cx="490105" cy="0"/>
          </a:xfrm>
          <a:prstGeom prst="straightConnector1">
            <a:avLst/>
          </a:prstGeom>
          <a:ln w="6350">
            <a:solidFill>
              <a:srgbClr val="C00000"/>
            </a:solidFill>
            <a:prstDash val="dash"/>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0" name="Rectángulo 29">
            <a:extLst>
              <a:ext uri="{FF2B5EF4-FFF2-40B4-BE49-F238E27FC236}">
                <a16:creationId xmlns:a16="http://schemas.microsoft.com/office/drawing/2014/main" id="{3E829186-3217-9867-A86C-FE5EC341B956}"/>
              </a:ext>
            </a:extLst>
          </p:cNvPr>
          <p:cNvSpPr/>
          <p:nvPr/>
        </p:nvSpPr>
        <p:spPr>
          <a:xfrm>
            <a:off x="3543804" y="701250"/>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C00000"/>
                </a:solidFill>
              </a:rPr>
              <a:t>Demanda</a:t>
            </a:r>
            <a:r>
              <a:rPr lang="es-ES" sz="600" i="1" dirty="0">
                <a:solidFill>
                  <a:srgbClr val="63666A"/>
                </a:solidFill>
              </a:rPr>
              <a:t> </a:t>
            </a:r>
          </a:p>
        </p:txBody>
      </p:sp>
      <p:cxnSp>
        <p:nvCxnSpPr>
          <p:cNvPr id="31" name="Conector recto de flecha 30">
            <a:extLst>
              <a:ext uri="{FF2B5EF4-FFF2-40B4-BE49-F238E27FC236}">
                <a16:creationId xmlns:a16="http://schemas.microsoft.com/office/drawing/2014/main" id="{BB2BC390-1663-93DB-04D1-7C6F602360B0}"/>
              </a:ext>
            </a:extLst>
          </p:cNvPr>
          <p:cNvCxnSpPr>
            <a:cxnSpLocks/>
          </p:cNvCxnSpPr>
          <p:nvPr/>
        </p:nvCxnSpPr>
        <p:spPr>
          <a:xfrm>
            <a:off x="4152608" y="936477"/>
            <a:ext cx="490105" cy="0"/>
          </a:xfrm>
          <a:prstGeom prst="straightConnector1">
            <a:avLst/>
          </a:prstGeom>
          <a:ln w="6350">
            <a:solidFill>
              <a:srgbClr val="00B050"/>
            </a:solidFill>
            <a:prstDash val="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2" name="Rectángulo 31">
            <a:extLst>
              <a:ext uri="{FF2B5EF4-FFF2-40B4-BE49-F238E27FC236}">
                <a16:creationId xmlns:a16="http://schemas.microsoft.com/office/drawing/2014/main" id="{9A9041DC-60BF-C5B4-25FD-932B699429AC}"/>
              </a:ext>
            </a:extLst>
          </p:cNvPr>
          <p:cNvSpPr/>
          <p:nvPr/>
        </p:nvSpPr>
        <p:spPr>
          <a:xfrm>
            <a:off x="3543804" y="867707"/>
            <a:ext cx="624950" cy="111389"/>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B050"/>
                </a:solidFill>
              </a:rPr>
              <a:t>Generación</a:t>
            </a:r>
            <a:r>
              <a:rPr lang="es-ES" sz="600" i="1" dirty="0">
                <a:solidFill>
                  <a:srgbClr val="63666A"/>
                </a:solidFill>
              </a:rPr>
              <a:t> </a:t>
            </a:r>
          </a:p>
        </p:txBody>
      </p:sp>
      <p:cxnSp>
        <p:nvCxnSpPr>
          <p:cNvPr id="41" name="Conector: angular 40">
            <a:extLst>
              <a:ext uri="{FF2B5EF4-FFF2-40B4-BE49-F238E27FC236}">
                <a16:creationId xmlns:a16="http://schemas.microsoft.com/office/drawing/2014/main" id="{3D118CC7-4556-FF8E-A67B-57FDC910169E}"/>
              </a:ext>
            </a:extLst>
          </p:cNvPr>
          <p:cNvCxnSpPr>
            <a:stCxn id="8" idx="2"/>
            <a:endCxn id="4" idx="1"/>
          </p:cNvCxnSpPr>
          <p:nvPr/>
        </p:nvCxnSpPr>
        <p:spPr>
          <a:xfrm rot="16200000" flipH="1">
            <a:off x="4238008" y="1347740"/>
            <a:ext cx="625144" cy="624950"/>
          </a:xfrm>
          <a:prstGeom prst="bentConnector2">
            <a:avLst/>
          </a:prstGeom>
          <a:ln>
            <a:headEnd type="triangle" w="med" len="med"/>
            <a:tailEnd type="triangle" w="med" len="med"/>
          </a:ln>
        </p:spPr>
        <p:style>
          <a:lnRef idx="1">
            <a:schemeClr val="dk1"/>
          </a:lnRef>
          <a:fillRef idx="0">
            <a:schemeClr val="dk1"/>
          </a:fillRef>
          <a:effectRef idx="0">
            <a:schemeClr val="dk1"/>
          </a:effectRef>
          <a:fontRef idx="minor">
            <a:schemeClr val="tx1"/>
          </a:fontRef>
        </p:style>
      </p:cxnSp>
      <p:sp>
        <p:nvSpPr>
          <p:cNvPr id="42" name="Rectángulo 41">
            <a:extLst>
              <a:ext uri="{FF2B5EF4-FFF2-40B4-BE49-F238E27FC236}">
                <a16:creationId xmlns:a16="http://schemas.microsoft.com/office/drawing/2014/main" id="{22BA960F-D335-9509-7475-7F80EF714395}"/>
              </a:ext>
            </a:extLst>
          </p:cNvPr>
          <p:cNvSpPr/>
          <p:nvPr/>
        </p:nvSpPr>
        <p:spPr>
          <a:xfrm>
            <a:off x="5186074" y="3699313"/>
            <a:ext cx="829649"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i="1" u="sng" dirty="0">
                <a:solidFill>
                  <a:srgbClr val="7030A0"/>
                </a:solidFill>
              </a:rPr>
              <a:t>BarMar</a:t>
            </a:r>
          </a:p>
        </p:txBody>
      </p:sp>
      <p:sp>
        <p:nvSpPr>
          <p:cNvPr id="43" name="Rectángulo 42">
            <a:extLst>
              <a:ext uri="{FF2B5EF4-FFF2-40B4-BE49-F238E27FC236}">
                <a16:creationId xmlns:a16="http://schemas.microsoft.com/office/drawing/2014/main" id="{8F696356-28FC-1CC8-D4B8-82AB89CA22C3}"/>
              </a:ext>
            </a:extLst>
          </p:cNvPr>
          <p:cNvSpPr/>
          <p:nvPr/>
        </p:nvSpPr>
        <p:spPr>
          <a:xfrm>
            <a:off x="5156181" y="2451690"/>
            <a:ext cx="829649"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i="1" u="sng" dirty="0">
                <a:solidFill>
                  <a:srgbClr val="63666A"/>
                </a:solidFill>
              </a:rPr>
              <a:t>Hy</a:t>
            </a:r>
            <a:r>
              <a:rPr lang="es-ES" sz="800" i="1" u="sng" dirty="0">
                <a:solidFill>
                  <a:srgbClr val="C00000"/>
                </a:solidFill>
              </a:rPr>
              <a:t> </a:t>
            </a:r>
            <a:r>
              <a:rPr lang="es-ES" sz="800" i="1" u="sng" dirty="0">
                <a:solidFill>
                  <a:srgbClr val="63666A"/>
                </a:solidFill>
              </a:rPr>
              <a:t>FEN</a:t>
            </a:r>
          </a:p>
        </p:txBody>
      </p:sp>
      <p:sp>
        <p:nvSpPr>
          <p:cNvPr id="44" name="Rectángulo 43">
            <a:extLst>
              <a:ext uri="{FF2B5EF4-FFF2-40B4-BE49-F238E27FC236}">
                <a16:creationId xmlns:a16="http://schemas.microsoft.com/office/drawing/2014/main" id="{41345EA9-3814-654B-2A97-1355E4823BD4}"/>
              </a:ext>
            </a:extLst>
          </p:cNvPr>
          <p:cNvSpPr/>
          <p:nvPr/>
        </p:nvSpPr>
        <p:spPr>
          <a:xfrm>
            <a:off x="4786931" y="3264438"/>
            <a:ext cx="440894"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i="1" u="sng" dirty="0">
                <a:solidFill>
                  <a:srgbClr val="63666A"/>
                </a:solidFill>
              </a:rPr>
              <a:t>Hy SoW</a:t>
            </a:r>
          </a:p>
        </p:txBody>
      </p:sp>
      <p:sp>
        <p:nvSpPr>
          <p:cNvPr id="45" name="Rectángulo 44">
            <a:extLst>
              <a:ext uri="{FF2B5EF4-FFF2-40B4-BE49-F238E27FC236}">
                <a16:creationId xmlns:a16="http://schemas.microsoft.com/office/drawing/2014/main" id="{1ADB2809-502F-B603-33EB-7165BCFB1376}"/>
              </a:ext>
            </a:extLst>
          </p:cNvPr>
          <p:cNvSpPr/>
          <p:nvPr/>
        </p:nvSpPr>
        <p:spPr>
          <a:xfrm>
            <a:off x="4218411" y="3683442"/>
            <a:ext cx="829649"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i="1" u="sng" dirty="0">
                <a:solidFill>
                  <a:srgbClr val="7030A0"/>
                </a:solidFill>
              </a:rPr>
              <a:t>Irún-Larrau</a:t>
            </a:r>
          </a:p>
        </p:txBody>
      </p:sp>
      <p:sp>
        <p:nvSpPr>
          <p:cNvPr id="49" name="CuadroTexto 48">
            <a:extLst>
              <a:ext uri="{FF2B5EF4-FFF2-40B4-BE49-F238E27FC236}">
                <a16:creationId xmlns:a16="http://schemas.microsoft.com/office/drawing/2014/main" id="{3F6D9139-072E-5CB4-9DCD-A65BD87EC270}"/>
              </a:ext>
            </a:extLst>
          </p:cNvPr>
          <p:cNvSpPr txBox="1"/>
          <p:nvPr/>
        </p:nvSpPr>
        <p:spPr>
          <a:xfrm>
            <a:off x="311922" y="447180"/>
            <a:ext cx="4572000" cy="246221"/>
          </a:xfrm>
          <a:prstGeom prst="rect">
            <a:avLst/>
          </a:prstGeom>
          <a:noFill/>
        </p:spPr>
        <p:txBody>
          <a:bodyPr wrap="square">
            <a:spAutoFit/>
          </a:bodyPr>
          <a:lstStyle/>
          <a:p>
            <a:pPr marL="171450" indent="-171450">
              <a:buFont typeface="Arial" panose="020B0604020202020204" pitchFamily="34" charset="0"/>
              <a:buChar char="•"/>
            </a:pPr>
            <a:r>
              <a:rPr lang="es-ES" sz="1000" b="1" dirty="0">
                <a:solidFill>
                  <a:srgbClr val="5CBDCA"/>
                </a:solidFill>
              </a:rPr>
              <a:t>Red de Francia</a:t>
            </a:r>
          </a:p>
        </p:txBody>
      </p:sp>
    </p:spTree>
    <p:extLst>
      <p:ext uri="{BB962C8B-B14F-4D97-AF65-F5344CB8AC3E}">
        <p14:creationId xmlns:p14="http://schemas.microsoft.com/office/powerpoint/2010/main" val="408417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F1EC48-0BEA-76E4-D4D6-A22905764F41}"/>
            </a:ext>
          </a:extLst>
        </p:cNvPr>
        <p:cNvGrpSpPr/>
        <p:nvPr/>
      </p:nvGrpSpPr>
      <p:grpSpPr>
        <a:xfrm>
          <a:off x="0" y="0"/>
          <a:ext cx="0" cy="0"/>
          <a:chOff x="0" y="0"/>
          <a:chExt cx="0" cy="0"/>
        </a:xfrm>
      </p:grpSpPr>
      <p:sp>
        <p:nvSpPr>
          <p:cNvPr id="4" name="Marcador de texto 3">
            <a:extLst>
              <a:ext uri="{FF2B5EF4-FFF2-40B4-BE49-F238E27FC236}">
                <a16:creationId xmlns:a16="http://schemas.microsoft.com/office/drawing/2014/main" id="{FF6F3C36-B0E9-3288-CEAF-8F74564F944C}"/>
              </a:ext>
            </a:extLst>
          </p:cNvPr>
          <p:cNvSpPr>
            <a:spLocks noGrp="1"/>
          </p:cNvSpPr>
          <p:nvPr>
            <p:ph type="body" sz="quarter" idx="19"/>
          </p:nvPr>
        </p:nvSpPr>
        <p:spPr>
          <a:xfrm>
            <a:off x="2890888" y="2238325"/>
            <a:ext cx="3362224" cy="333425"/>
          </a:xfrm>
        </p:spPr>
        <p:txBody>
          <a:bodyPr/>
          <a:lstStyle/>
          <a:p>
            <a:pPr algn="just">
              <a:spcBef>
                <a:spcPct val="20000"/>
              </a:spcBef>
            </a:pPr>
            <a:r>
              <a:rPr lang="es-ES" sz="2200" b="1" dirty="0">
                <a:solidFill>
                  <a:srgbClr val="5CBDCA"/>
                </a:solidFill>
                <a:latin typeface="+mn-lt"/>
                <a:ea typeface="+mn-ea"/>
              </a:rPr>
              <a:t>Calibrado del Modelo</a:t>
            </a:r>
          </a:p>
        </p:txBody>
      </p:sp>
    </p:spTree>
    <p:extLst>
      <p:ext uri="{BB962C8B-B14F-4D97-AF65-F5344CB8AC3E}">
        <p14:creationId xmlns:p14="http://schemas.microsoft.com/office/powerpoint/2010/main" val="12313494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73C43-BD47-29BB-F6AA-35A5F98BA585}"/>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E108983C-2D74-3F99-1C05-11DB3A20CAC1}"/>
              </a:ext>
            </a:extLst>
          </p:cNvPr>
          <p:cNvSpPr>
            <a:spLocks noGrp="1"/>
          </p:cNvSpPr>
          <p:nvPr>
            <p:ph type="sldNum" sz="quarter" idx="4"/>
          </p:nvPr>
        </p:nvSpPr>
        <p:spPr/>
        <p:txBody>
          <a:bodyPr/>
          <a:lstStyle/>
          <a:p>
            <a:fld id="{BC84A7B8-DCD1-44CA-A629-967FC9CECB50}" type="slidenum">
              <a:rPr lang="es-ES_tradnl" smtClean="0"/>
              <a:pPr/>
              <a:t>12</a:t>
            </a:fld>
            <a:endParaRPr lang="es-ES_tradnl"/>
          </a:p>
        </p:txBody>
      </p:sp>
      <p:sp>
        <p:nvSpPr>
          <p:cNvPr id="5" name="Marcador de texto 4">
            <a:extLst>
              <a:ext uri="{FF2B5EF4-FFF2-40B4-BE49-F238E27FC236}">
                <a16:creationId xmlns:a16="http://schemas.microsoft.com/office/drawing/2014/main" id="{E86A1BFB-F7F7-9E61-408F-1A97FFDF6241}"/>
              </a:ext>
            </a:extLst>
          </p:cNvPr>
          <p:cNvSpPr>
            <a:spLocks noGrp="1"/>
          </p:cNvSpPr>
          <p:nvPr>
            <p:ph type="body" sz="quarter" idx="19"/>
          </p:nvPr>
        </p:nvSpPr>
        <p:spPr/>
        <p:txBody>
          <a:bodyPr/>
          <a:lstStyle/>
          <a:p>
            <a:r>
              <a:rPr lang="es-ES_tradnl" dirty="0"/>
              <a:t>Baterías Eléctricas</a:t>
            </a:r>
          </a:p>
        </p:txBody>
      </p:sp>
      <p:sp>
        <p:nvSpPr>
          <p:cNvPr id="7" name="Marcador de texto 8">
            <a:extLst>
              <a:ext uri="{FF2B5EF4-FFF2-40B4-BE49-F238E27FC236}">
                <a16:creationId xmlns:a16="http://schemas.microsoft.com/office/drawing/2014/main" id="{12AFB15E-ED21-5152-9893-9C70BB608081}"/>
              </a:ext>
            </a:extLst>
          </p:cNvPr>
          <p:cNvSpPr txBox="1">
            <a:spLocks/>
          </p:cNvSpPr>
          <p:nvPr/>
        </p:nvSpPr>
        <p:spPr>
          <a:xfrm>
            <a:off x="403454" y="1471454"/>
            <a:ext cx="5206800" cy="45547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b="1" dirty="0">
                <a:solidFill>
                  <a:srgbClr val="5CBDCA"/>
                </a:solidFill>
              </a:rPr>
              <a:t>Estados de Carga</a:t>
            </a:r>
            <a:endParaRPr lang="es-ES" dirty="0">
              <a:solidFill>
                <a:srgbClr val="5CBDCA"/>
              </a:solidFill>
            </a:endParaRPr>
          </a:p>
          <a:p>
            <a:pPr marL="0" indent="0">
              <a:buNone/>
            </a:pPr>
            <a:endParaRPr lang="es-ES" dirty="0"/>
          </a:p>
        </p:txBody>
      </p:sp>
      <p:sp>
        <p:nvSpPr>
          <p:cNvPr id="8" name="Marcador de texto 8">
            <a:extLst>
              <a:ext uri="{FF2B5EF4-FFF2-40B4-BE49-F238E27FC236}">
                <a16:creationId xmlns:a16="http://schemas.microsoft.com/office/drawing/2014/main" id="{C005C713-28A0-4631-273C-9FBE7DFF95EB}"/>
              </a:ext>
            </a:extLst>
          </p:cNvPr>
          <p:cNvSpPr txBox="1">
            <a:spLocks/>
          </p:cNvSpPr>
          <p:nvPr/>
        </p:nvSpPr>
        <p:spPr>
          <a:xfrm>
            <a:off x="403454" y="1733469"/>
            <a:ext cx="2463805" cy="45547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s-ES" sz="900" dirty="0"/>
              <a:t>Batería Mercado Eléctrico España</a:t>
            </a:r>
          </a:p>
        </p:txBody>
      </p:sp>
      <p:sp>
        <p:nvSpPr>
          <p:cNvPr id="12" name="Marcador de texto 8">
            <a:extLst>
              <a:ext uri="{FF2B5EF4-FFF2-40B4-BE49-F238E27FC236}">
                <a16:creationId xmlns:a16="http://schemas.microsoft.com/office/drawing/2014/main" id="{0204D2D8-8B98-7F97-2CCF-9C7D9F0CDF48}"/>
              </a:ext>
            </a:extLst>
          </p:cNvPr>
          <p:cNvSpPr txBox="1">
            <a:spLocks/>
          </p:cNvSpPr>
          <p:nvPr/>
        </p:nvSpPr>
        <p:spPr>
          <a:xfrm>
            <a:off x="4572000" y="1733469"/>
            <a:ext cx="2732502" cy="45547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s-ES" sz="900" dirty="0"/>
              <a:t>Batería Mercado Eléctrico Portugal</a:t>
            </a:r>
          </a:p>
        </p:txBody>
      </p:sp>
      <p:sp>
        <p:nvSpPr>
          <p:cNvPr id="14" name="CuadroTexto 13">
            <a:extLst>
              <a:ext uri="{FF2B5EF4-FFF2-40B4-BE49-F238E27FC236}">
                <a16:creationId xmlns:a16="http://schemas.microsoft.com/office/drawing/2014/main" id="{3D47C723-5A6C-EE10-A129-DA438C478EFB}"/>
              </a:ext>
            </a:extLst>
          </p:cNvPr>
          <p:cNvSpPr txBox="1"/>
          <p:nvPr/>
        </p:nvSpPr>
        <p:spPr>
          <a:xfrm>
            <a:off x="432000" y="772857"/>
            <a:ext cx="4917240" cy="646331"/>
          </a:xfrm>
          <a:prstGeom prst="rect">
            <a:avLst/>
          </a:prstGeom>
          <a:solidFill>
            <a:schemeClr val="accent4">
              <a:lumMod val="20000"/>
              <a:lumOff val="80000"/>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endParaRPr lang="es-ES" dirty="0"/>
          </a:p>
          <a:p>
            <a:endParaRPr lang="es-ES" dirty="0"/>
          </a:p>
        </p:txBody>
      </p:sp>
      <p:sp>
        <p:nvSpPr>
          <p:cNvPr id="15" name="Marcador de texto 8">
            <a:extLst>
              <a:ext uri="{FF2B5EF4-FFF2-40B4-BE49-F238E27FC236}">
                <a16:creationId xmlns:a16="http://schemas.microsoft.com/office/drawing/2014/main" id="{FDFA2E78-69CB-2693-8309-65DBB11A9812}"/>
              </a:ext>
            </a:extLst>
          </p:cNvPr>
          <p:cNvSpPr txBox="1">
            <a:spLocks/>
          </p:cNvSpPr>
          <p:nvPr/>
        </p:nvSpPr>
        <p:spPr>
          <a:xfrm>
            <a:off x="467425" y="795356"/>
            <a:ext cx="4881815" cy="54213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b="1" dirty="0"/>
              <a:t>Restricción: </a:t>
            </a:r>
            <a:r>
              <a:rPr lang="es-ES" dirty="0"/>
              <a:t>el estado de carga de las baterías eléctricas y almacenamientos de hidrógeno en los instantes inicial y final tienen ciertas restricciones.</a:t>
            </a:r>
          </a:p>
        </p:txBody>
      </p:sp>
      <p:sp>
        <p:nvSpPr>
          <p:cNvPr id="19" name="CuadroTexto 18">
            <a:extLst>
              <a:ext uri="{FF2B5EF4-FFF2-40B4-BE49-F238E27FC236}">
                <a16:creationId xmlns:a16="http://schemas.microsoft.com/office/drawing/2014/main" id="{876C05E5-F0E5-1E4F-0953-2FD9276275D5}"/>
              </a:ext>
            </a:extLst>
          </p:cNvPr>
          <p:cNvSpPr txBox="1"/>
          <p:nvPr/>
        </p:nvSpPr>
        <p:spPr>
          <a:xfrm>
            <a:off x="5476324" y="867677"/>
            <a:ext cx="2991475" cy="466084"/>
          </a:xfrm>
          <a:prstGeom prst="rect">
            <a:avLst/>
          </a:prstGeom>
          <a:solidFill>
            <a:schemeClr val="accent4">
              <a:lumMod val="20000"/>
              <a:lumOff val="80000"/>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endParaRPr lang="es-ES" dirty="0"/>
          </a:p>
        </p:txBody>
      </p:sp>
      <mc:AlternateContent xmlns:mc="http://schemas.openxmlformats.org/markup-compatibility/2006" xmlns:a14="http://schemas.microsoft.com/office/drawing/2010/main">
        <mc:Choice Requires="a14">
          <p:sp>
            <p:nvSpPr>
              <p:cNvPr id="20" name="Marcador de texto 8">
                <a:extLst>
                  <a:ext uri="{FF2B5EF4-FFF2-40B4-BE49-F238E27FC236}">
                    <a16:creationId xmlns:a16="http://schemas.microsoft.com/office/drawing/2014/main" id="{E945E918-2D4A-C2A9-D1D3-3C0392999B71}"/>
                  </a:ext>
                </a:extLst>
              </p:cNvPr>
              <p:cNvSpPr txBox="1">
                <a:spLocks/>
              </p:cNvSpPr>
              <p:nvPr/>
            </p:nvSpPr>
            <p:spPr>
              <a:xfrm>
                <a:off x="3783756" y="875099"/>
                <a:ext cx="4756960" cy="45546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lvl="4"/>
                <a14:m>
                  <m:oMath xmlns:m="http://schemas.openxmlformats.org/officeDocument/2006/math">
                    <m:r>
                      <m:rPr>
                        <m:nor/>
                      </m:rPr>
                      <a:rPr lang="es-ES" dirty="0" smtClean="0"/>
                      <m:t>Estado</m:t>
                    </m:r>
                    <m:r>
                      <m:rPr>
                        <m:nor/>
                      </m:rPr>
                      <a:rPr lang="es-ES" dirty="0" smtClean="0"/>
                      <m:t> </m:t>
                    </m:r>
                    <m:r>
                      <m:rPr>
                        <m:nor/>
                      </m:rPr>
                      <a:rPr lang="es-ES" dirty="0" smtClean="0"/>
                      <m:t>de</m:t>
                    </m:r>
                    <m:r>
                      <m:rPr>
                        <m:nor/>
                      </m:rPr>
                      <a:rPr lang="es-ES" dirty="0" smtClean="0"/>
                      <m:t> </m:t>
                    </m:r>
                    <m:r>
                      <m:rPr>
                        <m:nor/>
                      </m:rPr>
                      <a:rPr lang="es-ES" dirty="0" smtClean="0"/>
                      <m:t>carga</m:t>
                    </m:r>
                    <m:r>
                      <m:rPr>
                        <m:nor/>
                      </m:rPr>
                      <a:rPr lang="es-ES" dirty="0" smtClean="0"/>
                      <m:t> </m:t>
                    </m:r>
                    <m:r>
                      <m:rPr>
                        <m:nor/>
                      </m:rPr>
                      <a:rPr lang="es-ES" b="0" i="0" dirty="0" smtClean="0"/>
                      <m:t>inicial</m:t>
                    </m:r>
                    <m:r>
                      <a:rPr lang="es-ES" b="0" i="1" dirty="0" smtClean="0">
                        <a:latin typeface="Cambria Math" panose="02040503050406030204" pitchFamily="18" charset="0"/>
                      </a:rPr>
                      <m:t> (</m:t>
                    </m:r>
                    <m:r>
                      <a:rPr lang="es-ES" b="0" i="1" dirty="0" smtClean="0">
                        <a:latin typeface="Cambria Math" panose="02040503050406030204" pitchFamily="18" charset="0"/>
                      </a:rPr>
                      <m:t>𝑡</m:t>
                    </m:r>
                    <m:r>
                      <a:rPr lang="es-ES" b="0" i="1" dirty="0" smtClean="0">
                        <a:latin typeface="Cambria Math" panose="02040503050406030204" pitchFamily="18" charset="0"/>
                      </a:rPr>
                      <m:t>=0)≥50%</m:t>
                    </m:r>
                  </m:oMath>
                </a14:m>
                <a:endParaRPr lang="es-ES" i="1" dirty="0">
                  <a:latin typeface="Cambria Math" panose="02040503050406030204" pitchFamily="18" charset="0"/>
                </a:endParaRPr>
              </a:p>
              <a:p>
                <a:pPr lvl="4"/>
                <a14:m>
                  <m:oMath xmlns:m="http://schemas.openxmlformats.org/officeDocument/2006/math">
                    <m:r>
                      <m:rPr>
                        <m:nor/>
                      </m:rPr>
                      <a:rPr lang="es-ES" b="0" i="0" dirty="0" smtClean="0"/>
                      <m:t>Estado</m:t>
                    </m:r>
                    <m:r>
                      <m:rPr>
                        <m:nor/>
                      </m:rPr>
                      <a:rPr lang="es-ES" b="0" i="0" dirty="0" smtClean="0"/>
                      <m:t> </m:t>
                    </m:r>
                    <m:r>
                      <m:rPr>
                        <m:nor/>
                      </m:rPr>
                      <a:rPr lang="es-ES" b="0" i="0" dirty="0" smtClean="0"/>
                      <m:t>de</m:t>
                    </m:r>
                    <m:r>
                      <m:rPr>
                        <m:nor/>
                      </m:rPr>
                      <a:rPr lang="es-ES" b="0" i="0" dirty="0" smtClean="0"/>
                      <m:t> </m:t>
                    </m:r>
                    <m:r>
                      <m:rPr>
                        <m:nor/>
                      </m:rPr>
                      <a:rPr lang="es-ES" b="0" i="0" dirty="0" smtClean="0"/>
                      <m:t>carga</m:t>
                    </m:r>
                    <m:r>
                      <m:rPr>
                        <m:nor/>
                      </m:rPr>
                      <a:rPr lang="es-ES" b="0" i="0" dirty="0" smtClean="0"/>
                      <m:t> </m:t>
                    </m:r>
                    <m:r>
                      <m:rPr>
                        <m:nor/>
                      </m:rPr>
                      <a:rPr lang="es-ES" b="0" i="0" dirty="0" smtClean="0"/>
                      <m:t>final</m:t>
                    </m:r>
                    <m:r>
                      <m:rPr>
                        <m:nor/>
                      </m:rPr>
                      <a:rPr lang="es-ES" b="0" i="0" dirty="0" smtClean="0"/>
                      <m:t> </m:t>
                    </m:r>
                    <m:sSub>
                      <m:sSubPr>
                        <m:ctrlPr>
                          <a:rPr lang="es-ES" i="1" dirty="0" smtClean="0">
                            <a:latin typeface="Cambria Math" panose="02040503050406030204" pitchFamily="18" charset="0"/>
                          </a:rPr>
                        </m:ctrlPr>
                      </m:sSubPr>
                      <m:e>
                        <m:r>
                          <a:rPr lang="es-ES" b="0" i="1" dirty="0" smtClean="0">
                            <a:latin typeface="Cambria Math" panose="02040503050406030204" pitchFamily="18" charset="0"/>
                          </a:rPr>
                          <m:t>(</m:t>
                        </m:r>
                        <m:r>
                          <a:rPr lang="es-ES" b="0" i="1" dirty="0" smtClean="0">
                            <a:latin typeface="Cambria Math" panose="02040503050406030204" pitchFamily="18" charset="0"/>
                          </a:rPr>
                          <m:t>𝑡</m:t>
                        </m:r>
                        <m:r>
                          <a:rPr lang="es-ES" b="0" i="1" dirty="0" smtClean="0">
                            <a:latin typeface="Cambria Math" panose="02040503050406030204" pitchFamily="18" charset="0"/>
                          </a:rPr>
                          <m:t>=</m:t>
                        </m:r>
                        <m:r>
                          <a:rPr lang="es-ES" b="0" i="1" dirty="0" smtClean="0">
                            <a:latin typeface="Cambria Math" panose="02040503050406030204" pitchFamily="18" charset="0"/>
                          </a:rPr>
                          <m:t>𝑡</m:t>
                        </m:r>
                      </m:e>
                      <m:sub>
                        <m:r>
                          <a:rPr lang="es-ES" b="0" i="1" dirty="0" smtClean="0">
                            <a:latin typeface="Cambria Math" panose="02040503050406030204" pitchFamily="18" charset="0"/>
                          </a:rPr>
                          <m:t>𝑓</m:t>
                        </m:r>
                      </m:sub>
                    </m:sSub>
                    <m:r>
                      <a:rPr lang="es-ES" b="0" i="1" dirty="0" smtClean="0">
                        <a:latin typeface="Cambria Math" panose="02040503050406030204" pitchFamily="18" charset="0"/>
                      </a:rPr>
                      <m:t>)≥20%</m:t>
                    </m:r>
                  </m:oMath>
                </a14:m>
                <a:endParaRPr lang="es-ES" dirty="0"/>
              </a:p>
              <a:p>
                <a:endParaRPr lang="es-ES" dirty="0"/>
              </a:p>
            </p:txBody>
          </p:sp>
        </mc:Choice>
        <mc:Fallback xmlns="">
          <p:sp>
            <p:nvSpPr>
              <p:cNvPr id="20" name="Marcador de texto 8">
                <a:extLst>
                  <a:ext uri="{FF2B5EF4-FFF2-40B4-BE49-F238E27FC236}">
                    <a16:creationId xmlns:a16="http://schemas.microsoft.com/office/drawing/2014/main" id="{E945E918-2D4A-C2A9-D1D3-3C0392999B71}"/>
                  </a:ext>
                </a:extLst>
              </p:cNvPr>
              <p:cNvSpPr txBox="1">
                <a:spLocks noRot="1" noChangeAspect="1" noMove="1" noResize="1" noEditPoints="1" noAdjustHandles="1" noChangeArrowheads="1" noChangeShapeType="1" noTextEdit="1"/>
              </p:cNvSpPr>
              <p:nvPr/>
            </p:nvSpPr>
            <p:spPr>
              <a:xfrm>
                <a:off x="3783756" y="875099"/>
                <a:ext cx="4756960" cy="455469"/>
              </a:xfrm>
              <a:prstGeom prst="rect">
                <a:avLst/>
              </a:prstGeom>
              <a:blipFill>
                <a:blip r:embed="rId3"/>
                <a:stretch>
                  <a:fillRect/>
                </a:stretch>
              </a:blipFill>
            </p:spPr>
            <p:txBody>
              <a:bodyPr/>
              <a:lstStyle/>
              <a:p>
                <a:r>
                  <a:rPr lang="es-ES">
                    <a:noFill/>
                  </a:rPr>
                  <a:t> </a:t>
                </a:r>
              </a:p>
            </p:txBody>
          </p:sp>
        </mc:Fallback>
      </mc:AlternateContent>
      <p:pic>
        <p:nvPicPr>
          <p:cNvPr id="28" name="Imagen 27">
            <a:extLst>
              <a:ext uri="{FF2B5EF4-FFF2-40B4-BE49-F238E27FC236}">
                <a16:creationId xmlns:a16="http://schemas.microsoft.com/office/drawing/2014/main" id="{814A388C-18DC-DF3C-06BE-552F1FBE3770}"/>
              </a:ext>
            </a:extLst>
          </p:cNvPr>
          <p:cNvPicPr>
            <a:picLocks noChangeAspect="1"/>
          </p:cNvPicPr>
          <p:nvPr/>
        </p:nvPicPr>
        <p:blipFill>
          <a:blip r:embed="rId4"/>
          <a:srcRect t="4423"/>
          <a:stretch>
            <a:fillRect/>
          </a:stretch>
        </p:blipFill>
        <p:spPr>
          <a:xfrm>
            <a:off x="4752460" y="2060881"/>
            <a:ext cx="2991474" cy="2671387"/>
          </a:xfrm>
          <a:prstGeom prst="rect">
            <a:avLst/>
          </a:prstGeom>
        </p:spPr>
      </p:pic>
      <p:pic>
        <p:nvPicPr>
          <p:cNvPr id="30" name="Imagen 29">
            <a:extLst>
              <a:ext uri="{FF2B5EF4-FFF2-40B4-BE49-F238E27FC236}">
                <a16:creationId xmlns:a16="http://schemas.microsoft.com/office/drawing/2014/main" id="{1CFCB84E-2DE6-1ADC-8619-C700A29E3AF2}"/>
              </a:ext>
            </a:extLst>
          </p:cNvPr>
          <p:cNvPicPr>
            <a:picLocks noChangeAspect="1"/>
          </p:cNvPicPr>
          <p:nvPr/>
        </p:nvPicPr>
        <p:blipFill>
          <a:blip r:embed="rId5"/>
          <a:srcRect t="4423"/>
          <a:stretch>
            <a:fillRect/>
          </a:stretch>
        </p:blipFill>
        <p:spPr>
          <a:xfrm>
            <a:off x="570779" y="2060882"/>
            <a:ext cx="3212977" cy="2671387"/>
          </a:xfrm>
          <a:prstGeom prst="rect">
            <a:avLst/>
          </a:prstGeom>
        </p:spPr>
      </p:pic>
    </p:spTree>
    <p:extLst>
      <p:ext uri="{BB962C8B-B14F-4D97-AF65-F5344CB8AC3E}">
        <p14:creationId xmlns:p14="http://schemas.microsoft.com/office/powerpoint/2010/main" val="29855677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EA7BF-7A70-43BE-A0AF-14AAF810EB38}"/>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484A0A7B-8BA7-FA9F-0816-2314BFFF9839}"/>
              </a:ext>
            </a:extLst>
          </p:cNvPr>
          <p:cNvSpPr>
            <a:spLocks noGrp="1"/>
          </p:cNvSpPr>
          <p:nvPr>
            <p:ph type="sldNum" sz="quarter" idx="4"/>
          </p:nvPr>
        </p:nvSpPr>
        <p:spPr/>
        <p:txBody>
          <a:bodyPr/>
          <a:lstStyle/>
          <a:p>
            <a:fld id="{BC84A7B8-DCD1-44CA-A629-967FC9CECB50}" type="slidenum">
              <a:rPr lang="es-ES_tradnl" smtClean="0"/>
              <a:pPr/>
              <a:t>13</a:t>
            </a:fld>
            <a:endParaRPr lang="es-ES_tradnl"/>
          </a:p>
        </p:txBody>
      </p:sp>
      <p:sp>
        <p:nvSpPr>
          <p:cNvPr id="5" name="Marcador de texto 4">
            <a:extLst>
              <a:ext uri="{FF2B5EF4-FFF2-40B4-BE49-F238E27FC236}">
                <a16:creationId xmlns:a16="http://schemas.microsoft.com/office/drawing/2014/main" id="{CC1D817D-CB30-A1D0-F5A9-CA91F860162A}"/>
              </a:ext>
            </a:extLst>
          </p:cNvPr>
          <p:cNvSpPr>
            <a:spLocks noGrp="1"/>
          </p:cNvSpPr>
          <p:nvPr>
            <p:ph type="body" sz="quarter" idx="19"/>
          </p:nvPr>
        </p:nvSpPr>
        <p:spPr/>
        <p:txBody>
          <a:bodyPr/>
          <a:lstStyle/>
          <a:p>
            <a:r>
              <a:rPr lang="es-ES_tradnl" dirty="0"/>
              <a:t>Almacenamientos de Hidrógeno</a:t>
            </a:r>
          </a:p>
        </p:txBody>
      </p:sp>
      <p:sp>
        <p:nvSpPr>
          <p:cNvPr id="7" name="Marcador de texto 8">
            <a:extLst>
              <a:ext uri="{FF2B5EF4-FFF2-40B4-BE49-F238E27FC236}">
                <a16:creationId xmlns:a16="http://schemas.microsoft.com/office/drawing/2014/main" id="{BF0589B6-5F6E-716E-A20F-15968E7B3D35}"/>
              </a:ext>
            </a:extLst>
          </p:cNvPr>
          <p:cNvSpPr txBox="1">
            <a:spLocks/>
          </p:cNvSpPr>
          <p:nvPr/>
        </p:nvSpPr>
        <p:spPr>
          <a:xfrm>
            <a:off x="358125" y="855164"/>
            <a:ext cx="5206800" cy="45547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b="1" dirty="0">
                <a:solidFill>
                  <a:srgbClr val="5CBDCA"/>
                </a:solidFill>
              </a:rPr>
              <a:t>Estados de Carga</a:t>
            </a:r>
            <a:endParaRPr lang="es-ES" dirty="0">
              <a:solidFill>
                <a:srgbClr val="5CBDCA"/>
              </a:solidFill>
            </a:endParaRPr>
          </a:p>
          <a:p>
            <a:pPr marL="0" indent="0">
              <a:buNone/>
            </a:pPr>
            <a:endParaRPr lang="es-ES" dirty="0"/>
          </a:p>
        </p:txBody>
      </p:sp>
      <p:sp>
        <p:nvSpPr>
          <p:cNvPr id="8" name="Marcador de texto 8">
            <a:extLst>
              <a:ext uri="{FF2B5EF4-FFF2-40B4-BE49-F238E27FC236}">
                <a16:creationId xmlns:a16="http://schemas.microsoft.com/office/drawing/2014/main" id="{729116A2-88FB-CE68-381B-4FEFC311D9C6}"/>
              </a:ext>
            </a:extLst>
          </p:cNvPr>
          <p:cNvSpPr txBox="1">
            <a:spLocks/>
          </p:cNvSpPr>
          <p:nvPr/>
        </p:nvSpPr>
        <p:spPr>
          <a:xfrm>
            <a:off x="358125" y="1108608"/>
            <a:ext cx="2463805" cy="45547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s-ES" sz="900" dirty="0"/>
              <a:t>Almacenamientos H2 España</a:t>
            </a:r>
          </a:p>
        </p:txBody>
      </p:sp>
      <p:sp>
        <p:nvSpPr>
          <p:cNvPr id="12" name="Marcador de texto 8">
            <a:extLst>
              <a:ext uri="{FF2B5EF4-FFF2-40B4-BE49-F238E27FC236}">
                <a16:creationId xmlns:a16="http://schemas.microsoft.com/office/drawing/2014/main" id="{F5F7D681-4EFD-B785-5D02-0063F9277CE4}"/>
              </a:ext>
            </a:extLst>
          </p:cNvPr>
          <p:cNvSpPr txBox="1">
            <a:spLocks/>
          </p:cNvSpPr>
          <p:nvPr/>
        </p:nvSpPr>
        <p:spPr>
          <a:xfrm>
            <a:off x="2907947" y="1108608"/>
            <a:ext cx="2732502" cy="45547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s-ES" sz="900" dirty="0"/>
              <a:t>Almacenamientos H2 Francia SW</a:t>
            </a:r>
          </a:p>
        </p:txBody>
      </p:sp>
      <p:sp>
        <p:nvSpPr>
          <p:cNvPr id="13" name="Marcador de texto 8">
            <a:extLst>
              <a:ext uri="{FF2B5EF4-FFF2-40B4-BE49-F238E27FC236}">
                <a16:creationId xmlns:a16="http://schemas.microsoft.com/office/drawing/2014/main" id="{D734F31A-A056-550F-C31C-E9E3F19FFD95}"/>
              </a:ext>
            </a:extLst>
          </p:cNvPr>
          <p:cNvSpPr txBox="1">
            <a:spLocks/>
          </p:cNvSpPr>
          <p:nvPr/>
        </p:nvSpPr>
        <p:spPr>
          <a:xfrm>
            <a:off x="5460126" y="1085706"/>
            <a:ext cx="2429421" cy="45547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s-ES" sz="900" dirty="0"/>
              <a:t>Almacenamientos H2 Francia S</a:t>
            </a:r>
          </a:p>
        </p:txBody>
      </p:sp>
      <p:sp>
        <p:nvSpPr>
          <p:cNvPr id="19" name="CuadroTexto 18">
            <a:extLst>
              <a:ext uri="{FF2B5EF4-FFF2-40B4-BE49-F238E27FC236}">
                <a16:creationId xmlns:a16="http://schemas.microsoft.com/office/drawing/2014/main" id="{711161D1-A203-1323-0D0D-40D147264081}"/>
              </a:ext>
            </a:extLst>
          </p:cNvPr>
          <p:cNvSpPr txBox="1"/>
          <p:nvPr/>
        </p:nvSpPr>
        <p:spPr>
          <a:xfrm>
            <a:off x="579195" y="3766934"/>
            <a:ext cx="2343150" cy="452961"/>
          </a:xfrm>
          <a:prstGeom prst="rect">
            <a:avLst/>
          </a:prstGeom>
          <a:solidFill>
            <a:schemeClr val="accent4">
              <a:lumMod val="20000"/>
              <a:lumOff val="80000"/>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endParaRPr lang="es-ES" dirty="0"/>
          </a:p>
        </p:txBody>
      </p:sp>
      <mc:AlternateContent xmlns:mc="http://schemas.openxmlformats.org/markup-compatibility/2006" xmlns:a14="http://schemas.microsoft.com/office/drawing/2010/main">
        <mc:Choice Requires="a14">
          <p:sp>
            <p:nvSpPr>
              <p:cNvPr id="20" name="Marcador de texto 8">
                <a:extLst>
                  <a:ext uri="{FF2B5EF4-FFF2-40B4-BE49-F238E27FC236}">
                    <a16:creationId xmlns:a16="http://schemas.microsoft.com/office/drawing/2014/main" id="{73A7FCA6-BDD7-DD35-6E98-D62C861388D1}"/>
                  </a:ext>
                </a:extLst>
              </p:cNvPr>
              <p:cNvSpPr txBox="1">
                <a:spLocks/>
              </p:cNvSpPr>
              <p:nvPr/>
            </p:nvSpPr>
            <p:spPr>
              <a:xfrm>
                <a:off x="518868" y="3718886"/>
                <a:ext cx="2463804" cy="56945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114300" indent="0">
                  <a:lnSpc>
                    <a:spcPct val="150000"/>
                  </a:lnSpc>
                  <a:buNone/>
                </a:pPr>
                <a14:m>
                  <m:oMathPara xmlns:m="http://schemas.openxmlformats.org/officeDocument/2006/math">
                    <m:oMathParaPr>
                      <m:jc m:val="centerGroup"/>
                    </m:oMathParaPr>
                    <m:oMath xmlns:m="http://schemas.openxmlformats.org/officeDocument/2006/math">
                      <m:r>
                        <m:rPr>
                          <m:nor/>
                        </m:rPr>
                        <a:rPr lang="es-ES" sz="900" dirty="0" smtClean="0"/>
                        <m:t>Estado</m:t>
                      </m:r>
                      <m:r>
                        <m:rPr>
                          <m:nor/>
                        </m:rPr>
                        <a:rPr lang="es-ES" sz="900" dirty="0" smtClean="0"/>
                        <m:t> </m:t>
                      </m:r>
                      <m:r>
                        <m:rPr>
                          <m:nor/>
                        </m:rPr>
                        <a:rPr lang="es-ES" sz="900" dirty="0" smtClean="0"/>
                        <m:t>de</m:t>
                      </m:r>
                      <m:r>
                        <m:rPr>
                          <m:nor/>
                        </m:rPr>
                        <a:rPr lang="es-ES" sz="900" dirty="0" smtClean="0"/>
                        <m:t> </m:t>
                      </m:r>
                      <m:r>
                        <m:rPr>
                          <m:nor/>
                        </m:rPr>
                        <a:rPr lang="es-ES" sz="900" dirty="0" smtClean="0"/>
                        <m:t>carga</m:t>
                      </m:r>
                      <m:r>
                        <m:rPr>
                          <m:nor/>
                        </m:rPr>
                        <a:rPr lang="es-ES" sz="900" dirty="0" smtClean="0"/>
                        <m:t> </m:t>
                      </m:r>
                      <m:r>
                        <m:rPr>
                          <m:nor/>
                        </m:rPr>
                        <a:rPr lang="es-ES" sz="900" b="0" i="0" dirty="0" smtClean="0"/>
                        <m:t>inicial</m:t>
                      </m:r>
                      <m:r>
                        <a:rPr lang="es-ES" sz="900" b="0" i="1" dirty="0" smtClean="0">
                          <a:latin typeface="Cambria Math" panose="02040503050406030204" pitchFamily="18" charset="0"/>
                        </a:rPr>
                        <m:t> </m:t>
                      </m:r>
                      <m:d>
                        <m:dPr>
                          <m:ctrlPr>
                            <a:rPr lang="es-ES" sz="900" b="0" i="1" dirty="0" smtClean="0">
                              <a:latin typeface="Cambria Math" panose="02040503050406030204" pitchFamily="18" charset="0"/>
                            </a:rPr>
                          </m:ctrlPr>
                        </m:dPr>
                        <m:e>
                          <m:r>
                            <a:rPr lang="es-ES" sz="900" b="0" i="1" dirty="0" smtClean="0">
                              <a:latin typeface="Cambria Math" panose="02040503050406030204" pitchFamily="18" charset="0"/>
                            </a:rPr>
                            <m:t>𝑡</m:t>
                          </m:r>
                          <m:r>
                            <a:rPr lang="es-ES" sz="900" b="0" i="1" dirty="0" smtClean="0">
                              <a:latin typeface="Cambria Math" panose="02040503050406030204" pitchFamily="18" charset="0"/>
                            </a:rPr>
                            <m:t>=0</m:t>
                          </m:r>
                        </m:e>
                      </m:d>
                      <m:r>
                        <a:rPr lang="es-ES" sz="900" b="0" i="1" dirty="0" smtClean="0">
                          <a:latin typeface="Cambria Math" panose="02040503050406030204" pitchFamily="18" charset="0"/>
                        </a:rPr>
                        <m:t>≥50%</m:t>
                      </m:r>
                    </m:oMath>
                  </m:oMathPara>
                </a14:m>
                <a:endParaRPr lang="es-ES" sz="900" b="0" i="1" dirty="0">
                  <a:latin typeface="Cambria Math" panose="02040503050406030204" pitchFamily="18" charset="0"/>
                </a:endParaRPr>
              </a:p>
              <a:p>
                <a:pPr marL="114300" indent="0">
                  <a:lnSpc>
                    <a:spcPct val="150000"/>
                  </a:lnSpc>
                  <a:buNone/>
                </a:pPr>
                <a14:m>
                  <m:oMathPara xmlns:m="http://schemas.openxmlformats.org/officeDocument/2006/math">
                    <m:oMathParaPr>
                      <m:jc m:val="centerGroup"/>
                    </m:oMathParaPr>
                    <m:oMath xmlns:m="http://schemas.openxmlformats.org/officeDocument/2006/math">
                      <m:r>
                        <m:rPr>
                          <m:nor/>
                        </m:rPr>
                        <a:rPr lang="es-ES" sz="900" dirty="0"/>
                        <m:t>Estado</m:t>
                      </m:r>
                      <m:r>
                        <m:rPr>
                          <m:nor/>
                        </m:rPr>
                        <a:rPr lang="es-ES" sz="900" dirty="0"/>
                        <m:t> </m:t>
                      </m:r>
                      <m:r>
                        <m:rPr>
                          <m:nor/>
                        </m:rPr>
                        <a:rPr lang="es-ES" sz="900" dirty="0"/>
                        <m:t>de</m:t>
                      </m:r>
                      <m:r>
                        <m:rPr>
                          <m:nor/>
                        </m:rPr>
                        <a:rPr lang="es-ES" sz="900" dirty="0"/>
                        <m:t> </m:t>
                      </m:r>
                      <m:r>
                        <m:rPr>
                          <m:nor/>
                        </m:rPr>
                        <a:rPr lang="es-ES" sz="900" dirty="0"/>
                        <m:t>carga</m:t>
                      </m:r>
                      <m:r>
                        <m:rPr>
                          <m:nor/>
                        </m:rPr>
                        <a:rPr lang="es-ES" sz="900" dirty="0"/>
                        <m:t> </m:t>
                      </m:r>
                      <m:r>
                        <m:rPr>
                          <m:nor/>
                        </m:rPr>
                        <a:rPr lang="es-ES" sz="900" dirty="0"/>
                        <m:t>fin</m:t>
                      </m:r>
                      <m:r>
                        <m:rPr>
                          <m:nor/>
                        </m:rPr>
                        <a:rPr lang="es-ES" sz="900" dirty="0"/>
                        <m:t>−</m:t>
                      </m:r>
                      <m:r>
                        <m:rPr>
                          <m:nor/>
                        </m:rPr>
                        <a:rPr lang="es-ES" sz="900" dirty="0"/>
                        <m:t>al</m:t>
                      </m:r>
                      <m:r>
                        <m:rPr>
                          <m:nor/>
                        </m:rPr>
                        <a:rPr lang="es-ES" sz="900" dirty="0"/>
                        <m:t> </m:t>
                      </m:r>
                      <m:sSub>
                        <m:sSubPr>
                          <m:ctrlPr>
                            <a:rPr lang="es-ES" sz="900" i="1" dirty="0">
                              <a:latin typeface="Cambria Math" panose="02040503050406030204" pitchFamily="18" charset="0"/>
                            </a:rPr>
                          </m:ctrlPr>
                        </m:sSubPr>
                        <m:e>
                          <m:r>
                            <a:rPr lang="es-ES" sz="900" i="1" dirty="0">
                              <a:latin typeface="Cambria Math" panose="02040503050406030204" pitchFamily="18" charset="0"/>
                            </a:rPr>
                            <m:t>(</m:t>
                          </m:r>
                          <m:r>
                            <a:rPr lang="es-ES" sz="900" i="1" dirty="0">
                              <a:latin typeface="Cambria Math" panose="02040503050406030204" pitchFamily="18" charset="0"/>
                            </a:rPr>
                            <m:t>𝑡</m:t>
                          </m:r>
                          <m:r>
                            <a:rPr lang="es-ES" sz="900" i="1" dirty="0">
                              <a:latin typeface="Cambria Math" panose="02040503050406030204" pitchFamily="18" charset="0"/>
                            </a:rPr>
                            <m:t>=</m:t>
                          </m:r>
                          <m:r>
                            <a:rPr lang="es-ES" sz="900" i="1" dirty="0">
                              <a:latin typeface="Cambria Math" panose="02040503050406030204" pitchFamily="18" charset="0"/>
                            </a:rPr>
                            <m:t>𝑡</m:t>
                          </m:r>
                        </m:e>
                        <m:sub>
                          <m:r>
                            <a:rPr lang="es-ES" sz="900" i="1" dirty="0">
                              <a:latin typeface="Cambria Math" panose="02040503050406030204" pitchFamily="18" charset="0"/>
                            </a:rPr>
                            <m:t>𝑓</m:t>
                          </m:r>
                        </m:sub>
                      </m:sSub>
                      <m:r>
                        <a:rPr lang="es-ES" sz="900" i="1" dirty="0">
                          <a:latin typeface="Cambria Math" panose="02040503050406030204" pitchFamily="18" charset="0"/>
                        </a:rPr>
                        <m:t>)≥43%</m:t>
                      </m:r>
                    </m:oMath>
                  </m:oMathPara>
                </a14:m>
                <a:endParaRPr lang="es-ES" sz="900" dirty="0"/>
              </a:p>
              <a:p>
                <a:pPr marL="114300" indent="0">
                  <a:lnSpc>
                    <a:spcPct val="150000"/>
                  </a:lnSpc>
                  <a:buNone/>
                </a:pPr>
                <a:endParaRPr lang="es-ES" sz="900" i="1" dirty="0">
                  <a:latin typeface="Cambria Math" panose="02040503050406030204" pitchFamily="18" charset="0"/>
                </a:endParaRPr>
              </a:p>
              <a:p>
                <a:endParaRPr lang="es-ES" dirty="0"/>
              </a:p>
            </p:txBody>
          </p:sp>
        </mc:Choice>
        <mc:Fallback xmlns="">
          <p:sp>
            <p:nvSpPr>
              <p:cNvPr id="20" name="Marcador de texto 8">
                <a:extLst>
                  <a:ext uri="{FF2B5EF4-FFF2-40B4-BE49-F238E27FC236}">
                    <a16:creationId xmlns:a16="http://schemas.microsoft.com/office/drawing/2014/main" id="{73A7FCA6-BDD7-DD35-6E98-D62C861388D1}"/>
                  </a:ext>
                </a:extLst>
              </p:cNvPr>
              <p:cNvSpPr txBox="1">
                <a:spLocks noRot="1" noChangeAspect="1" noMove="1" noResize="1" noEditPoints="1" noAdjustHandles="1" noChangeArrowheads="1" noChangeShapeType="1" noTextEdit="1"/>
              </p:cNvSpPr>
              <p:nvPr/>
            </p:nvSpPr>
            <p:spPr>
              <a:xfrm>
                <a:off x="518868" y="3718886"/>
                <a:ext cx="2463804" cy="569450"/>
              </a:xfrm>
              <a:prstGeom prst="rect">
                <a:avLst/>
              </a:prstGeom>
              <a:blipFill>
                <a:blip r:embed="rId2"/>
                <a:stretch>
                  <a:fillRect/>
                </a:stretch>
              </a:blipFill>
            </p:spPr>
            <p:txBody>
              <a:bodyPr/>
              <a:lstStyle/>
              <a:p>
                <a:r>
                  <a:rPr lang="es-ES">
                    <a:noFill/>
                  </a:rPr>
                  <a:t> </a:t>
                </a:r>
              </a:p>
            </p:txBody>
          </p:sp>
        </mc:Fallback>
      </mc:AlternateContent>
      <p:pic>
        <p:nvPicPr>
          <p:cNvPr id="26" name="Imagen 25">
            <a:extLst>
              <a:ext uri="{FF2B5EF4-FFF2-40B4-BE49-F238E27FC236}">
                <a16:creationId xmlns:a16="http://schemas.microsoft.com/office/drawing/2014/main" id="{D31E580C-9138-915F-BFAD-41A1B3494CC1}"/>
              </a:ext>
            </a:extLst>
          </p:cNvPr>
          <p:cNvPicPr>
            <a:picLocks noChangeAspect="1"/>
          </p:cNvPicPr>
          <p:nvPr/>
        </p:nvPicPr>
        <p:blipFill>
          <a:blip r:embed="rId3"/>
          <a:srcRect t="4423"/>
          <a:stretch>
            <a:fillRect/>
          </a:stretch>
        </p:blipFill>
        <p:spPr>
          <a:xfrm>
            <a:off x="380832" y="1408505"/>
            <a:ext cx="2580693" cy="2202283"/>
          </a:xfrm>
          <a:prstGeom prst="rect">
            <a:avLst/>
          </a:prstGeom>
        </p:spPr>
      </p:pic>
      <p:sp>
        <p:nvSpPr>
          <p:cNvPr id="3" name="CuadroTexto 2">
            <a:extLst>
              <a:ext uri="{FF2B5EF4-FFF2-40B4-BE49-F238E27FC236}">
                <a16:creationId xmlns:a16="http://schemas.microsoft.com/office/drawing/2014/main" id="{813B3E7B-2F08-4665-CE86-13BDCB6A598F}"/>
              </a:ext>
            </a:extLst>
          </p:cNvPr>
          <p:cNvSpPr txBox="1"/>
          <p:nvPr/>
        </p:nvSpPr>
        <p:spPr>
          <a:xfrm>
            <a:off x="3187005" y="3773728"/>
            <a:ext cx="2233091" cy="466084"/>
          </a:xfrm>
          <a:prstGeom prst="rect">
            <a:avLst/>
          </a:prstGeom>
          <a:solidFill>
            <a:schemeClr val="accent4">
              <a:lumMod val="20000"/>
              <a:lumOff val="80000"/>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endParaRPr lang="es-ES" dirty="0"/>
          </a:p>
        </p:txBody>
      </p:sp>
      <mc:AlternateContent xmlns:mc="http://schemas.openxmlformats.org/markup-compatibility/2006" xmlns:a14="http://schemas.microsoft.com/office/drawing/2010/main">
        <mc:Choice Requires="a14">
          <p:sp>
            <p:nvSpPr>
              <p:cNvPr id="4" name="Marcador de texto 8">
                <a:extLst>
                  <a:ext uri="{FF2B5EF4-FFF2-40B4-BE49-F238E27FC236}">
                    <a16:creationId xmlns:a16="http://schemas.microsoft.com/office/drawing/2014/main" id="{6F84F295-E13B-1218-5F1E-D080CC73DEB5}"/>
                  </a:ext>
                </a:extLst>
              </p:cNvPr>
              <p:cNvSpPr txBox="1">
                <a:spLocks/>
              </p:cNvSpPr>
              <p:nvPr/>
            </p:nvSpPr>
            <p:spPr>
              <a:xfrm>
                <a:off x="3156721" y="3752108"/>
                <a:ext cx="2343150" cy="45546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50000"/>
                  </a:lnSpc>
                  <a:buNone/>
                </a:pPr>
                <a14:m>
                  <m:oMathPara xmlns:m="http://schemas.openxmlformats.org/officeDocument/2006/math">
                    <m:oMathParaPr>
                      <m:jc m:val="left"/>
                    </m:oMathParaPr>
                    <m:oMath xmlns:m="http://schemas.openxmlformats.org/officeDocument/2006/math">
                      <m:r>
                        <m:rPr>
                          <m:nor/>
                        </m:rPr>
                        <a:rPr lang="es-ES" sz="900" dirty="0" smtClean="0"/>
                        <m:t>Estado</m:t>
                      </m:r>
                      <m:r>
                        <m:rPr>
                          <m:nor/>
                        </m:rPr>
                        <a:rPr lang="es-ES" sz="900" dirty="0" smtClean="0"/>
                        <m:t> </m:t>
                      </m:r>
                      <m:r>
                        <m:rPr>
                          <m:nor/>
                        </m:rPr>
                        <a:rPr lang="es-ES" sz="900" dirty="0" smtClean="0"/>
                        <m:t>de</m:t>
                      </m:r>
                      <m:r>
                        <m:rPr>
                          <m:nor/>
                        </m:rPr>
                        <a:rPr lang="es-ES" sz="900" dirty="0" smtClean="0"/>
                        <m:t> </m:t>
                      </m:r>
                      <m:r>
                        <m:rPr>
                          <m:nor/>
                        </m:rPr>
                        <a:rPr lang="es-ES" sz="900" dirty="0" smtClean="0"/>
                        <m:t>carga</m:t>
                      </m:r>
                      <m:r>
                        <m:rPr>
                          <m:nor/>
                        </m:rPr>
                        <a:rPr lang="es-ES" sz="900" dirty="0" smtClean="0"/>
                        <m:t> </m:t>
                      </m:r>
                      <m:r>
                        <m:rPr>
                          <m:nor/>
                        </m:rPr>
                        <a:rPr lang="es-ES" sz="900" b="0" i="0" dirty="0" smtClean="0"/>
                        <m:t>inicial</m:t>
                      </m:r>
                      <m:r>
                        <a:rPr lang="es-ES" sz="900" b="0" i="1" dirty="0" smtClean="0">
                          <a:latin typeface="Cambria Math" panose="02040503050406030204" pitchFamily="18" charset="0"/>
                        </a:rPr>
                        <m:t> (</m:t>
                      </m:r>
                      <m:r>
                        <a:rPr lang="es-ES" sz="900" b="0" i="1" dirty="0" smtClean="0">
                          <a:latin typeface="Cambria Math" panose="02040503050406030204" pitchFamily="18" charset="0"/>
                        </a:rPr>
                        <m:t>𝑡</m:t>
                      </m:r>
                      <m:r>
                        <a:rPr lang="es-ES" sz="900" b="0" i="1" dirty="0" smtClean="0">
                          <a:latin typeface="Cambria Math" panose="02040503050406030204" pitchFamily="18" charset="0"/>
                        </a:rPr>
                        <m:t>=0)≥50%</m:t>
                      </m:r>
                    </m:oMath>
                  </m:oMathPara>
                </a14:m>
                <a:endParaRPr lang="es-ES" sz="900" b="0" i="1" dirty="0">
                  <a:latin typeface="Cambria Math" panose="02040503050406030204" pitchFamily="18" charset="0"/>
                </a:endParaRPr>
              </a:p>
              <a:p>
                <a:pPr marL="0" indent="0">
                  <a:lnSpc>
                    <a:spcPct val="150000"/>
                  </a:lnSpc>
                  <a:buNone/>
                </a:pPr>
                <a14:m>
                  <m:oMathPara xmlns:m="http://schemas.openxmlformats.org/officeDocument/2006/math">
                    <m:oMathParaPr>
                      <m:jc m:val="left"/>
                    </m:oMathParaPr>
                    <m:oMath xmlns:m="http://schemas.openxmlformats.org/officeDocument/2006/math">
                      <m:r>
                        <m:rPr>
                          <m:nor/>
                        </m:rPr>
                        <a:rPr lang="es-ES" sz="900" dirty="0"/>
                        <m:t>Estado</m:t>
                      </m:r>
                      <m:r>
                        <m:rPr>
                          <m:nor/>
                        </m:rPr>
                        <a:rPr lang="es-ES" sz="900" dirty="0"/>
                        <m:t> </m:t>
                      </m:r>
                      <m:r>
                        <m:rPr>
                          <m:nor/>
                        </m:rPr>
                        <a:rPr lang="es-ES" sz="900" dirty="0"/>
                        <m:t>de</m:t>
                      </m:r>
                      <m:r>
                        <m:rPr>
                          <m:nor/>
                        </m:rPr>
                        <a:rPr lang="es-ES" sz="900" dirty="0"/>
                        <m:t> </m:t>
                      </m:r>
                      <m:r>
                        <m:rPr>
                          <m:nor/>
                        </m:rPr>
                        <a:rPr lang="es-ES" sz="900" dirty="0"/>
                        <m:t>carga</m:t>
                      </m:r>
                      <m:r>
                        <m:rPr>
                          <m:nor/>
                        </m:rPr>
                        <a:rPr lang="es-ES" sz="900" dirty="0"/>
                        <m:t> </m:t>
                      </m:r>
                      <m:r>
                        <m:rPr>
                          <m:nor/>
                        </m:rPr>
                        <a:rPr lang="es-ES" sz="900" dirty="0"/>
                        <m:t>final</m:t>
                      </m:r>
                      <m:r>
                        <m:rPr>
                          <m:nor/>
                        </m:rPr>
                        <a:rPr lang="es-ES" sz="900" dirty="0"/>
                        <m:t> </m:t>
                      </m:r>
                      <m:sSub>
                        <m:sSubPr>
                          <m:ctrlPr>
                            <a:rPr lang="es-ES" sz="900" i="1" dirty="0">
                              <a:latin typeface="Cambria Math" panose="02040503050406030204" pitchFamily="18" charset="0"/>
                            </a:rPr>
                          </m:ctrlPr>
                        </m:sSubPr>
                        <m:e>
                          <m:r>
                            <a:rPr lang="es-ES" sz="900" dirty="0">
                              <a:latin typeface="Cambria Math" panose="02040503050406030204" pitchFamily="18" charset="0"/>
                            </a:rPr>
                            <m:t>(</m:t>
                          </m:r>
                          <m:r>
                            <a:rPr lang="es-ES" sz="900" dirty="0">
                              <a:latin typeface="Cambria Math" panose="02040503050406030204" pitchFamily="18" charset="0"/>
                            </a:rPr>
                            <m:t>𝑡</m:t>
                          </m:r>
                          <m:r>
                            <a:rPr lang="es-ES" sz="900" dirty="0">
                              <a:latin typeface="Cambria Math" panose="02040503050406030204" pitchFamily="18" charset="0"/>
                            </a:rPr>
                            <m:t>=</m:t>
                          </m:r>
                          <m:r>
                            <a:rPr lang="es-ES" sz="900" dirty="0">
                              <a:latin typeface="Cambria Math" panose="02040503050406030204" pitchFamily="18" charset="0"/>
                            </a:rPr>
                            <m:t>𝑡</m:t>
                          </m:r>
                        </m:e>
                        <m:sub>
                          <m:r>
                            <a:rPr lang="es-ES" sz="900" dirty="0">
                              <a:latin typeface="Cambria Math" panose="02040503050406030204" pitchFamily="18" charset="0"/>
                            </a:rPr>
                            <m:t>𝑓</m:t>
                          </m:r>
                        </m:sub>
                      </m:sSub>
                      <m:r>
                        <a:rPr lang="es-ES" sz="900" dirty="0">
                          <a:latin typeface="Cambria Math" panose="02040503050406030204" pitchFamily="18" charset="0"/>
                        </a:rPr>
                        <m:t>)≥47.3%</m:t>
                      </m:r>
                    </m:oMath>
                  </m:oMathPara>
                </a14:m>
                <a:endParaRPr lang="es-ES" sz="900" dirty="0"/>
              </a:p>
              <a:p>
                <a:endParaRPr lang="es-ES" dirty="0"/>
              </a:p>
            </p:txBody>
          </p:sp>
        </mc:Choice>
        <mc:Fallback xmlns="">
          <p:sp>
            <p:nvSpPr>
              <p:cNvPr id="4" name="Marcador de texto 8">
                <a:extLst>
                  <a:ext uri="{FF2B5EF4-FFF2-40B4-BE49-F238E27FC236}">
                    <a16:creationId xmlns:a16="http://schemas.microsoft.com/office/drawing/2014/main" id="{6F84F295-E13B-1218-5F1E-D080CC73DEB5}"/>
                  </a:ext>
                </a:extLst>
              </p:cNvPr>
              <p:cNvSpPr txBox="1">
                <a:spLocks noRot="1" noChangeAspect="1" noMove="1" noResize="1" noEditPoints="1" noAdjustHandles="1" noChangeArrowheads="1" noChangeShapeType="1" noTextEdit="1"/>
              </p:cNvSpPr>
              <p:nvPr/>
            </p:nvSpPr>
            <p:spPr>
              <a:xfrm>
                <a:off x="3156721" y="3752108"/>
                <a:ext cx="2343150" cy="455469"/>
              </a:xfrm>
              <a:prstGeom prst="rect">
                <a:avLst/>
              </a:prstGeom>
              <a:blipFill>
                <a:blip r:embed="rId4"/>
                <a:stretch>
                  <a:fillRect b="-10811"/>
                </a:stretch>
              </a:blipFill>
            </p:spPr>
            <p:txBody>
              <a:bodyPr/>
              <a:lstStyle/>
              <a:p>
                <a:r>
                  <a:rPr lang="es-ES">
                    <a:noFill/>
                  </a:rPr>
                  <a:t> </a:t>
                </a:r>
              </a:p>
            </p:txBody>
          </p:sp>
        </mc:Fallback>
      </mc:AlternateContent>
      <p:pic>
        <p:nvPicPr>
          <p:cNvPr id="10" name="Imagen 9">
            <a:extLst>
              <a:ext uri="{FF2B5EF4-FFF2-40B4-BE49-F238E27FC236}">
                <a16:creationId xmlns:a16="http://schemas.microsoft.com/office/drawing/2014/main" id="{7EF14748-9BFE-CF7B-89E1-FA135137B752}"/>
              </a:ext>
            </a:extLst>
          </p:cNvPr>
          <p:cNvPicPr>
            <a:picLocks noChangeAspect="1"/>
          </p:cNvPicPr>
          <p:nvPr/>
        </p:nvPicPr>
        <p:blipFill>
          <a:blip r:embed="rId5"/>
          <a:srcRect t="3692"/>
          <a:stretch>
            <a:fillRect/>
          </a:stretch>
        </p:blipFill>
        <p:spPr>
          <a:xfrm>
            <a:off x="5658841" y="1428526"/>
            <a:ext cx="2639626" cy="2131764"/>
          </a:xfrm>
          <a:prstGeom prst="rect">
            <a:avLst/>
          </a:prstGeom>
        </p:spPr>
      </p:pic>
      <p:pic>
        <p:nvPicPr>
          <p:cNvPr id="16" name="Imagen 15">
            <a:extLst>
              <a:ext uri="{FF2B5EF4-FFF2-40B4-BE49-F238E27FC236}">
                <a16:creationId xmlns:a16="http://schemas.microsoft.com/office/drawing/2014/main" id="{5C1A4FA6-6DFD-F44F-F0E9-77C6821C9051}"/>
              </a:ext>
            </a:extLst>
          </p:cNvPr>
          <p:cNvPicPr>
            <a:picLocks noChangeAspect="1"/>
          </p:cNvPicPr>
          <p:nvPr/>
        </p:nvPicPr>
        <p:blipFill>
          <a:blip r:embed="rId6"/>
          <a:srcRect t="3874"/>
          <a:stretch>
            <a:fillRect/>
          </a:stretch>
        </p:blipFill>
        <p:spPr>
          <a:xfrm>
            <a:off x="3047542" y="1408505"/>
            <a:ext cx="2406793" cy="2255445"/>
          </a:xfrm>
          <a:prstGeom prst="rect">
            <a:avLst/>
          </a:prstGeom>
        </p:spPr>
      </p:pic>
      <p:sp>
        <p:nvSpPr>
          <p:cNvPr id="21" name="CuadroTexto 20">
            <a:extLst>
              <a:ext uri="{FF2B5EF4-FFF2-40B4-BE49-F238E27FC236}">
                <a16:creationId xmlns:a16="http://schemas.microsoft.com/office/drawing/2014/main" id="{23B9F750-54CD-8502-32CF-4FAD9F2DA4ED}"/>
              </a:ext>
            </a:extLst>
          </p:cNvPr>
          <p:cNvSpPr txBox="1"/>
          <p:nvPr/>
        </p:nvSpPr>
        <p:spPr>
          <a:xfrm>
            <a:off x="6029192" y="3753811"/>
            <a:ext cx="2233091" cy="466084"/>
          </a:xfrm>
          <a:prstGeom prst="rect">
            <a:avLst/>
          </a:prstGeom>
          <a:solidFill>
            <a:schemeClr val="accent4">
              <a:lumMod val="20000"/>
              <a:lumOff val="80000"/>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endParaRPr lang="es-ES" dirty="0"/>
          </a:p>
        </p:txBody>
      </p:sp>
      <mc:AlternateContent xmlns:mc="http://schemas.openxmlformats.org/markup-compatibility/2006" xmlns:a14="http://schemas.microsoft.com/office/drawing/2010/main">
        <mc:Choice Requires="a14">
          <p:sp>
            <p:nvSpPr>
              <p:cNvPr id="22" name="Marcador de texto 8">
                <a:extLst>
                  <a:ext uri="{FF2B5EF4-FFF2-40B4-BE49-F238E27FC236}">
                    <a16:creationId xmlns:a16="http://schemas.microsoft.com/office/drawing/2014/main" id="{0C6A1CAC-C873-ADF4-D415-578261D845D3}"/>
                  </a:ext>
                </a:extLst>
              </p:cNvPr>
              <p:cNvSpPr txBox="1">
                <a:spLocks/>
              </p:cNvSpPr>
              <p:nvPr/>
            </p:nvSpPr>
            <p:spPr>
              <a:xfrm>
                <a:off x="6029192" y="3720358"/>
                <a:ext cx="2343150" cy="45546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50000"/>
                  </a:lnSpc>
                  <a:buNone/>
                </a:pPr>
                <a14:m>
                  <m:oMathPara xmlns:m="http://schemas.openxmlformats.org/officeDocument/2006/math">
                    <m:oMathParaPr>
                      <m:jc m:val="left"/>
                    </m:oMathParaPr>
                    <m:oMath xmlns:m="http://schemas.openxmlformats.org/officeDocument/2006/math">
                      <m:r>
                        <m:rPr>
                          <m:nor/>
                        </m:rPr>
                        <a:rPr lang="es-ES" sz="900" dirty="0" smtClean="0"/>
                        <m:t>Estado</m:t>
                      </m:r>
                      <m:r>
                        <m:rPr>
                          <m:nor/>
                        </m:rPr>
                        <a:rPr lang="es-ES" sz="900" dirty="0" smtClean="0"/>
                        <m:t> </m:t>
                      </m:r>
                      <m:r>
                        <m:rPr>
                          <m:nor/>
                        </m:rPr>
                        <a:rPr lang="es-ES" sz="900" dirty="0" smtClean="0"/>
                        <m:t>de</m:t>
                      </m:r>
                      <m:r>
                        <m:rPr>
                          <m:nor/>
                        </m:rPr>
                        <a:rPr lang="es-ES" sz="900" dirty="0" smtClean="0"/>
                        <m:t> </m:t>
                      </m:r>
                      <m:r>
                        <m:rPr>
                          <m:nor/>
                        </m:rPr>
                        <a:rPr lang="es-ES" sz="900" dirty="0" smtClean="0"/>
                        <m:t>carga</m:t>
                      </m:r>
                      <m:r>
                        <m:rPr>
                          <m:nor/>
                        </m:rPr>
                        <a:rPr lang="es-ES" sz="900" dirty="0" smtClean="0"/>
                        <m:t> </m:t>
                      </m:r>
                      <m:r>
                        <m:rPr>
                          <m:nor/>
                        </m:rPr>
                        <a:rPr lang="es-ES" sz="900" b="0" i="0" dirty="0" smtClean="0"/>
                        <m:t>inicial</m:t>
                      </m:r>
                      <m:r>
                        <a:rPr lang="es-ES" sz="900" b="0" i="1" dirty="0" smtClean="0">
                          <a:latin typeface="Cambria Math" panose="02040503050406030204" pitchFamily="18" charset="0"/>
                        </a:rPr>
                        <m:t> (</m:t>
                      </m:r>
                      <m:r>
                        <a:rPr lang="es-ES" sz="900" b="0" i="1" dirty="0" smtClean="0">
                          <a:latin typeface="Cambria Math" panose="02040503050406030204" pitchFamily="18" charset="0"/>
                        </a:rPr>
                        <m:t>𝑡</m:t>
                      </m:r>
                      <m:r>
                        <a:rPr lang="es-ES" sz="900" b="0" i="1" dirty="0" smtClean="0">
                          <a:latin typeface="Cambria Math" panose="02040503050406030204" pitchFamily="18" charset="0"/>
                        </a:rPr>
                        <m:t>=0)≥50%</m:t>
                      </m:r>
                    </m:oMath>
                  </m:oMathPara>
                </a14:m>
                <a:endParaRPr lang="es-ES" sz="900" b="0" i="1" dirty="0">
                  <a:latin typeface="Cambria Math" panose="02040503050406030204" pitchFamily="18" charset="0"/>
                </a:endParaRPr>
              </a:p>
              <a:p>
                <a:pPr marL="0" indent="0">
                  <a:lnSpc>
                    <a:spcPct val="150000"/>
                  </a:lnSpc>
                  <a:buNone/>
                </a:pPr>
                <a14:m>
                  <m:oMathPara xmlns:m="http://schemas.openxmlformats.org/officeDocument/2006/math">
                    <m:oMathParaPr>
                      <m:jc m:val="left"/>
                    </m:oMathParaPr>
                    <m:oMath xmlns:m="http://schemas.openxmlformats.org/officeDocument/2006/math">
                      <m:r>
                        <m:rPr>
                          <m:nor/>
                        </m:rPr>
                        <a:rPr lang="es-ES" sz="900" dirty="0"/>
                        <m:t>Estado</m:t>
                      </m:r>
                      <m:r>
                        <m:rPr>
                          <m:nor/>
                        </m:rPr>
                        <a:rPr lang="es-ES" sz="900" dirty="0"/>
                        <m:t> </m:t>
                      </m:r>
                      <m:r>
                        <m:rPr>
                          <m:nor/>
                        </m:rPr>
                        <a:rPr lang="es-ES" sz="900" dirty="0"/>
                        <m:t>de</m:t>
                      </m:r>
                      <m:r>
                        <m:rPr>
                          <m:nor/>
                        </m:rPr>
                        <a:rPr lang="es-ES" sz="900" dirty="0"/>
                        <m:t> </m:t>
                      </m:r>
                      <m:r>
                        <m:rPr>
                          <m:nor/>
                        </m:rPr>
                        <a:rPr lang="es-ES" sz="900" dirty="0"/>
                        <m:t>carga</m:t>
                      </m:r>
                      <m:r>
                        <m:rPr>
                          <m:nor/>
                        </m:rPr>
                        <a:rPr lang="es-ES" sz="900" dirty="0"/>
                        <m:t> </m:t>
                      </m:r>
                      <m:r>
                        <m:rPr>
                          <m:nor/>
                        </m:rPr>
                        <a:rPr lang="es-ES" sz="900" dirty="0"/>
                        <m:t>final</m:t>
                      </m:r>
                      <m:r>
                        <m:rPr>
                          <m:nor/>
                        </m:rPr>
                        <a:rPr lang="es-ES" sz="900" dirty="0"/>
                        <m:t> </m:t>
                      </m:r>
                      <m:sSub>
                        <m:sSubPr>
                          <m:ctrlPr>
                            <a:rPr lang="es-ES" sz="900" i="1" dirty="0">
                              <a:latin typeface="Cambria Math" panose="02040503050406030204" pitchFamily="18" charset="0"/>
                            </a:rPr>
                          </m:ctrlPr>
                        </m:sSubPr>
                        <m:e>
                          <m:r>
                            <a:rPr lang="es-ES" sz="900" dirty="0">
                              <a:latin typeface="Cambria Math" panose="02040503050406030204" pitchFamily="18" charset="0"/>
                            </a:rPr>
                            <m:t>(</m:t>
                          </m:r>
                          <m:r>
                            <a:rPr lang="es-ES" sz="900" dirty="0">
                              <a:latin typeface="Cambria Math" panose="02040503050406030204" pitchFamily="18" charset="0"/>
                            </a:rPr>
                            <m:t>𝑡</m:t>
                          </m:r>
                          <m:r>
                            <a:rPr lang="es-ES" sz="900" dirty="0">
                              <a:latin typeface="Cambria Math" panose="02040503050406030204" pitchFamily="18" charset="0"/>
                            </a:rPr>
                            <m:t>=</m:t>
                          </m:r>
                          <m:r>
                            <a:rPr lang="es-ES" sz="900" dirty="0">
                              <a:latin typeface="Cambria Math" panose="02040503050406030204" pitchFamily="18" charset="0"/>
                            </a:rPr>
                            <m:t>𝑡</m:t>
                          </m:r>
                        </m:e>
                        <m:sub>
                          <m:r>
                            <a:rPr lang="es-ES" sz="900" dirty="0">
                              <a:latin typeface="Cambria Math" panose="02040503050406030204" pitchFamily="18" charset="0"/>
                            </a:rPr>
                            <m:t>𝑓</m:t>
                          </m:r>
                        </m:sub>
                      </m:sSub>
                      <m:r>
                        <a:rPr lang="es-ES" sz="900" dirty="0">
                          <a:latin typeface="Cambria Math" panose="02040503050406030204" pitchFamily="18" charset="0"/>
                        </a:rPr>
                        <m:t>)≥4</m:t>
                      </m:r>
                      <m:r>
                        <a:rPr lang="es-ES" sz="900" b="0" i="0" dirty="0" smtClean="0">
                          <a:latin typeface="Cambria Math" panose="02040503050406030204" pitchFamily="18" charset="0"/>
                        </a:rPr>
                        <m:t>1</m:t>
                      </m:r>
                      <m:r>
                        <a:rPr lang="es-ES" sz="900" dirty="0">
                          <a:latin typeface="Cambria Math" panose="02040503050406030204" pitchFamily="18" charset="0"/>
                        </a:rPr>
                        <m:t>%</m:t>
                      </m:r>
                    </m:oMath>
                  </m:oMathPara>
                </a14:m>
                <a:endParaRPr lang="es-ES" sz="900" dirty="0"/>
              </a:p>
              <a:p>
                <a:endParaRPr lang="es-ES" dirty="0"/>
              </a:p>
            </p:txBody>
          </p:sp>
        </mc:Choice>
        <mc:Fallback xmlns="">
          <p:sp>
            <p:nvSpPr>
              <p:cNvPr id="22" name="Marcador de texto 8">
                <a:extLst>
                  <a:ext uri="{FF2B5EF4-FFF2-40B4-BE49-F238E27FC236}">
                    <a16:creationId xmlns:a16="http://schemas.microsoft.com/office/drawing/2014/main" id="{0C6A1CAC-C873-ADF4-D415-578261D845D3}"/>
                  </a:ext>
                </a:extLst>
              </p:cNvPr>
              <p:cNvSpPr txBox="1">
                <a:spLocks noRot="1" noChangeAspect="1" noMove="1" noResize="1" noEditPoints="1" noAdjustHandles="1" noChangeArrowheads="1" noChangeShapeType="1" noTextEdit="1"/>
              </p:cNvSpPr>
              <p:nvPr/>
            </p:nvSpPr>
            <p:spPr>
              <a:xfrm>
                <a:off x="6029192" y="3720358"/>
                <a:ext cx="2343150" cy="455469"/>
              </a:xfrm>
              <a:prstGeom prst="rect">
                <a:avLst/>
              </a:prstGeom>
              <a:blipFill>
                <a:blip r:embed="rId7"/>
                <a:stretch>
                  <a:fillRect b="-10667"/>
                </a:stretch>
              </a:blipFill>
            </p:spPr>
            <p:txBody>
              <a:bodyPr/>
              <a:lstStyle/>
              <a:p>
                <a:r>
                  <a:rPr lang="es-ES">
                    <a:noFill/>
                  </a:rPr>
                  <a:t> </a:t>
                </a:r>
              </a:p>
            </p:txBody>
          </p:sp>
        </mc:Fallback>
      </mc:AlternateContent>
    </p:spTree>
    <p:extLst>
      <p:ext uri="{BB962C8B-B14F-4D97-AF65-F5344CB8AC3E}">
        <p14:creationId xmlns:p14="http://schemas.microsoft.com/office/powerpoint/2010/main" val="6165031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C6369-8649-3A4E-DF6C-B1D8B49FFFE1}"/>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BA64F16E-CBBD-268A-7F88-DACE5C274ECA}"/>
              </a:ext>
            </a:extLst>
          </p:cNvPr>
          <p:cNvSpPr>
            <a:spLocks noGrp="1"/>
          </p:cNvSpPr>
          <p:nvPr>
            <p:ph type="sldNum" sz="quarter" idx="4"/>
          </p:nvPr>
        </p:nvSpPr>
        <p:spPr/>
        <p:txBody>
          <a:bodyPr/>
          <a:lstStyle/>
          <a:p>
            <a:fld id="{BC84A7B8-DCD1-44CA-A629-967FC9CECB50}" type="slidenum">
              <a:rPr lang="es-ES_tradnl" smtClean="0"/>
              <a:pPr/>
              <a:t>14</a:t>
            </a:fld>
            <a:endParaRPr lang="es-ES_tradnl"/>
          </a:p>
        </p:txBody>
      </p:sp>
      <p:sp>
        <p:nvSpPr>
          <p:cNvPr id="5" name="Marcador de texto 4">
            <a:extLst>
              <a:ext uri="{FF2B5EF4-FFF2-40B4-BE49-F238E27FC236}">
                <a16:creationId xmlns:a16="http://schemas.microsoft.com/office/drawing/2014/main" id="{2E20B471-41F4-98C4-2976-045C47D5060F}"/>
              </a:ext>
            </a:extLst>
          </p:cNvPr>
          <p:cNvSpPr>
            <a:spLocks noGrp="1"/>
          </p:cNvSpPr>
          <p:nvPr>
            <p:ph type="body" sz="quarter" idx="19"/>
          </p:nvPr>
        </p:nvSpPr>
        <p:spPr/>
        <p:txBody>
          <a:bodyPr/>
          <a:lstStyle/>
          <a:p>
            <a:r>
              <a:rPr lang="es-ES_tradnl" dirty="0"/>
              <a:t>Interconexión Irún-</a:t>
            </a:r>
            <a:r>
              <a:rPr lang="es-ES_tradnl" dirty="0" err="1"/>
              <a:t>Larrau</a:t>
            </a:r>
            <a:endParaRPr lang="es-ES_tradnl" dirty="0"/>
          </a:p>
        </p:txBody>
      </p:sp>
      <p:sp>
        <p:nvSpPr>
          <p:cNvPr id="20" name="Marcador de texto 8">
            <a:extLst>
              <a:ext uri="{FF2B5EF4-FFF2-40B4-BE49-F238E27FC236}">
                <a16:creationId xmlns:a16="http://schemas.microsoft.com/office/drawing/2014/main" id="{B738CD00-A14D-3DF1-EC89-8A30F4B162D6}"/>
              </a:ext>
            </a:extLst>
          </p:cNvPr>
          <p:cNvSpPr txBox="1">
            <a:spLocks/>
          </p:cNvSpPr>
          <p:nvPr/>
        </p:nvSpPr>
        <p:spPr>
          <a:xfrm>
            <a:off x="251626" y="841446"/>
            <a:ext cx="7795139" cy="1163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114300" indent="0">
              <a:buNone/>
            </a:pPr>
            <a:r>
              <a:rPr lang="es-ES" b="1" dirty="0">
                <a:solidFill>
                  <a:srgbClr val="5CBDCA"/>
                </a:solidFill>
              </a:rPr>
              <a:t>Restricción de flujo</a:t>
            </a:r>
            <a:endParaRPr lang="es-ES" dirty="0">
              <a:solidFill>
                <a:srgbClr val="5CBDCA"/>
              </a:solidFill>
            </a:endParaRPr>
          </a:p>
          <a:p>
            <a:pPr marL="114300" indent="0">
              <a:buNone/>
            </a:pPr>
            <a:endParaRPr lang="es-ES" dirty="0"/>
          </a:p>
          <a:p>
            <a:pPr marL="114300" indent="0">
              <a:buNone/>
            </a:pPr>
            <a:r>
              <a:rPr lang="es-ES" dirty="0"/>
              <a:t>En nuestro modelo piloto obligamos a la interconexión de Irún-</a:t>
            </a:r>
            <a:r>
              <a:rPr lang="es-ES" dirty="0" err="1"/>
              <a:t>Larrau</a:t>
            </a:r>
            <a:r>
              <a:rPr lang="es-ES" dirty="0"/>
              <a:t> a contar con el mismo flujo que en el modelo referencia. Es una restricción utilizada únicamente para el modelo de BenchMarking.</a:t>
            </a:r>
          </a:p>
        </p:txBody>
      </p:sp>
      <p:pic>
        <p:nvPicPr>
          <p:cNvPr id="6" name="Imagen 5">
            <a:extLst>
              <a:ext uri="{FF2B5EF4-FFF2-40B4-BE49-F238E27FC236}">
                <a16:creationId xmlns:a16="http://schemas.microsoft.com/office/drawing/2014/main" id="{1A944953-B25E-9B7E-B85F-1C191E18C6A8}"/>
              </a:ext>
            </a:extLst>
          </p:cNvPr>
          <p:cNvPicPr>
            <a:picLocks noChangeAspect="1"/>
          </p:cNvPicPr>
          <p:nvPr/>
        </p:nvPicPr>
        <p:blipFill>
          <a:blip r:embed="rId2"/>
          <a:stretch>
            <a:fillRect/>
          </a:stretch>
        </p:blipFill>
        <p:spPr>
          <a:xfrm>
            <a:off x="1895459" y="1862015"/>
            <a:ext cx="5013423" cy="2776602"/>
          </a:xfrm>
          <a:prstGeom prst="rect">
            <a:avLst/>
          </a:prstGeom>
          <a:ln>
            <a:solidFill>
              <a:schemeClr val="bg2"/>
            </a:solidFill>
          </a:ln>
        </p:spPr>
      </p:pic>
    </p:spTree>
    <p:extLst>
      <p:ext uri="{BB962C8B-B14F-4D97-AF65-F5344CB8AC3E}">
        <p14:creationId xmlns:p14="http://schemas.microsoft.com/office/powerpoint/2010/main" val="21871651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516B3-8D39-FA16-FDEC-E20803D80B62}"/>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A27EF28-5E5B-A78B-EA48-7D79FB4B9700}"/>
              </a:ext>
            </a:extLst>
          </p:cNvPr>
          <p:cNvSpPr>
            <a:spLocks noGrp="1"/>
          </p:cNvSpPr>
          <p:nvPr>
            <p:ph type="sldNum" sz="quarter" idx="4"/>
          </p:nvPr>
        </p:nvSpPr>
        <p:spPr/>
        <p:txBody>
          <a:bodyPr/>
          <a:lstStyle/>
          <a:p>
            <a:fld id="{BC84A7B8-DCD1-44CA-A629-967FC9CECB50}" type="slidenum">
              <a:rPr lang="es-ES_tradnl" smtClean="0"/>
              <a:pPr/>
              <a:t>15</a:t>
            </a:fld>
            <a:endParaRPr lang="es-ES_tradnl"/>
          </a:p>
        </p:txBody>
      </p:sp>
      <p:sp>
        <p:nvSpPr>
          <p:cNvPr id="5" name="Marcador de texto 4">
            <a:extLst>
              <a:ext uri="{FF2B5EF4-FFF2-40B4-BE49-F238E27FC236}">
                <a16:creationId xmlns:a16="http://schemas.microsoft.com/office/drawing/2014/main" id="{07FEB4F9-3C0F-DC5D-609C-D9B26B20A54E}"/>
              </a:ext>
            </a:extLst>
          </p:cNvPr>
          <p:cNvSpPr>
            <a:spLocks noGrp="1"/>
          </p:cNvSpPr>
          <p:nvPr>
            <p:ph type="body" sz="quarter" idx="19"/>
          </p:nvPr>
        </p:nvSpPr>
        <p:spPr/>
        <p:txBody>
          <a:bodyPr/>
          <a:lstStyle/>
          <a:p>
            <a:r>
              <a:rPr lang="es-ES_tradnl" dirty="0"/>
              <a:t>Interconexión España-Marruecos</a:t>
            </a:r>
          </a:p>
        </p:txBody>
      </p:sp>
      <p:sp>
        <p:nvSpPr>
          <p:cNvPr id="7" name="Marcador de texto 8">
            <a:extLst>
              <a:ext uri="{FF2B5EF4-FFF2-40B4-BE49-F238E27FC236}">
                <a16:creationId xmlns:a16="http://schemas.microsoft.com/office/drawing/2014/main" id="{D5DFBAC8-6D8D-791B-14F0-2647ACAC6B2F}"/>
              </a:ext>
            </a:extLst>
          </p:cNvPr>
          <p:cNvSpPr txBox="1">
            <a:spLocks/>
          </p:cNvSpPr>
          <p:nvPr/>
        </p:nvSpPr>
        <p:spPr>
          <a:xfrm>
            <a:off x="358125" y="855164"/>
            <a:ext cx="5206800" cy="45547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b="1" dirty="0">
                <a:solidFill>
                  <a:srgbClr val="5CBDCA"/>
                </a:solidFill>
              </a:rPr>
              <a:t>Perfil de generación de flujo</a:t>
            </a:r>
            <a:endParaRPr lang="es-ES" dirty="0">
              <a:solidFill>
                <a:srgbClr val="5CBDCA"/>
              </a:solidFill>
            </a:endParaRPr>
          </a:p>
          <a:p>
            <a:pPr marL="0" indent="0">
              <a:buNone/>
            </a:pPr>
            <a:endParaRPr lang="es-ES" dirty="0"/>
          </a:p>
        </p:txBody>
      </p:sp>
      <p:sp>
        <p:nvSpPr>
          <p:cNvPr id="20" name="Marcador de texto 8">
            <a:extLst>
              <a:ext uri="{FF2B5EF4-FFF2-40B4-BE49-F238E27FC236}">
                <a16:creationId xmlns:a16="http://schemas.microsoft.com/office/drawing/2014/main" id="{43763692-D155-A47C-BF4E-42348C61CA6B}"/>
              </a:ext>
            </a:extLst>
          </p:cNvPr>
          <p:cNvSpPr txBox="1">
            <a:spLocks/>
          </p:cNvSpPr>
          <p:nvPr/>
        </p:nvSpPr>
        <p:spPr>
          <a:xfrm>
            <a:off x="382762" y="1263174"/>
            <a:ext cx="7795139" cy="68807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114300" indent="0">
              <a:buNone/>
            </a:pPr>
            <a:r>
              <a:rPr lang="es-ES" dirty="0"/>
              <a:t>En nuestro modelo piloto el flujo de h2 low band y high band sigue el perfil de generación del modelo referencia. Es una restricción que se mantiene para las restricciones.</a:t>
            </a:r>
          </a:p>
        </p:txBody>
      </p:sp>
      <p:pic>
        <p:nvPicPr>
          <p:cNvPr id="6" name="Imagen 5">
            <a:extLst>
              <a:ext uri="{FF2B5EF4-FFF2-40B4-BE49-F238E27FC236}">
                <a16:creationId xmlns:a16="http://schemas.microsoft.com/office/drawing/2014/main" id="{3110D782-C1DB-4119-9B29-EF414B082513}"/>
              </a:ext>
            </a:extLst>
          </p:cNvPr>
          <p:cNvPicPr>
            <a:picLocks noChangeAspect="1"/>
          </p:cNvPicPr>
          <p:nvPr/>
        </p:nvPicPr>
        <p:blipFill>
          <a:blip r:embed="rId2"/>
          <a:stretch>
            <a:fillRect/>
          </a:stretch>
        </p:blipFill>
        <p:spPr>
          <a:xfrm>
            <a:off x="1771106" y="1875468"/>
            <a:ext cx="5262130" cy="2786443"/>
          </a:xfrm>
          <a:prstGeom prst="rect">
            <a:avLst/>
          </a:prstGeom>
          <a:ln>
            <a:solidFill>
              <a:schemeClr val="bg2"/>
            </a:solidFill>
          </a:ln>
        </p:spPr>
      </p:pic>
    </p:spTree>
    <p:extLst>
      <p:ext uri="{BB962C8B-B14F-4D97-AF65-F5344CB8AC3E}">
        <p14:creationId xmlns:p14="http://schemas.microsoft.com/office/powerpoint/2010/main" val="18790326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7D1C3-262F-6C25-7BFE-66B202F0A68F}"/>
            </a:ext>
          </a:extLst>
        </p:cNvPr>
        <p:cNvGrpSpPr/>
        <p:nvPr/>
      </p:nvGrpSpPr>
      <p:grpSpPr>
        <a:xfrm>
          <a:off x="0" y="0"/>
          <a:ext cx="0" cy="0"/>
          <a:chOff x="0" y="0"/>
          <a:chExt cx="0" cy="0"/>
        </a:xfrm>
      </p:grpSpPr>
      <p:sp>
        <p:nvSpPr>
          <p:cNvPr id="4" name="Marcador de texto 3">
            <a:extLst>
              <a:ext uri="{FF2B5EF4-FFF2-40B4-BE49-F238E27FC236}">
                <a16:creationId xmlns:a16="http://schemas.microsoft.com/office/drawing/2014/main" id="{5308E404-1DCB-7BDC-2C6D-2952463F7A7D}"/>
              </a:ext>
            </a:extLst>
          </p:cNvPr>
          <p:cNvSpPr>
            <a:spLocks noGrp="1"/>
          </p:cNvSpPr>
          <p:nvPr>
            <p:ph type="body" sz="quarter" idx="19"/>
          </p:nvPr>
        </p:nvSpPr>
        <p:spPr>
          <a:xfrm>
            <a:off x="3431364" y="2230160"/>
            <a:ext cx="2281272" cy="341590"/>
          </a:xfrm>
        </p:spPr>
        <p:txBody>
          <a:bodyPr/>
          <a:lstStyle/>
          <a:p>
            <a:pPr algn="just">
              <a:spcBef>
                <a:spcPct val="20000"/>
              </a:spcBef>
            </a:pPr>
            <a:r>
              <a:rPr lang="es-ES" sz="2200" b="1" dirty="0">
                <a:solidFill>
                  <a:srgbClr val="5CBDCA"/>
                </a:solidFill>
                <a:latin typeface="+mn-lt"/>
                <a:ea typeface="+mn-ea"/>
              </a:rPr>
              <a:t>BenchMarking</a:t>
            </a:r>
          </a:p>
        </p:txBody>
      </p:sp>
    </p:spTree>
    <p:extLst>
      <p:ext uri="{BB962C8B-B14F-4D97-AF65-F5344CB8AC3E}">
        <p14:creationId xmlns:p14="http://schemas.microsoft.com/office/powerpoint/2010/main" val="42779263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3B910-D80C-FDE8-9A0C-563AE886AD14}"/>
            </a:ext>
          </a:extLst>
        </p:cNvPr>
        <p:cNvGrpSpPr/>
        <p:nvPr/>
      </p:nvGrpSpPr>
      <p:grpSpPr>
        <a:xfrm>
          <a:off x="0" y="0"/>
          <a:ext cx="0" cy="0"/>
          <a:chOff x="0" y="0"/>
          <a:chExt cx="0" cy="0"/>
        </a:xfrm>
      </p:grpSpPr>
      <p:sp>
        <p:nvSpPr>
          <p:cNvPr id="7" name="CuadroTexto 6">
            <a:extLst>
              <a:ext uri="{FF2B5EF4-FFF2-40B4-BE49-F238E27FC236}">
                <a16:creationId xmlns:a16="http://schemas.microsoft.com/office/drawing/2014/main" id="{BBD03680-2F20-C18D-D30A-6DBF946AB57F}"/>
              </a:ext>
            </a:extLst>
          </p:cNvPr>
          <p:cNvSpPr txBox="1"/>
          <p:nvPr/>
        </p:nvSpPr>
        <p:spPr>
          <a:xfrm>
            <a:off x="446066" y="3036707"/>
            <a:ext cx="7734295" cy="369332"/>
          </a:xfrm>
          <a:prstGeom prst="rect">
            <a:avLst/>
          </a:prstGeom>
          <a:solidFill>
            <a:schemeClr val="bg1">
              <a:alpha val="50000"/>
            </a:schemeClr>
          </a:solidFill>
          <a:ln>
            <a:solidFill>
              <a:schemeClr val="accent1"/>
            </a:solidFill>
          </a:ln>
        </p:spPr>
        <p:style>
          <a:lnRef idx="0">
            <a:scrgbClr r="0" g="0" b="0"/>
          </a:lnRef>
          <a:fillRef idx="0">
            <a:scrgbClr r="0" g="0" b="0"/>
          </a:fillRef>
          <a:effectRef idx="0">
            <a:scrgbClr r="0" g="0" b="0"/>
          </a:effectRef>
          <a:fontRef idx="minor">
            <a:schemeClr val="lt1"/>
          </a:fontRef>
        </p:style>
        <p:txBody>
          <a:bodyPr wrap="square" rtlCol="0">
            <a:spAutoFit/>
          </a:bodyPr>
          <a:lstStyle/>
          <a:p>
            <a:endParaRPr lang="es-ES" dirty="0"/>
          </a:p>
        </p:txBody>
      </p:sp>
      <p:sp>
        <p:nvSpPr>
          <p:cNvPr id="8" name="Marcador de texto 8">
            <a:extLst>
              <a:ext uri="{FF2B5EF4-FFF2-40B4-BE49-F238E27FC236}">
                <a16:creationId xmlns:a16="http://schemas.microsoft.com/office/drawing/2014/main" id="{BF7FC571-1D02-4607-A9F6-31EE122EE0F6}"/>
              </a:ext>
            </a:extLst>
          </p:cNvPr>
          <p:cNvSpPr txBox="1">
            <a:spLocks/>
          </p:cNvSpPr>
          <p:nvPr/>
        </p:nvSpPr>
        <p:spPr>
          <a:xfrm>
            <a:off x="446067" y="426762"/>
            <a:ext cx="7734295" cy="393422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b="1" dirty="0">
                <a:solidFill>
                  <a:srgbClr val="5CBDCA"/>
                </a:solidFill>
              </a:rPr>
              <a:t>1. ¿ Qué es el BenchMarking y para qué sirve?</a:t>
            </a:r>
          </a:p>
          <a:p>
            <a:pPr marL="0" indent="0" algn="just">
              <a:buNone/>
            </a:pPr>
            <a:endParaRPr lang="es-ES" dirty="0"/>
          </a:p>
          <a:p>
            <a:pPr marL="0" indent="0" algn="just">
              <a:buNone/>
            </a:pPr>
            <a:r>
              <a:rPr lang="es-ES" dirty="0"/>
              <a:t>El BenchMarking de un modelo energético consiste en la evaluación comparativa de un modelo de referencia con un modelo piloto.</a:t>
            </a:r>
          </a:p>
          <a:p>
            <a:pPr marL="0" indent="0" algn="just">
              <a:buNone/>
            </a:pPr>
            <a:endParaRPr lang="es-ES" dirty="0"/>
          </a:p>
          <a:p>
            <a:pPr algn="just"/>
            <a:r>
              <a:rPr lang="es-ES" dirty="0"/>
              <a:t>El </a:t>
            </a:r>
            <a:r>
              <a:rPr lang="es-ES" b="1" dirty="0"/>
              <a:t>modelo de referencia </a:t>
            </a:r>
            <a:r>
              <a:rPr lang="es-ES" dirty="0"/>
              <a:t>es el modelo implementado para el TYNDP 2026 (escenario climático </a:t>
            </a:r>
            <a:r>
              <a:rPr lang="es-ES" b="1" dirty="0"/>
              <a:t>WS071</a:t>
            </a:r>
            <a:r>
              <a:rPr lang="es-ES" dirty="0"/>
              <a:t> del año </a:t>
            </a:r>
            <a:r>
              <a:rPr lang="es-ES" b="1" dirty="0"/>
              <a:t>2040), </a:t>
            </a:r>
            <a:r>
              <a:rPr lang="es-ES" dirty="0"/>
              <a:t>donde contamos con los resultados tras la compilación (run del modelo).</a:t>
            </a:r>
          </a:p>
          <a:p>
            <a:pPr algn="just"/>
            <a:endParaRPr lang="es-ES" dirty="0"/>
          </a:p>
          <a:p>
            <a:pPr algn="just"/>
            <a:r>
              <a:rPr lang="es-ES" dirty="0"/>
              <a:t>El </a:t>
            </a:r>
            <a:r>
              <a:rPr lang="es-ES" b="1" dirty="0"/>
              <a:t>modelo piloto </a:t>
            </a:r>
            <a:r>
              <a:rPr lang="es-ES" dirty="0"/>
              <a:t>(también llamado modelo implementado), es un modelo creado gracias a la plataforma open source </a:t>
            </a:r>
            <a:r>
              <a:rPr lang="es-ES" b="1" dirty="0"/>
              <a:t>PyPSA</a:t>
            </a:r>
            <a:r>
              <a:rPr lang="es-ES" dirty="0"/>
              <a:t> (Python for Power System Analysis).</a:t>
            </a:r>
          </a:p>
          <a:p>
            <a:pPr marL="0" indent="0" algn="just">
              <a:buNone/>
            </a:pPr>
            <a:endParaRPr lang="es-ES" dirty="0"/>
          </a:p>
          <a:p>
            <a:pPr marL="0" indent="0" algn="just">
              <a:buNone/>
            </a:pPr>
            <a:r>
              <a:rPr lang="es-ES" dirty="0"/>
              <a:t>El propósito del Benchmarking es conseguir que el modelo piloto esté calibrado con nuestro modelo de referencia, de forma que, al introducir sensibilidades de interés para la empresa, podamos predecir dinámicas de comportamiento del sistema.</a:t>
            </a:r>
          </a:p>
          <a:p>
            <a:pPr marL="0" indent="0" algn="just">
              <a:buNone/>
            </a:pPr>
            <a:endParaRPr lang="es-ES" dirty="0"/>
          </a:p>
          <a:p>
            <a:pPr marL="0" indent="0" algn="just">
              <a:buNone/>
            </a:pPr>
            <a:r>
              <a:rPr lang="es-ES" b="1" dirty="0"/>
              <a:t>En definitiva</a:t>
            </a:r>
            <a:r>
              <a:rPr lang="es-ES" dirty="0"/>
              <a:t>, se trata de intentar </a:t>
            </a:r>
            <a:r>
              <a:rPr lang="es-ES" b="1" dirty="0"/>
              <a:t>copiar el modelo de referencia</a:t>
            </a:r>
            <a:r>
              <a:rPr lang="es-ES" dirty="0"/>
              <a:t> lo máximo posible, y en las horas donde no se consigue, entender el </a:t>
            </a:r>
            <a:r>
              <a:rPr lang="es-ES" b="1" dirty="0"/>
              <a:t>porqué</a:t>
            </a:r>
            <a:r>
              <a:rPr lang="es-ES" dirty="0"/>
              <a:t> para poder interpretar posteriormente los resultados.</a:t>
            </a:r>
          </a:p>
          <a:p>
            <a:pPr marL="0" indent="0" algn="just">
              <a:buNone/>
            </a:pPr>
            <a:endParaRPr lang="es-ES" dirty="0"/>
          </a:p>
          <a:p>
            <a:pPr marL="0" indent="0" algn="just">
              <a:buNone/>
            </a:pPr>
            <a:endParaRPr lang="es-ES" b="1" dirty="0">
              <a:solidFill>
                <a:schemeClr val="accent1"/>
              </a:solidFill>
            </a:endParaRPr>
          </a:p>
          <a:p>
            <a:pPr marL="0" indent="0" algn="ctr">
              <a:buNone/>
            </a:pPr>
            <a:r>
              <a:rPr lang="es-ES" b="1" i="1" dirty="0">
                <a:solidFill>
                  <a:schemeClr val="accent1"/>
                </a:solidFill>
              </a:rPr>
              <a:t>¿ En qué horas y para qué tecnologías, nuestro modelo piloto es como el modelo referencia ?</a:t>
            </a:r>
          </a:p>
          <a:p>
            <a:pPr marL="0" indent="0" algn="just">
              <a:buNone/>
            </a:pPr>
            <a:endParaRPr lang="es-ES" dirty="0"/>
          </a:p>
          <a:p>
            <a:pPr marL="0" indent="0" algn="just">
              <a:buNone/>
            </a:pPr>
            <a:endParaRPr lang="es-ES" dirty="0"/>
          </a:p>
          <a:p>
            <a:pPr marL="0" indent="0" algn="just">
              <a:buNone/>
            </a:pPr>
            <a:endParaRPr lang="es-ES" dirty="0"/>
          </a:p>
        </p:txBody>
      </p:sp>
    </p:spTree>
    <p:extLst>
      <p:ext uri="{BB962C8B-B14F-4D97-AF65-F5344CB8AC3E}">
        <p14:creationId xmlns:p14="http://schemas.microsoft.com/office/powerpoint/2010/main" val="14000885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26BD4-08C3-FF76-F9AA-B24D43576D09}"/>
            </a:ext>
          </a:extLst>
        </p:cNvPr>
        <p:cNvGrpSpPr/>
        <p:nvPr/>
      </p:nvGrpSpPr>
      <p:grpSpPr>
        <a:xfrm>
          <a:off x="0" y="0"/>
          <a:ext cx="0" cy="0"/>
          <a:chOff x="0" y="0"/>
          <a:chExt cx="0" cy="0"/>
        </a:xfrm>
      </p:grpSpPr>
      <p:pic>
        <p:nvPicPr>
          <p:cNvPr id="31" name="Imagen 30">
            <a:extLst>
              <a:ext uri="{FF2B5EF4-FFF2-40B4-BE49-F238E27FC236}">
                <a16:creationId xmlns:a16="http://schemas.microsoft.com/office/drawing/2014/main" id="{43C0833B-58FF-B6DE-AAE3-9CB20E0AAF68}"/>
              </a:ext>
            </a:extLst>
          </p:cNvPr>
          <p:cNvPicPr>
            <a:picLocks noChangeAspect="1"/>
          </p:cNvPicPr>
          <p:nvPr/>
        </p:nvPicPr>
        <p:blipFill>
          <a:blip r:embed="rId3"/>
          <a:stretch>
            <a:fillRect/>
          </a:stretch>
        </p:blipFill>
        <p:spPr>
          <a:xfrm>
            <a:off x="823332" y="634100"/>
            <a:ext cx="2818946" cy="2049731"/>
          </a:xfrm>
          <a:prstGeom prst="rect">
            <a:avLst/>
          </a:prstGeom>
          <a:ln w="3175">
            <a:solidFill>
              <a:schemeClr val="bg2">
                <a:lumMod val="75000"/>
              </a:schemeClr>
            </a:solidFill>
          </a:ln>
        </p:spPr>
      </p:pic>
      <p:pic>
        <p:nvPicPr>
          <p:cNvPr id="33" name="Imagen 32">
            <a:extLst>
              <a:ext uri="{FF2B5EF4-FFF2-40B4-BE49-F238E27FC236}">
                <a16:creationId xmlns:a16="http://schemas.microsoft.com/office/drawing/2014/main" id="{31F30982-E17F-CC48-3F67-85075CF3AE15}"/>
              </a:ext>
            </a:extLst>
          </p:cNvPr>
          <p:cNvPicPr>
            <a:picLocks noChangeAspect="1"/>
          </p:cNvPicPr>
          <p:nvPr/>
        </p:nvPicPr>
        <p:blipFill>
          <a:blip r:embed="rId4"/>
          <a:stretch>
            <a:fillRect/>
          </a:stretch>
        </p:blipFill>
        <p:spPr>
          <a:xfrm>
            <a:off x="823332" y="2788286"/>
            <a:ext cx="2818945" cy="2049731"/>
          </a:xfrm>
          <a:prstGeom prst="rect">
            <a:avLst/>
          </a:prstGeom>
          <a:ln w="3175">
            <a:solidFill>
              <a:schemeClr val="bg2">
                <a:lumMod val="75000"/>
              </a:schemeClr>
            </a:solidFill>
          </a:ln>
        </p:spPr>
      </p:pic>
      <p:pic>
        <p:nvPicPr>
          <p:cNvPr id="39" name="Imagen 38">
            <a:extLst>
              <a:ext uri="{FF2B5EF4-FFF2-40B4-BE49-F238E27FC236}">
                <a16:creationId xmlns:a16="http://schemas.microsoft.com/office/drawing/2014/main" id="{23191BD0-6802-D51A-B463-113A5912F15D}"/>
              </a:ext>
            </a:extLst>
          </p:cNvPr>
          <p:cNvPicPr>
            <a:picLocks noChangeAspect="1"/>
          </p:cNvPicPr>
          <p:nvPr/>
        </p:nvPicPr>
        <p:blipFill>
          <a:blip r:embed="rId5"/>
          <a:stretch>
            <a:fillRect/>
          </a:stretch>
        </p:blipFill>
        <p:spPr>
          <a:xfrm>
            <a:off x="3854547" y="2788286"/>
            <a:ext cx="2818945" cy="2049729"/>
          </a:xfrm>
          <a:prstGeom prst="rect">
            <a:avLst/>
          </a:prstGeom>
          <a:ln w="3175">
            <a:solidFill>
              <a:schemeClr val="bg2">
                <a:lumMod val="75000"/>
              </a:schemeClr>
            </a:solidFill>
          </a:ln>
        </p:spPr>
      </p:pic>
      <p:pic>
        <p:nvPicPr>
          <p:cNvPr id="41" name="Imagen 40">
            <a:extLst>
              <a:ext uri="{FF2B5EF4-FFF2-40B4-BE49-F238E27FC236}">
                <a16:creationId xmlns:a16="http://schemas.microsoft.com/office/drawing/2014/main" id="{BBD0BB1D-35CB-9925-66FD-075D2AC8F541}"/>
              </a:ext>
            </a:extLst>
          </p:cNvPr>
          <p:cNvPicPr>
            <a:picLocks noChangeAspect="1"/>
          </p:cNvPicPr>
          <p:nvPr/>
        </p:nvPicPr>
        <p:blipFill>
          <a:blip r:embed="rId6"/>
          <a:stretch>
            <a:fillRect/>
          </a:stretch>
        </p:blipFill>
        <p:spPr>
          <a:xfrm>
            <a:off x="3854547" y="613670"/>
            <a:ext cx="2818945" cy="2049729"/>
          </a:xfrm>
          <a:prstGeom prst="rect">
            <a:avLst/>
          </a:prstGeom>
          <a:ln w="3175">
            <a:solidFill>
              <a:schemeClr val="bg2">
                <a:lumMod val="75000"/>
              </a:schemeClr>
            </a:solidFill>
          </a:ln>
        </p:spPr>
      </p:pic>
      <p:sp>
        <p:nvSpPr>
          <p:cNvPr id="7" name="CuadroTexto 6">
            <a:extLst>
              <a:ext uri="{FF2B5EF4-FFF2-40B4-BE49-F238E27FC236}">
                <a16:creationId xmlns:a16="http://schemas.microsoft.com/office/drawing/2014/main" id="{A54CBF2E-4B15-580C-7195-382BF1735186}"/>
              </a:ext>
            </a:extLst>
          </p:cNvPr>
          <p:cNvSpPr txBox="1"/>
          <p:nvPr/>
        </p:nvSpPr>
        <p:spPr>
          <a:xfrm>
            <a:off x="243840" y="240170"/>
            <a:ext cx="4572000" cy="246221"/>
          </a:xfrm>
          <a:prstGeom prst="rect">
            <a:avLst/>
          </a:prstGeom>
          <a:noFill/>
        </p:spPr>
        <p:txBody>
          <a:bodyPr wrap="square">
            <a:spAutoFit/>
          </a:bodyPr>
          <a:lstStyle/>
          <a:p>
            <a:r>
              <a:rPr lang="es-ES" sz="1000" b="1" dirty="0">
                <a:solidFill>
                  <a:srgbClr val="5CBDCA"/>
                </a:solidFill>
              </a:rPr>
              <a:t>2. Generación Solar y Eólica</a:t>
            </a:r>
          </a:p>
        </p:txBody>
      </p:sp>
      <p:pic>
        <p:nvPicPr>
          <p:cNvPr id="2" name="Gráfico 1" descr="Casilla marcada con relleno sólido">
            <a:extLst>
              <a:ext uri="{FF2B5EF4-FFF2-40B4-BE49-F238E27FC236}">
                <a16:creationId xmlns:a16="http://schemas.microsoft.com/office/drawing/2014/main" id="{0A631272-6657-CB45-9722-83F414323D8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384284" y="611278"/>
            <a:ext cx="257993" cy="257993"/>
          </a:xfrm>
          <a:prstGeom prst="rect">
            <a:avLst/>
          </a:prstGeom>
        </p:spPr>
      </p:pic>
      <p:pic>
        <p:nvPicPr>
          <p:cNvPr id="3" name="Gráfico 2" descr="Casilla marcada con relleno sólido">
            <a:extLst>
              <a:ext uri="{FF2B5EF4-FFF2-40B4-BE49-F238E27FC236}">
                <a16:creationId xmlns:a16="http://schemas.microsoft.com/office/drawing/2014/main" id="{F5ADB50D-284E-E385-8E5D-CF572FA9455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15499" y="611278"/>
            <a:ext cx="257993" cy="257993"/>
          </a:xfrm>
          <a:prstGeom prst="rect">
            <a:avLst/>
          </a:prstGeom>
        </p:spPr>
      </p:pic>
      <p:pic>
        <p:nvPicPr>
          <p:cNvPr id="4" name="Gráfico 3" descr="Casilla marcada con relleno sólido">
            <a:extLst>
              <a:ext uri="{FF2B5EF4-FFF2-40B4-BE49-F238E27FC236}">
                <a16:creationId xmlns:a16="http://schemas.microsoft.com/office/drawing/2014/main" id="{11F46A13-58A4-BCB7-27F5-97EE5DBA781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15498" y="2788286"/>
            <a:ext cx="257993" cy="257993"/>
          </a:xfrm>
          <a:prstGeom prst="rect">
            <a:avLst/>
          </a:prstGeom>
        </p:spPr>
      </p:pic>
      <p:pic>
        <p:nvPicPr>
          <p:cNvPr id="5" name="Gráfico 4" descr="Casilla marcada con relleno sólido">
            <a:extLst>
              <a:ext uri="{FF2B5EF4-FFF2-40B4-BE49-F238E27FC236}">
                <a16:creationId xmlns:a16="http://schemas.microsoft.com/office/drawing/2014/main" id="{BA4C72A6-82C9-CAB9-6008-1CC5E5940B1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361423" y="2788286"/>
            <a:ext cx="257993" cy="257993"/>
          </a:xfrm>
          <a:prstGeom prst="rect">
            <a:avLst/>
          </a:prstGeom>
        </p:spPr>
      </p:pic>
      <p:sp>
        <p:nvSpPr>
          <p:cNvPr id="6" name="Marcador de texto 8">
            <a:extLst>
              <a:ext uri="{FF2B5EF4-FFF2-40B4-BE49-F238E27FC236}">
                <a16:creationId xmlns:a16="http://schemas.microsoft.com/office/drawing/2014/main" id="{36ED9D32-F026-C317-5665-5C0F9F67F984}"/>
              </a:ext>
            </a:extLst>
          </p:cNvPr>
          <p:cNvSpPr txBox="1">
            <a:spLocks/>
          </p:cNvSpPr>
          <p:nvPr/>
        </p:nvSpPr>
        <p:spPr>
          <a:xfrm>
            <a:off x="6766185" y="564447"/>
            <a:ext cx="1772903" cy="401460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50000"/>
              </a:lnSpc>
              <a:buNone/>
            </a:pPr>
            <a:r>
              <a:rPr lang="es-ES" dirty="0"/>
              <a:t>Correcta Calibración del Modelo para los generadores solares y eólicos en España y Portugal.</a:t>
            </a:r>
          </a:p>
          <a:p>
            <a:pPr marL="0" indent="0" algn="just">
              <a:buNone/>
            </a:pPr>
            <a:endParaRPr lang="es-ES" dirty="0"/>
          </a:p>
          <a:p>
            <a:pPr marL="0" indent="0" algn="just">
              <a:buNone/>
            </a:pPr>
            <a:endParaRPr lang="es-ES" dirty="0"/>
          </a:p>
        </p:txBody>
      </p:sp>
    </p:spTree>
    <p:extLst>
      <p:ext uri="{BB962C8B-B14F-4D97-AF65-F5344CB8AC3E}">
        <p14:creationId xmlns:p14="http://schemas.microsoft.com/office/powerpoint/2010/main" val="34999231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40B68-43BC-0D97-EEB8-883DF655181F}"/>
            </a:ext>
          </a:extLst>
        </p:cNvPr>
        <p:cNvGrpSpPr/>
        <p:nvPr/>
      </p:nvGrpSpPr>
      <p:grpSpPr>
        <a:xfrm>
          <a:off x="0" y="0"/>
          <a:ext cx="0" cy="0"/>
          <a:chOff x="0" y="0"/>
          <a:chExt cx="0" cy="0"/>
        </a:xfrm>
      </p:grpSpPr>
      <p:sp>
        <p:nvSpPr>
          <p:cNvPr id="7" name="CuadroTexto 6">
            <a:extLst>
              <a:ext uri="{FF2B5EF4-FFF2-40B4-BE49-F238E27FC236}">
                <a16:creationId xmlns:a16="http://schemas.microsoft.com/office/drawing/2014/main" id="{442B9EA4-4505-8309-0D77-D152C01447A7}"/>
              </a:ext>
            </a:extLst>
          </p:cNvPr>
          <p:cNvSpPr txBox="1"/>
          <p:nvPr/>
        </p:nvSpPr>
        <p:spPr>
          <a:xfrm>
            <a:off x="243840" y="240170"/>
            <a:ext cx="4572000" cy="246221"/>
          </a:xfrm>
          <a:prstGeom prst="rect">
            <a:avLst/>
          </a:prstGeom>
          <a:noFill/>
        </p:spPr>
        <p:txBody>
          <a:bodyPr wrap="square">
            <a:spAutoFit/>
          </a:bodyPr>
          <a:lstStyle/>
          <a:p>
            <a:r>
              <a:rPr lang="es-ES" sz="1000" b="1" dirty="0">
                <a:solidFill>
                  <a:srgbClr val="5CBDCA"/>
                </a:solidFill>
              </a:rPr>
              <a:t>2. Generación de electricidad vinculada a un combustible</a:t>
            </a:r>
          </a:p>
        </p:txBody>
      </p:sp>
      <p:pic>
        <p:nvPicPr>
          <p:cNvPr id="27" name="Imagen 26">
            <a:extLst>
              <a:ext uri="{FF2B5EF4-FFF2-40B4-BE49-F238E27FC236}">
                <a16:creationId xmlns:a16="http://schemas.microsoft.com/office/drawing/2014/main" id="{29CD6778-30BB-4F56-BED8-B900A6BA48A5}"/>
              </a:ext>
            </a:extLst>
          </p:cNvPr>
          <p:cNvPicPr>
            <a:picLocks noChangeAspect="1"/>
          </p:cNvPicPr>
          <p:nvPr/>
        </p:nvPicPr>
        <p:blipFill>
          <a:blip r:embed="rId3"/>
          <a:stretch>
            <a:fillRect/>
          </a:stretch>
        </p:blipFill>
        <p:spPr>
          <a:xfrm>
            <a:off x="539467" y="673705"/>
            <a:ext cx="2818946" cy="2049731"/>
          </a:xfrm>
          <a:prstGeom prst="rect">
            <a:avLst/>
          </a:prstGeom>
          <a:ln>
            <a:solidFill>
              <a:schemeClr val="bg2">
                <a:lumMod val="90000"/>
              </a:schemeClr>
            </a:solidFill>
          </a:ln>
        </p:spPr>
      </p:pic>
      <p:pic>
        <p:nvPicPr>
          <p:cNvPr id="30" name="Imagen 29">
            <a:extLst>
              <a:ext uri="{FF2B5EF4-FFF2-40B4-BE49-F238E27FC236}">
                <a16:creationId xmlns:a16="http://schemas.microsoft.com/office/drawing/2014/main" id="{159BB01A-2CD4-02B0-5B09-B97E96DCA2FB}"/>
              </a:ext>
            </a:extLst>
          </p:cNvPr>
          <p:cNvPicPr>
            <a:picLocks noChangeAspect="1"/>
          </p:cNvPicPr>
          <p:nvPr/>
        </p:nvPicPr>
        <p:blipFill>
          <a:blip r:embed="rId4"/>
          <a:stretch>
            <a:fillRect/>
          </a:stretch>
        </p:blipFill>
        <p:spPr>
          <a:xfrm>
            <a:off x="3507229" y="673705"/>
            <a:ext cx="2818946" cy="2049731"/>
          </a:xfrm>
          <a:prstGeom prst="rect">
            <a:avLst/>
          </a:prstGeom>
          <a:ln>
            <a:solidFill>
              <a:schemeClr val="bg2">
                <a:lumMod val="90000"/>
              </a:schemeClr>
            </a:solidFill>
          </a:ln>
        </p:spPr>
      </p:pic>
      <p:pic>
        <p:nvPicPr>
          <p:cNvPr id="36" name="Imagen 35">
            <a:extLst>
              <a:ext uri="{FF2B5EF4-FFF2-40B4-BE49-F238E27FC236}">
                <a16:creationId xmlns:a16="http://schemas.microsoft.com/office/drawing/2014/main" id="{C322CEF7-011C-291B-4C94-35FB6E37752D}"/>
              </a:ext>
            </a:extLst>
          </p:cNvPr>
          <p:cNvPicPr>
            <a:picLocks noChangeAspect="1"/>
          </p:cNvPicPr>
          <p:nvPr/>
        </p:nvPicPr>
        <p:blipFill>
          <a:blip r:embed="rId5"/>
          <a:stretch>
            <a:fillRect/>
          </a:stretch>
        </p:blipFill>
        <p:spPr>
          <a:xfrm>
            <a:off x="539467" y="2853599"/>
            <a:ext cx="2818946" cy="2049731"/>
          </a:xfrm>
          <a:prstGeom prst="rect">
            <a:avLst/>
          </a:prstGeom>
        </p:spPr>
      </p:pic>
      <p:pic>
        <p:nvPicPr>
          <p:cNvPr id="43" name="Imagen 42">
            <a:extLst>
              <a:ext uri="{FF2B5EF4-FFF2-40B4-BE49-F238E27FC236}">
                <a16:creationId xmlns:a16="http://schemas.microsoft.com/office/drawing/2014/main" id="{DFF0DC7D-B481-7178-CF6B-F7D55D30FF34}"/>
              </a:ext>
            </a:extLst>
          </p:cNvPr>
          <p:cNvPicPr>
            <a:picLocks noChangeAspect="1"/>
          </p:cNvPicPr>
          <p:nvPr/>
        </p:nvPicPr>
        <p:blipFill>
          <a:blip r:embed="rId6"/>
          <a:stretch>
            <a:fillRect/>
          </a:stretch>
        </p:blipFill>
        <p:spPr>
          <a:xfrm>
            <a:off x="3507229" y="2853599"/>
            <a:ext cx="2818946" cy="2049731"/>
          </a:xfrm>
          <a:prstGeom prst="rect">
            <a:avLst/>
          </a:prstGeom>
        </p:spPr>
      </p:pic>
      <p:sp>
        <p:nvSpPr>
          <p:cNvPr id="2" name="Marcador de texto 8">
            <a:extLst>
              <a:ext uri="{FF2B5EF4-FFF2-40B4-BE49-F238E27FC236}">
                <a16:creationId xmlns:a16="http://schemas.microsoft.com/office/drawing/2014/main" id="{7E73AE07-29D3-BD6D-7E24-BBE18BB04770}"/>
              </a:ext>
            </a:extLst>
          </p:cNvPr>
          <p:cNvSpPr txBox="1">
            <a:spLocks/>
          </p:cNvSpPr>
          <p:nvPr/>
        </p:nvSpPr>
        <p:spPr>
          <a:xfrm>
            <a:off x="6474991" y="430084"/>
            <a:ext cx="2127402" cy="401460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50000"/>
              </a:lnSpc>
              <a:buNone/>
            </a:pPr>
            <a:r>
              <a:rPr lang="es-ES" dirty="0"/>
              <a:t>Errores en la calibración de los generadores de electricidad vinculados a combustibles.</a:t>
            </a:r>
          </a:p>
          <a:p>
            <a:pPr marL="0" indent="0">
              <a:lnSpc>
                <a:spcPct val="150000"/>
              </a:lnSpc>
              <a:buNone/>
            </a:pPr>
            <a:endParaRPr lang="es-ES" dirty="0"/>
          </a:p>
          <a:p>
            <a:pPr marL="0" indent="0">
              <a:lnSpc>
                <a:spcPct val="150000"/>
              </a:lnSpc>
              <a:buNone/>
            </a:pPr>
            <a:r>
              <a:rPr lang="es-ES" dirty="0"/>
              <a:t>Los </a:t>
            </a:r>
            <a:r>
              <a:rPr lang="es-ES" b="1" dirty="0"/>
              <a:t>costes marginales </a:t>
            </a:r>
            <a:r>
              <a:rPr lang="es-ES" dirty="0"/>
              <a:t>introducidos como dato en el modelo pueden ser la razón del calibrado impreciso al final de la semana para la</a:t>
            </a:r>
            <a:r>
              <a:rPr lang="es-ES" b="1" dirty="0"/>
              <a:t> Biomasa</a:t>
            </a:r>
            <a:r>
              <a:rPr lang="es-ES" dirty="0"/>
              <a:t>.</a:t>
            </a:r>
          </a:p>
          <a:p>
            <a:pPr marL="0" indent="0">
              <a:lnSpc>
                <a:spcPct val="150000"/>
              </a:lnSpc>
              <a:buNone/>
            </a:pPr>
            <a:endParaRPr lang="es-ES" dirty="0"/>
          </a:p>
          <a:p>
            <a:pPr marL="0" indent="0">
              <a:lnSpc>
                <a:spcPct val="150000"/>
              </a:lnSpc>
              <a:buNone/>
            </a:pPr>
            <a:r>
              <a:rPr lang="es-ES" dirty="0"/>
              <a:t>Los</a:t>
            </a:r>
            <a:r>
              <a:rPr lang="es-ES" b="1" dirty="0"/>
              <a:t> CCGT </a:t>
            </a:r>
            <a:r>
              <a:rPr lang="es-ES" dirty="0"/>
              <a:t>tienen comportamientos complicados de replicar. Esto es debido a los must-run, rampas y número de unidades que se necesitarían implementar.</a:t>
            </a:r>
            <a:endParaRPr lang="es-ES" b="1" dirty="0"/>
          </a:p>
          <a:p>
            <a:pPr marL="0" indent="0">
              <a:buNone/>
            </a:pPr>
            <a:endParaRPr lang="es-ES" dirty="0"/>
          </a:p>
          <a:p>
            <a:pPr marL="0" indent="0">
              <a:buNone/>
            </a:pPr>
            <a:endParaRPr lang="es-ES" dirty="0"/>
          </a:p>
        </p:txBody>
      </p:sp>
      <p:pic>
        <p:nvPicPr>
          <p:cNvPr id="6" name="Gráfico 5" descr="Advertencia con relleno sólido">
            <a:extLst>
              <a:ext uri="{FF2B5EF4-FFF2-40B4-BE49-F238E27FC236}">
                <a16:creationId xmlns:a16="http://schemas.microsoft.com/office/drawing/2014/main" id="{09F15A46-0EEB-ABCA-A211-5B3534D3E5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37667" y="687773"/>
            <a:ext cx="244679" cy="244679"/>
          </a:xfrm>
          <a:prstGeom prst="rect">
            <a:avLst/>
          </a:prstGeom>
        </p:spPr>
      </p:pic>
      <p:pic>
        <p:nvPicPr>
          <p:cNvPr id="8" name="Gráfico 7" descr="Advertencia con relleno sólido">
            <a:extLst>
              <a:ext uri="{FF2B5EF4-FFF2-40B4-BE49-F238E27FC236}">
                <a16:creationId xmlns:a16="http://schemas.microsoft.com/office/drawing/2014/main" id="{CE3236A5-9B02-2F12-96DB-AB9DC585BBF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33565" y="687773"/>
            <a:ext cx="244679" cy="244679"/>
          </a:xfrm>
          <a:prstGeom prst="rect">
            <a:avLst/>
          </a:prstGeom>
        </p:spPr>
      </p:pic>
      <p:pic>
        <p:nvPicPr>
          <p:cNvPr id="9" name="Gráfico 8" descr="Advertencia con relleno sólido">
            <a:extLst>
              <a:ext uri="{FF2B5EF4-FFF2-40B4-BE49-F238E27FC236}">
                <a16:creationId xmlns:a16="http://schemas.microsoft.com/office/drawing/2014/main" id="{EDDFDFA4-A6EA-50D2-76FF-48346B675BA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65803" y="2872531"/>
            <a:ext cx="244679" cy="244679"/>
          </a:xfrm>
          <a:prstGeom prst="rect">
            <a:avLst/>
          </a:prstGeom>
        </p:spPr>
      </p:pic>
      <p:pic>
        <p:nvPicPr>
          <p:cNvPr id="10" name="Gráfico 9" descr="Advertencia con relleno sólido">
            <a:extLst>
              <a:ext uri="{FF2B5EF4-FFF2-40B4-BE49-F238E27FC236}">
                <a16:creationId xmlns:a16="http://schemas.microsoft.com/office/drawing/2014/main" id="{00E7F69E-0348-4E15-4FD7-002C3FAEFAE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33564" y="2872531"/>
            <a:ext cx="244679" cy="244679"/>
          </a:xfrm>
          <a:prstGeom prst="rect">
            <a:avLst/>
          </a:prstGeom>
        </p:spPr>
      </p:pic>
    </p:spTree>
    <p:extLst>
      <p:ext uri="{BB962C8B-B14F-4D97-AF65-F5344CB8AC3E}">
        <p14:creationId xmlns:p14="http://schemas.microsoft.com/office/powerpoint/2010/main" val="9433910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0EB67-66A9-5D1A-949F-B483DA1AB10E}"/>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3FB77C8A-5E80-6E7E-5760-DBE8A0FC198F}"/>
              </a:ext>
            </a:extLst>
          </p:cNvPr>
          <p:cNvSpPr txBox="1"/>
          <p:nvPr/>
        </p:nvSpPr>
        <p:spPr>
          <a:xfrm>
            <a:off x="243840" y="240170"/>
            <a:ext cx="4572000" cy="246221"/>
          </a:xfrm>
          <a:prstGeom prst="rect">
            <a:avLst/>
          </a:prstGeom>
          <a:noFill/>
        </p:spPr>
        <p:txBody>
          <a:bodyPr wrap="square">
            <a:spAutoFit/>
          </a:bodyPr>
          <a:lstStyle/>
          <a:p>
            <a:r>
              <a:rPr lang="es-ES" sz="1000" b="1" dirty="0">
                <a:solidFill>
                  <a:srgbClr val="5CBDCA"/>
                </a:solidFill>
              </a:rPr>
              <a:t>3. Generación y Consumo de Energía: Turbinas/Pumps </a:t>
            </a:r>
          </a:p>
        </p:txBody>
      </p:sp>
      <p:pic>
        <p:nvPicPr>
          <p:cNvPr id="15" name="Imagen 14">
            <a:extLst>
              <a:ext uri="{FF2B5EF4-FFF2-40B4-BE49-F238E27FC236}">
                <a16:creationId xmlns:a16="http://schemas.microsoft.com/office/drawing/2014/main" id="{7621018B-3BD4-3140-EA6C-EB64B8014D32}"/>
              </a:ext>
            </a:extLst>
          </p:cNvPr>
          <p:cNvPicPr>
            <a:picLocks noChangeAspect="1"/>
          </p:cNvPicPr>
          <p:nvPr/>
        </p:nvPicPr>
        <p:blipFill>
          <a:blip r:embed="rId3"/>
          <a:stretch>
            <a:fillRect/>
          </a:stretch>
        </p:blipFill>
        <p:spPr>
          <a:xfrm>
            <a:off x="437475" y="746423"/>
            <a:ext cx="3045282" cy="1911901"/>
          </a:xfrm>
          <a:prstGeom prst="rect">
            <a:avLst/>
          </a:prstGeom>
          <a:ln>
            <a:solidFill>
              <a:schemeClr val="bg2"/>
            </a:solidFill>
          </a:ln>
        </p:spPr>
      </p:pic>
      <p:pic>
        <p:nvPicPr>
          <p:cNvPr id="18" name="Imagen 17">
            <a:extLst>
              <a:ext uri="{FF2B5EF4-FFF2-40B4-BE49-F238E27FC236}">
                <a16:creationId xmlns:a16="http://schemas.microsoft.com/office/drawing/2014/main" id="{3C4F15C4-FB0C-4252-D6E4-73281DD8E49A}"/>
              </a:ext>
            </a:extLst>
          </p:cNvPr>
          <p:cNvPicPr>
            <a:picLocks noChangeAspect="1"/>
          </p:cNvPicPr>
          <p:nvPr/>
        </p:nvPicPr>
        <p:blipFill>
          <a:blip r:embed="rId4"/>
          <a:stretch>
            <a:fillRect/>
          </a:stretch>
        </p:blipFill>
        <p:spPr>
          <a:xfrm>
            <a:off x="3678701" y="742728"/>
            <a:ext cx="3155535" cy="1915596"/>
          </a:xfrm>
          <a:prstGeom prst="rect">
            <a:avLst/>
          </a:prstGeom>
          <a:ln>
            <a:solidFill>
              <a:schemeClr val="bg2"/>
            </a:solidFill>
          </a:ln>
        </p:spPr>
      </p:pic>
      <p:pic>
        <p:nvPicPr>
          <p:cNvPr id="21" name="Imagen 20">
            <a:extLst>
              <a:ext uri="{FF2B5EF4-FFF2-40B4-BE49-F238E27FC236}">
                <a16:creationId xmlns:a16="http://schemas.microsoft.com/office/drawing/2014/main" id="{4323C796-146C-FA86-9E43-0DAEF0CBD30D}"/>
              </a:ext>
            </a:extLst>
          </p:cNvPr>
          <p:cNvPicPr>
            <a:picLocks noChangeAspect="1"/>
          </p:cNvPicPr>
          <p:nvPr/>
        </p:nvPicPr>
        <p:blipFill>
          <a:blip r:embed="rId5"/>
          <a:stretch>
            <a:fillRect/>
          </a:stretch>
        </p:blipFill>
        <p:spPr>
          <a:xfrm>
            <a:off x="437475" y="2886525"/>
            <a:ext cx="3045282" cy="1911901"/>
          </a:xfrm>
          <a:prstGeom prst="rect">
            <a:avLst/>
          </a:prstGeom>
          <a:ln>
            <a:solidFill>
              <a:schemeClr val="bg2"/>
            </a:solidFill>
          </a:ln>
        </p:spPr>
      </p:pic>
      <p:pic>
        <p:nvPicPr>
          <p:cNvPr id="26" name="Imagen 25">
            <a:extLst>
              <a:ext uri="{FF2B5EF4-FFF2-40B4-BE49-F238E27FC236}">
                <a16:creationId xmlns:a16="http://schemas.microsoft.com/office/drawing/2014/main" id="{B3A48324-BB78-3CF6-088D-E3C909F0E8B7}"/>
              </a:ext>
            </a:extLst>
          </p:cNvPr>
          <p:cNvPicPr>
            <a:picLocks noChangeAspect="1"/>
          </p:cNvPicPr>
          <p:nvPr/>
        </p:nvPicPr>
        <p:blipFill>
          <a:blip r:embed="rId6"/>
          <a:stretch>
            <a:fillRect/>
          </a:stretch>
        </p:blipFill>
        <p:spPr>
          <a:xfrm>
            <a:off x="3678700" y="2886524"/>
            <a:ext cx="3155535" cy="1911901"/>
          </a:xfrm>
          <a:prstGeom prst="rect">
            <a:avLst/>
          </a:prstGeom>
          <a:ln>
            <a:solidFill>
              <a:schemeClr val="bg2"/>
            </a:solidFill>
          </a:ln>
        </p:spPr>
      </p:pic>
      <p:pic>
        <p:nvPicPr>
          <p:cNvPr id="2" name="Gráfico 1" descr="Casilla marcada con relleno sólido">
            <a:extLst>
              <a:ext uri="{FF2B5EF4-FFF2-40B4-BE49-F238E27FC236}">
                <a16:creationId xmlns:a16="http://schemas.microsoft.com/office/drawing/2014/main" id="{007B5692-4FA8-04FA-585A-C5C1CAE6E76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93740" y="742727"/>
            <a:ext cx="257993" cy="257993"/>
          </a:xfrm>
          <a:prstGeom prst="rect">
            <a:avLst/>
          </a:prstGeom>
        </p:spPr>
      </p:pic>
      <p:pic>
        <p:nvPicPr>
          <p:cNvPr id="3" name="Gráfico 2" descr="Casilla marcada con relleno sólido">
            <a:extLst>
              <a:ext uri="{FF2B5EF4-FFF2-40B4-BE49-F238E27FC236}">
                <a16:creationId xmlns:a16="http://schemas.microsoft.com/office/drawing/2014/main" id="{0C7FD8A9-C69F-56A7-9D70-5F8EFCC7DD5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514345" y="742726"/>
            <a:ext cx="257993" cy="257993"/>
          </a:xfrm>
          <a:prstGeom prst="rect">
            <a:avLst/>
          </a:prstGeom>
        </p:spPr>
      </p:pic>
      <p:pic>
        <p:nvPicPr>
          <p:cNvPr id="5" name="Gráfico 4" descr="Advertencia con relleno sólido">
            <a:extLst>
              <a:ext uri="{FF2B5EF4-FFF2-40B4-BE49-F238E27FC236}">
                <a16:creationId xmlns:a16="http://schemas.microsoft.com/office/drawing/2014/main" id="{8467EE3C-8418-8776-6033-20C016017C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93740" y="2886524"/>
            <a:ext cx="244679" cy="244679"/>
          </a:xfrm>
          <a:prstGeom prst="rect">
            <a:avLst/>
          </a:prstGeom>
        </p:spPr>
      </p:pic>
      <p:pic>
        <p:nvPicPr>
          <p:cNvPr id="6" name="Gráfico 5" descr="Advertencia con relleno sólido">
            <a:extLst>
              <a:ext uri="{FF2B5EF4-FFF2-40B4-BE49-F238E27FC236}">
                <a16:creationId xmlns:a16="http://schemas.microsoft.com/office/drawing/2014/main" id="{FA02F097-8753-54A6-7CE2-4BA01E9F2D6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514345" y="2886524"/>
            <a:ext cx="244679" cy="244679"/>
          </a:xfrm>
          <a:prstGeom prst="rect">
            <a:avLst/>
          </a:prstGeom>
        </p:spPr>
      </p:pic>
      <p:sp>
        <p:nvSpPr>
          <p:cNvPr id="8" name="CuadroTexto 7">
            <a:extLst>
              <a:ext uri="{FF2B5EF4-FFF2-40B4-BE49-F238E27FC236}">
                <a16:creationId xmlns:a16="http://schemas.microsoft.com/office/drawing/2014/main" id="{BF15384A-E300-A47A-3C20-8487047690E9}"/>
              </a:ext>
            </a:extLst>
          </p:cNvPr>
          <p:cNvSpPr txBox="1"/>
          <p:nvPr/>
        </p:nvSpPr>
        <p:spPr>
          <a:xfrm>
            <a:off x="6904574" y="2201379"/>
            <a:ext cx="1872290" cy="1463255"/>
          </a:xfrm>
          <a:prstGeom prst="rect">
            <a:avLst/>
          </a:prstGeom>
        </p:spPr>
        <p:txBody>
          <a:bodyPr/>
          <a:lstStyle>
            <a:defPPr>
              <a:defRPr lang="es-ES"/>
            </a:defPPr>
            <a:lvl1pPr indent="0" defTabSz="914400">
              <a:spcBef>
                <a:spcPct val="20000"/>
              </a:spcBef>
              <a:buFont typeface="Arial" panose="020B0604020202020204" pitchFamily="34" charset="0"/>
              <a:buNone/>
              <a:defRPr sz="1000">
                <a:solidFill>
                  <a:schemeClr val="accent3"/>
                </a:solidFill>
              </a:defRPr>
            </a:lvl1pPr>
            <a:lvl2pPr marL="742950" indent="-285750" defTabSz="914400">
              <a:spcBef>
                <a:spcPct val="20000"/>
              </a:spcBef>
              <a:buFont typeface="Arial" panose="020B0604020202020204" pitchFamily="34" charset="0"/>
              <a:buChar char="–"/>
              <a:defRPr sz="1000">
                <a:solidFill>
                  <a:schemeClr val="accent3"/>
                </a:solidFill>
              </a:defRPr>
            </a:lvl2pPr>
            <a:lvl3pPr marL="1143000" indent="-228600" defTabSz="914400">
              <a:spcBef>
                <a:spcPct val="20000"/>
              </a:spcBef>
              <a:buFont typeface="Arial" panose="020B0604020202020204" pitchFamily="34" charset="0"/>
              <a:buChar char="•"/>
              <a:defRPr sz="1000">
                <a:solidFill>
                  <a:schemeClr val="accent3"/>
                </a:solidFill>
              </a:defRPr>
            </a:lvl3pPr>
            <a:lvl4pPr marL="1600200" indent="-228600" defTabSz="914400">
              <a:spcBef>
                <a:spcPct val="20000"/>
              </a:spcBef>
              <a:buFont typeface="Arial" panose="020B0604020202020204" pitchFamily="34" charset="0"/>
              <a:buChar char="–"/>
              <a:defRPr sz="1000">
                <a:solidFill>
                  <a:schemeClr val="accent3"/>
                </a:solidFill>
              </a:defRPr>
            </a:lvl4pPr>
            <a:lvl5pPr marL="2057400" indent="-228600" defTabSz="914400">
              <a:spcBef>
                <a:spcPct val="20000"/>
              </a:spcBef>
              <a:buFont typeface="Arial" panose="020B0604020202020204" pitchFamily="34" charset="0"/>
              <a:buChar char="»"/>
              <a:defRPr sz="1000">
                <a:solidFill>
                  <a:schemeClr val="accent3"/>
                </a:solidFill>
              </a:defRPr>
            </a:lvl5pPr>
            <a:lvl6pPr marL="2514600" indent="-228600" defTabSz="914400">
              <a:spcBef>
                <a:spcPct val="20000"/>
              </a:spcBef>
              <a:buFont typeface="Arial" panose="020B0604020202020204" pitchFamily="34" charset="0"/>
              <a:buChar char="•"/>
              <a:defRPr sz="2000"/>
            </a:lvl6pPr>
            <a:lvl7pPr marL="2971800" indent="-228600" defTabSz="914400">
              <a:spcBef>
                <a:spcPct val="20000"/>
              </a:spcBef>
              <a:buFont typeface="Arial" panose="020B0604020202020204" pitchFamily="34" charset="0"/>
              <a:buChar char="•"/>
              <a:defRPr sz="2000"/>
            </a:lvl7pPr>
            <a:lvl8pPr marL="3429000" indent="-228600" defTabSz="914400">
              <a:spcBef>
                <a:spcPct val="20000"/>
              </a:spcBef>
              <a:buFont typeface="Arial" panose="020B0604020202020204" pitchFamily="34" charset="0"/>
              <a:buChar char="•"/>
              <a:defRPr sz="2000"/>
            </a:lvl8pPr>
            <a:lvl9pPr marL="3886200" indent="-228600" defTabSz="914400">
              <a:spcBef>
                <a:spcPct val="20000"/>
              </a:spcBef>
              <a:buFont typeface="Arial" panose="020B0604020202020204" pitchFamily="34" charset="0"/>
              <a:buChar char="•"/>
              <a:defRPr sz="2000"/>
            </a:lvl9pPr>
          </a:lstStyle>
          <a:p>
            <a:pPr>
              <a:lnSpc>
                <a:spcPct val="150000"/>
              </a:lnSpc>
            </a:pPr>
            <a:r>
              <a:rPr lang="es-ES" dirty="0"/>
              <a:t>Los </a:t>
            </a:r>
            <a:r>
              <a:rPr lang="es-ES" b="1" dirty="0"/>
              <a:t>costes marginales </a:t>
            </a:r>
            <a:r>
              <a:rPr lang="es-ES" dirty="0"/>
              <a:t>introducidos como dato en el modelo pueden ser la razón del calibrado impreciso para el Pump.</a:t>
            </a:r>
          </a:p>
        </p:txBody>
      </p:sp>
    </p:spTree>
    <p:extLst>
      <p:ext uri="{BB962C8B-B14F-4D97-AF65-F5344CB8AC3E}">
        <p14:creationId xmlns:p14="http://schemas.microsoft.com/office/powerpoint/2010/main" val="11482607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27DC1-778F-EC18-7F24-D5E2AE02A838}"/>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CBD0E741-9FF7-EB00-2411-B215655ABB88}"/>
              </a:ext>
            </a:extLst>
          </p:cNvPr>
          <p:cNvSpPr txBox="1"/>
          <p:nvPr/>
        </p:nvSpPr>
        <p:spPr>
          <a:xfrm>
            <a:off x="243840" y="240170"/>
            <a:ext cx="4572000" cy="246221"/>
          </a:xfrm>
          <a:prstGeom prst="rect">
            <a:avLst/>
          </a:prstGeom>
          <a:noFill/>
        </p:spPr>
        <p:txBody>
          <a:bodyPr wrap="square">
            <a:spAutoFit/>
          </a:bodyPr>
          <a:lstStyle/>
          <a:p>
            <a:r>
              <a:rPr lang="es-ES" sz="1000" b="1" dirty="0">
                <a:solidFill>
                  <a:srgbClr val="5CBDCA"/>
                </a:solidFill>
              </a:rPr>
              <a:t>4. Run-off-</a:t>
            </a:r>
            <a:r>
              <a:rPr lang="es-ES" sz="1000" b="1" dirty="0" err="1">
                <a:solidFill>
                  <a:srgbClr val="5CBDCA"/>
                </a:solidFill>
              </a:rPr>
              <a:t>River</a:t>
            </a:r>
            <a:r>
              <a:rPr lang="es-ES" sz="1000" b="1" dirty="0">
                <a:solidFill>
                  <a:srgbClr val="5CBDCA"/>
                </a:solidFill>
              </a:rPr>
              <a:t> y Embalses </a:t>
            </a:r>
          </a:p>
        </p:txBody>
      </p:sp>
      <p:pic>
        <p:nvPicPr>
          <p:cNvPr id="13" name="Imagen 12">
            <a:extLst>
              <a:ext uri="{FF2B5EF4-FFF2-40B4-BE49-F238E27FC236}">
                <a16:creationId xmlns:a16="http://schemas.microsoft.com/office/drawing/2014/main" id="{EE07CE48-9592-99FE-F0B1-D8A38F80914E}"/>
              </a:ext>
            </a:extLst>
          </p:cNvPr>
          <p:cNvPicPr>
            <a:picLocks noChangeAspect="1"/>
          </p:cNvPicPr>
          <p:nvPr/>
        </p:nvPicPr>
        <p:blipFill>
          <a:blip r:embed="rId3"/>
          <a:stretch>
            <a:fillRect/>
          </a:stretch>
        </p:blipFill>
        <p:spPr>
          <a:xfrm>
            <a:off x="373023" y="2798715"/>
            <a:ext cx="2905570" cy="2050383"/>
          </a:xfrm>
          <a:prstGeom prst="rect">
            <a:avLst/>
          </a:prstGeom>
        </p:spPr>
      </p:pic>
      <p:pic>
        <p:nvPicPr>
          <p:cNvPr id="18" name="Imagen 17">
            <a:extLst>
              <a:ext uri="{FF2B5EF4-FFF2-40B4-BE49-F238E27FC236}">
                <a16:creationId xmlns:a16="http://schemas.microsoft.com/office/drawing/2014/main" id="{8D2C4ACD-CA76-4871-43BE-11205C323A79}"/>
              </a:ext>
            </a:extLst>
          </p:cNvPr>
          <p:cNvPicPr>
            <a:picLocks noChangeAspect="1"/>
          </p:cNvPicPr>
          <p:nvPr/>
        </p:nvPicPr>
        <p:blipFill>
          <a:blip r:embed="rId4"/>
          <a:stretch>
            <a:fillRect/>
          </a:stretch>
        </p:blipFill>
        <p:spPr>
          <a:xfrm>
            <a:off x="3628647" y="2798715"/>
            <a:ext cx="2905568" cy="2050383"/>
          </a:xfrm>
          <a:prstGeom prst="rect">
            <a:avLst/>
          </a:prstGeom>
        </p:spPr>
      </p:pic>
      <p:pic>
        <p:nvPicPr>
          <p:cNvPr id="21" name="Imagen 20">
            <a:extLst>
              <a:ext uri="{FF2B5EF4-FFF2-40B4-BE49-F238E27FC236}">
                <a16:creationId xmlns:a16="http://schemas.microsoft.com/office/drawing/2014/main" id="{2CF118C8-2B70-7B3C-D88E-CB73CF149769}"/>
              </a:ext>
            </a:extLst>
          </p:cNvPr>
          <p:cNvPicPr>
            <a:picLocks noChangeAspect="1"/>
          </p:cNvPicPr>
          <p:nvPr/>
        </p:nvPicPr>
        <p:blipFill>
          <a:blip r:embed="rId5"/>
          <a:stretch>
            <a:fillRect/>
          </a:stretch>
        </p:blipFill>
        <p:spPr>
          <a:xfrm>
            <a:off x="383675" y="641980"/>
            <a:ext cx="2905570" cy="2050384"/>
          </a:xfrm>
          <a:prstGeom prst="rect">
            <a:avLst/>
          </a:prstGeom>
        </p:spPr>
      </p:pic>
      <p:pic>
        <p:nvPicPr>
          <p:cNvPr id="26" name="Imagen 25">
            <a:extLst>
              <a:ext uri="{FF2B5EF4-FFF2-40B4-BE49-F238E27FC236}">
                <a16:creationId xmlns:a16="http://schemas.microsoft.com/office/drawing/2014/main" id="{B6E7E4C9-85B0-9131-3F92-FFA07A716313}"/>
              </a:ext>
            </a:extLst>
          </p:cNvPr>
          <p:cNvPicPr>
            <a:picLocks noChangeAspect="1"/>
          </p:cNvPicPr>
          <p:nvPr/>
        </p:nvPicPr>
        <p:blipFill>
          <a:blip r:embed="rId6"/>
          <a:stretch>
            <a:fillRect/>
          </a:stretch>
        </p:blipFill>
        <p:spPr>
          <a:xfrm>
            <a:off x="3617993" y="641980"/>
            <a:ext cx="2894916" cy="2042866"/>
          </a:xfrm>
          <a:prstGeom prst="rect">
            <a:avLst/>
          </a:prstGeom>
        </p:spPr>
      </p:pic>
      <p:pic>
        <p:nvPicPr>
          <p:cNvPr id="2" name="Gráfico 1" descr="Casilla marcada con relleno sólido">
            <a:extLst>
              <a:ext uri="{FF2B5EF4-FFF2-40B4-BE49-F238E27FC236}">
                <a16:creationId xmlns:a16="http://schemas.microsoft.com/office/drawing/2014/main" id="{93862FAF-B36A-2E14-A34C-2D3328516F9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20600" y="641979"/>
            <a:ext cx="257993" cy="257993"/>
          </a:xfrm>
          <a:prstGeom prst="rect">
            <a:avLst/>
          </a:prstGeom>
        </p:spPr>
      </p:pic>
      <p:pic>
        <p:nvPicPr>
          <p:cNvPr id="3" name="Gráfico 2" descr="Casilla marcada con relleno sólido">
            <a:extLst>
              <a:ext uri="{FF2B5EF4-FFF2-40B4-BE49-F238E27FC236}">
                <a16:creationId xmlns:a16="http://schemas.microsoft.com/office/drawing/2014/main" id="{F5F34BEA-776A-AE9B-7808-E4EE992544A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54916" y="641978"/>
            <a:ext cx="257993" cy="257993"/>
          </a:xfrm>
          <a:prstGeom prst="rect">
            <a:avLst/>
          </a:prstGeom>
        </p:spPr>
      </p:pic>
      <p:pic>
        <p:nvPicPr>
          <p:cNvPr id="6" name="Gráfico 5" descr="Advertencia con relleno sólido">
            <a:extLst>
              <a:ext uri="{FF2B5EF4-FFF2-40B4-BE49-F238E27FC236}">
                <a16:creationId xmlns:a16="http://schemas.microsoft.com/office/drawing/2014/main" id="{8AE170EB-953E-E0AC-6E49-78399CF2B1C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225649" y="2833884"/>
            <a:ext cx="244679" cy="244679"/>
          </a:xfrm>
          <a:prstGeom prst="rect">
            <a:avLst/>
          </a:prstGeom>
        </p:spPr>
      </p:pic>
      <p:sp>
        <p:nvSpPr>
          <p:cNvPr id="9" name="CuadroTexto 8">
            <a:extLst>
              <a:ext uri="{FF2B5EF4-FFF2-40B4-BE49-F238E27FC236}">
                <a16:creationId xmlns:a16="http://schemas.microsoft.com/office/drawing/2014/main" id="{532F4E75-CAC0-6079-1F49-54F6B27E9DFA}"/>
              </a:ext>
            </a:extLst>
          </p:cNvPr>
          <p:cNvSpPr txBox="1"/>
          <p:nvPr/>
        </p:nvSpPr>
        <p:spPr>
          <a:xfrm>
            <a:off x="6651357" y="2207505"/>
            <a:ext cx="1872290" cy="1069095"/>
          </a:xfrm>
          <a:prstGeom prst="rect">
            <a:avLst/>
          </a:prstGeom>
        </p:spPr>
        <p:txBody>
          <a:bodyPr/>
          <a:lstStyle>
            <a:defPPr>
              <a:defRPr lang="es-ES"/>
            </a:defPPr>
            <a:lvl1pPr indent="0" defTabSz="914400">
              <a:spcBef>
                <a:spcPct val="20000"/>
              </a:spcBef>
              <a:buFont typeface="Arial" panose="020B0604020202020204" pitchFamily="34" charset="0"/>
              <a:buNone/>
              <a:defRPr sz="1000">
                <a:solidFill>
                  <a:schemeClr val="accent3"/>
                </a:solidFill>
              </a:defRPr>
            </a:lvl1pPr>
            <a:lvl2pPr marL="742950" indent="-285750" defTabSz="914400">
              <a:spcBef>
                <a:spcPct val="20000"/>
              </a:spcBef>
              <a:buFont typeface="Arial" panose="020B0604020202020204" pitchFamily="34" charset="0"/>
              <a:buChar char="–"/>
              <a:defRPr sz="1000">
                <a:solidFill>
                  <a:schemeClr val="accent3"/>
                </a:solidFill>
              </a:defRPr>
            </a:lvl2pPr>
            <a:lvl3pPr marL="1143000" indent="-228600" defTabSz="914400">
              <a:spcBef>
                <a:spcPct val="20000"/>
              </a:spcBef>
              <a:buFont typeface="Arial" panose="020B0604020202020204" pitchFamily="34" charset="0"/>
              <a:buChar char="•"/>
              <a:defRPr sz="1000">
                <a:solidFill>
                  <a:schemeClr val="accent3"/>
                </a:solidFill>
              </a:defRPr>
            </a:lvl3pPr>
            <a:lvl4pPr marL="1600200" indent="-228600" defTabSz="914400">
              <a:spcBef>
                <a:spcPct val="20000"/>
              </a:spcBef>
              <a:buFont typeface="Arial" panose="020B0604020202020204" pitchFamily="34" charset="0"/>
              <a:buChar char="–"/>
              <a:defRPr sz="1000">
                <a:solidFill>
                  <a:schemeClr val="accent3"/>
                </a:solidFill>
              </a:defRPr>
            </a:lvl4pPr>
            <a:lvl5pPr marL="2057400" indent="-228600" defTabSz="914400">
              <a:spcBef>
                <a:spcPct val="20000"/>
              </a:spcBef>
              <a:buFont typeface="Arial" panose="020B0604020202020204" pitchFamily="34" charset="0"/>
              <a:buChar char="»"/>
              <a:defRPr sz="1000">
                <a:solidFill>
                  <a:schemeClr val="accent3"/>
                </a:solidFill>
              </a:defRPr>
            </a:lvl5pPr>
            <a:lvl6pPr marL="2514600" indent="-228600" defTabSz="914400">
              <a:spcBef>
                <a:spcPct val="20000"/>
              </a:spcBef>
              <a:buFont typeface="Arial" panose="020B0604020202020204" pitchFamily="34" charset="0"/>
              <a:buChar char="•"/>
              <a:defRPr sz="2000"/>
            </a:lvl6pPr>
            <a:lvl7pPr marL="2971800" indent="-228600" defTabSz="914400">
              <a:spcBef>
                <a:spcPct val="20000"/>
              </a:spcBef>
              <a:buFont typeface="Arial" panose="020B0604020202020204" pitchFamily="34" charset="0"/>
              <a:buChar char="•"/>
              <a:defRPr sz="2000"/>
            </a:lvl7pPr>
            <a:lvl8pPr marL="3429000" indent="-228600" defTabSz="914400">
              <a:spcBef>
                <a:spcPct val="20000"/>
              </a:spcBef>
              <a:buFont typeface="Arial" panose="020B0604020202020204" pitchFamily="34" charset="0"/>
              <a:buChar char="•"/>
              <a:defRPr sz="2000"/>
            </a:lvl8pPr>
            <a:lvl9pPr marL="3886200" indent="-228600" defTabSz="914400">
              <a:spcBef>
                <a:spcPct val="20000"/>
              </a:spcBef>
              <a:buFont typeface="Arial" panose="020B0604020202020204" pitchFamily="34" charset="0"/>
              <a:buChar char="•"/>
              <a:defRPr sz="2000"/>
            </a:lvl9pPr>
          </a:lstStyle>
          <a:p>
            <a:pPr>
              <a:lnSpc>
                <a:spcPct val="150000"/>
              </a:lnSpc>
            </a:pPr>
            <a:r>
              <a:rPr lang="es-ES" dirty="0"/>
              <a:t>Los </a:t>
            </a:r>
            <a:r>
              <a:rPr lang="es-ES" b="1" dirty="0"/>
              <a:t>costes marginales </a:t>
            </a:r>
            <a:r>
              <a:rPr lang="es-ES" dirty="0"/>
              <a:t>posible causante del impreciso calibrado para los embalses en Portugal.</a:t>
            </a:r>
          </a:p>
        </p:txBody>
      </p:sp>
      <p:pic>
        <p:nvPicPr>
          <p:cNvPr id="10" name="Gráfico 9" descr="Casilla marcada con relleno sólido">
            <a:extLst>
              <a:ext uri="{FF2B5EF4-FFF2-40B4-BE49-F238E27FC236}">
                <a16:creationId xmlns:a16="http://schemas.microsoft.com/office/drawing/2014/main" id="{A4F40A59-28E7-5858-366D-A96F4C9399B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10971" y="2798715"/>
            <a:ext cx="257993" cy="257993"/>
          </a:xfrm>
          <a:prstGeom prst="rect">
            <a:avLst/>
          </a:prstGeom>
        </p:spPr>
      </p:pic>
    </p:spTree>
    <p:extLst>
      <p:ext uri="{BB962C8B-B14F-4D97-AF65-F5344CB8AC3E}">
        <p14:creationId xmlns:p14="http://schemas.microsoft.com/office/powerpoint/2010/main" val="12539422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AEE241-DC1D-DFA3-4B16-E66F4E996C36}"/>
            </a:ext>
          </a:extLst>
        </p:cNvPr>
        <p:cNvGrpSpPr/>
        <p:nvPr/>
      </p:nvGrpSpPr>
      <p:grpSpPr>
        <a:xfrm>
          <a:off x="0" y="0"/>
          <a:ext cx="0" cy="0"/>
          <a:chOff x="0" y="0"/>
          <a:chExt cx="0" cy="0"/>
        </a:xfrm>
      </p:grpSpPr>
      <p:sp>
        <p:nvSpPr>
          <p:cNvPr id="5" name="CuadroTexto 4">
            <a:extLst>
              <a:ext uri="{FF2B5EF4-FFF2-40B4-BE49-F238E27FC236}">
                <a16:creationId xmlns:a16="http://schemas.microsoft.com/office/drawing/2014/main" id="{A9314323-1162-8063-3B18-B931C878939B}"/>
              </a:ext>
            </a:extLst>
          </p:cNvPr>
          <p:cNvSpPr txBox="1"/>
          <p:nvPr/>
        </p:nvSpPr>
        <p:spPr>
          <a:xfrm>
            <a:off x="243840" y="240170"/>
            <a:ext cx="4572000" cy="246221"/>
          </a:xfrm>
          <a:prstGeom prst="rect">
            <a:avLst/>
          </a:prstGeom>
          <a:noFill/>
        </p:spPr>
        <p:txBody>
          <a:bodyPr wrap="square">
            <a:spAutoFit/>
          </a:bodyPr>
          <a:lstStyle/>
          <a:p>
            <a:r>
              <a:rPr lang="es-ES" sz="1000" b="1" dirty="0">
                <a:solidFill>
                  <a:srgbClr val="5CBDCA"/>
                </a:solidFill>
              </a:rPr>
              <a:t> </a:t>
            </a:r>
          </a:p>
        </p:txBody>
      </p:sp>
      <p:sp>
        <p:nvSpPr>
          <p:cNvPr id="2" name="CuadroTexto 1">
            <a:extLst>
              <a:ext uri="{FF2B5EF4-FFF2-40B4-BE49-F238E27FC236}">
                <a16:creationId xmlns:a16="http://schemas.microsoft.com/office/drawing/2014/main" id="{47ECF859-3131-375E-9B23-50141A2B4BA6}"/>
              </a:ext>
            </a:extLst>
          </p:cNvPr>
          <p:cNvSpPr txBox="1"/>
          <p:nvPr/>
        </p:nvSpPr>
        <p:spPr>
          <a:xfrm>
            <a:off x="243840" y="237710"/>
            <a:ext cx="4572000" cy="246221"/>
          </a:xfrm>
          <a:prstGeom prst="rect">
            <a:avLst/>
          </a:prstGeom>
          <a:noFill/>
        </p:spPr>
        <p:txBody>
          <a:bodyPr wrap="square">
            <a:spAutoFit/>
          </a:bodyPr>
          <a:lstStyle/>
          <a:p>
            <a:r>
              <a:rPr lang="es-ES" sz="1000" b="1" dirty="0">
                <a:solidFill>
                  <a:srgbClr val="5CBDCA"/>
                </a:solidFill>
              </a:rPr>
              <a:t>5. Generación de hidrógeno</a:t>
            </a:r>
          </a:p>
        </p:txBody>
      </p:sp>
      <p:pic>
        <p:nvPicPr>
          <p:cNvPr id="21" name="Imagen 20">
            <a:extLst>
              <a:ext uri="{FF2B5EF4-FFF2-40B4-BE49-F238E27FC236}">
                <a16:creationId xmlns:a16="http://schemas.microsoft.com/office/drawing/2014/main" id="{F69A1B91-5C50-4156-B3CC-D248C20A4C1B}"/>
              </a:ext>
            </a:extLst>
          </p:cNvPr>
          <p:cNvPicPr>
            <a:picLocks noChangeAspect="1"/>
          </p:cNvPicPr>
          <p:nvPr/>
        </p:nvPicPr>
        <p:blipFill>
          <a:blip r:embed="rId3"/>
          <a:stretch>
            <a:fillRect/>
          </a:stretch>
        </p:blipFill>
        <p:spPr>
          <a:xfrm>
            <a:off x="4639640" y="581903"/>
            <a:ext cx="3596054" cy="2087819"/>
          </a:xfrm>
          <a:prstGeom prst="rect">
            <a:avLst/>
          </a:prstGeom>
          <a:ln>
            <a:solidFill>
              <a:schemeClr val="bg2">
                <a:lumMod val="90000"/>
              </a:schemeClr>
            </a:solidFill>
          </a:ln>
        </p:spPr>
      </p:pic>
      <p:pic>
        <p:nvPicPr>
          <p:cNvPr id="26" name="Imagen 25">
            <a:extLst>
              <a:ext uri="{FF2B5EF4-FFF2-40B4-BE49-F238E27FC236}">
                <a16:creationId xmlns:a16="http://schemas.microsoft.com/office/drawing/2014/main" id="{6149706F-CA5A-53C1-A07E-E88D87627162}"/>
              </a:ext>
            </a:extLst>
          </p:cNvPr>
          <p:cNvPicPr>
            <a:picLocks noChangeAspect="1"/>
          </p:cNvPicPr>
          <p:nvPr/>
        </p:nvPicPr>
        <p:blipFill>
          <a:blip r:embed="rId4"/>
          <a:stretch>
            <a:fillRect/>
          </a:stretch>
        </p:blipFill>
        <p:spPr>
          <a:xfrm>
            <a:off x="828988" y="581903"/>
            <a:ext cx="3596054" cy="2087819"/>
          </a:xfrm>
          <a:prstGeom prst="rect">
            <a:avLst/>
          </a:prstGeom>
          <a:ln>
            <a:solidFill>
              <a:schemeClr val="bg2">
                <a:lumMod val="90000"/>
              </a:schemeClr>
            </a:solidFill>
          </a:ln>
        </p:spPr>
      </p:pic>
      <p:pic>
        <p:nvPicPr>
          <p:cNvPr id="29" name="Imagen 28">
            <a:extLst>
              <a:ext uri="{FF2B5EF4-FFF2-40B4-BE49-F238E27FC236}">
                <a16:creationId xmlns:a16="http://schemas.microsoft.com/office/drawing/2014/main" id="{46CC27E9-DE5A-AF1E-D6B0-0EE0678621E9}"/>
              </a:ext>
            </a:extLst>
          </p:cNvPr>
          <p:cNvPicPr>
            <a:picLocks noChangeAspect="1"/>
          </p:cNvPicPr>
          <p:nvPr/>
        </p:nvPicPr>
        <p:blipFill>
          <a:blip r:embed="rId5"/>
          <a:stretch>
            <a:fillRect/>
          </a:stretch>
        </p:blipFill>
        <p:spPr>
          <a:xfrm>
            <a:off x="1184423" y="2938734"/>
            <a:ext cx="2885183" cy="1940455"/>
          </a:xfrm>
          <a:prstGeom prst="rect">
            <a:avLst/>
          </a:prstGeom>
          <a:ln>
            <a:solidFill>
              <a:schemeClr val="bg2">
                <a:lumMod val="90000"/>
              </a:schemeClr>
            </a:solidFill>
          </a:ln>
        </p:spPr>
      </p:pic>
      <p:pic>
        <p:nvPicPr>
          <p:cNvPr id="32" name="Imagen 31">
            <a:extLst>
              <a:ext uri="{FF2B5EF4-FFF2-40B4-BE49-F238E27FC236}">
                <a16:creationId xmlns:a16="http://schemas.microsoft.com/office/drawing/2014/main" id="{BB8BA6FA-BB8D-62C3-26D2-4C5EF4CC93BE}"/>
              </a:ext>
            </a:extLst>
          </p:cNvPr>
          <p:cNvPicPr>
            <a:picLocks noChangeAspect="1"/>
          </p:cNvPicPr>
          <p:nvPr/>
        </p:nvPicPr>
        <p:blipFill>
          <a:blip r:embed="rId6"/>
          <a:stretch>
            <a:fillRect/>
          </a:stretch>
        </p:blipFill>
        <p:spPr>
          <a:xfrm>
            <a:off x="4639640" y="2938735"/>
            <a:ext cx="3030861" cy="1940455"/>
          </a:xfrm>
          <a:prstGeom prst="rect">
            <a:avLst/>
          </a:prstGeom>
          <a:ln>
            <a:solidFill>
              <a:schemeClr val="bg2">
                <a:lumMod val="90000"/>
              </a:schemeClr>
            </a:solidFill>
          </a:ln>
        </p:spPr>
      </p:pic>
      <p:cxnSp>
        <p:nvCxnSpPr>
          <p:cNvPr id="34" name="Conector recto 33">
            <a:extLst>
              <a:ext uri="{FF2B5EF4-FFF2-40B4-BE49-F238E27FC236}">
                <a16:creationId xmlns:a16="http://schemas.microsoft.com/office/drawing/2014/main" id="{86C142F4-A7DD-96A0-1F43-0D39D819E8B8}"/>
              </a:ext>
            </a:extLst>
          </p:cNvPr>
          <p:cNvCxnSpPr>
            <a:stCxn id="26" idx="2"/>
            <a:endCxn id="29" idx="0"/>
          </p:cNvCxnSpPr>
          <p:nvPr/>
        </p:nvCxnSpPr>
        <p:spPr>
          <a:xfrm>
            <a:off x="2627015" y="2669722"/>
            <a:ext cx="0" cy="269012"/>
          </a:xfrm>
          <a:prstGeom prst="line">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7" name="Conector: angular 36">
            <a:extLst>
              <a:ext uri="{FF2B5EF4-FFF2-40B4-BE49-F238E27FC236}">
                <a16:creationId xmlns:a16="http://schemas.microsoft.com/office/drawing/2014/main" id="{72F56966-4F2E-AE2D-98DA-A9FF574E45EF}"/>
              </a:ext>
            </a:extLst>
          </p:cNvPr>
          <p:cNvCxnSpPr>
            <a:cxnSpLocks/>
          </p:cNvCxnSpPr>
          <p:nvPr/>
        </p:nvCxnSpPr>
        <p:spPr>
          <a:xfrm>
            <a:off x="4245429" y="2669722"/>
            <a:ext cx="373289" cy="342899"/>
          </a:xfrm>
          <a:prstGeom prst="bentConnector3">
            <a:avLst/>
          </a:prstGeom>
          <a:ln>
            <a:tailEnd type="triangle"/>
          </a:ln>
        </p:spPr>
        <p:style>
          <a:lnRef idx="1">
            <a:schemeClr val="dk1"/>
          </a:lnRef>
          <a:fillRef idx="0">
            <a:schemeClr val="dk1"/>
          </a:fillRef>
          <a:effectRef idx="0">
            <a:schemeClr val="dk1"/>
          </a:effectRef>
          <a:fontRef idx="minor">
            <a:schemeClr val="tx1"/>
          </a:fontRef>
        </p:style>
      </p:cxnSp>
      <p:pic>
        <p:nvPicPr>
          <p:cNvPr id="3" name="Gráfico 2" descr="Casilla marcada con relleno sólido">
            <a:extLst>
              <a:ext uri="{FF2B5EF4-FFF2-40B4-BE49-F238E27FC236}">
                <a16:creationId xmlns:a16="http://schemas.microsoft.com/office/drawing/2014/main" id="{4A4481B6-AF3D-FAB1-A403-42C697552D9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16432" y="579443"/>
            <a:ext cx="257993" cy="257993"/>
          </a:xfrm>
          <a:prstGeom prst="rect">
            <a:avLst/>
          </a:prstGeom>
        </p:spPr>
      </p:pic>
      <p:pic>
        <p:nvPicPr>
          <p:cNvPr id="4" name="Gráfico 3" descr="Casilla marcada con relleno sólido">
            <a:extLst>
              <a:ext uri="{FF2B5EF4-FFF2-40B4-BE49-F238E27FC236}">
                <a16:creationId xmlns:a16="http://schemas.microsoft.com/office/drawing/2014/main" id="{34719449-4D69-1B87-BF81-11FB02982E0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11613" y="2938734"/>
            <a:ext cx="257993" cy="257993"/>
          </a:xfrm>
          <a:prstGeom prst="rect">
            <a:avLst/>
          </a:prstGeom>
        </p:spPr>
      </p:pic>
      <p:pic>
        <p:nvPicPr>
          <p:cNvPr id="6" name="Gráfico 5" descr="Casilla marcada con relleno sólido">
            <a:extLst>
              <a:ext uri="{FF2B5EF4-FFF2-40B4-BE49-F238E27FC236}">
                <a16:creationId xmlns:a16="http://schemas.microsoft.com/office/drawing/2014/main" id="{8604CB00-A775-1E32-D871-475134E62EE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77701" y="579443"/>
            <a:ext cx="257993" cy="257993"/>
          </a:xfrm>
          <a:prstGeom prst="rect">
            <a:avLst/>
          </a:prstGeom>
        </p:spPr>
      </p:pic>
      <p:pic>
        <p:nvPicPr>
          <p:cNvPr id="8" name="Gráfico 7" descr="Advertencia con relleno sólido">
            <a:extLst>
              <a:ext uri="{FF2B5EF4-FFF2-40B4-BE49-F238E27FC236}">
                <a16:creationId xmlns:a16="http://schemas.microsoft.com/office/drawing/2014/main" id="{11E8474F-7D53-4B09-4EFC-99CE3DC6F94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73395" y="2945390"/>
            <a:ext cx="244679" cy="244679"/>
          </a:xfrm>
          <a:prstGeom prst="rect">
            <a:avLst/>
          </a:prstGeom>
        </p:spPr>
      </p:pic>
    </p:spTree>
    <p:extLst>
      <p:ext uri="{BB962C8B-B14F-4D97-AF65-F5344CB8AC3E}">
        <p14:creationId xmlns:p14="http://schemas.microsoft.com/office/powerpoint/2010/main" val="2685413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6A23C-D5D7-5C89-650D-97B83FB78C97}"/>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EB967478-EBBF-D677-3D3C-C146F0909B64}"/>
              </a:ext>
            </a:extLst>
          </p:cNvPr>
          <p:cNvSpPr txBox="1"/>
          <p:nvPr/>
        </p:nvSpPr>
        <p:spPr>
          <a:xfrm>
            <a:off x="243840" y="240170"/>
            <a:ext cx="4572000" cy="246221"/>
          </a:xfrm>
          <a:prstGeom prst="rect">
            <a:avLst/>
          </a:prstGeom>
          <a:noFill/>
        </p:spPr>
        <p:txBody>
          <a:bodyPr wrap="square">
            <a:spAutoFit/>
          </a:bodyPr>
          <a:lstStyle/>
          <a:p>
            <a:r>
              <a:rPr lang="es-ES" sz="1000" b="1" dirty="0">
                <a:solidFill>
                  <a:srgbClr val="5CBDCA"/>
                </a:solidFill>
              </a:rPr>
              <a:t>6. Baterías Eléctricas y Almacenamientos de H2</a:t>
            </a:r>
          </a:p>
        </p:txBody>
      </p:sp>
      <p:pic>
        <p:nvPicPr>
          <p:cNvPr id="7" name="Imagen 6">
            <a:extLst>
              <a:ext uri="{FF2B5EF4-FFF2-40B4-BE49-F238E27FC236}">
                <a16:creationId xmlns:a16="http://schemas.microsoft.com/office/drawing/2014/main" id="{89AD5D46-86BC-CF2C-A8F9-97923667857C}"/>
              </a:ext>
            </a:extLst>
          </p:cNvPr>
          <p:cNvPicPr>
            <a:picLocks noChangeAspect="1"/>
          </p:cNvPicPr>
          <p:nvPr/>
        </p:nvPicPr>
        <p:blipFill>
          <a:blip r:embed="rId3"/>
          <a:stretch>
            <a:fillRect/>
          </a:stretch>
        </p:blipFill>
        <p:spPr>
          <a:xfrm>
            <a:off x="489466" y="2831516"/>
            <a:ext cx="2525983" cy="1584516"/>
          </a:xfrm>
          <a:prstGeom prst="rect">
            <a:avLst/>
          </a:prstGeom>
          <a:ln>
            <a:solidFill>
              <a:schemeClr val="bg2"/>
            </a:solidFill>
          </a:ln>
        </p:spPr>
      </p:pic>
      <p:pic>
        <p:nvPicPr>
          <p:cNvPr id="13" name="Imagen 12">
            <a:extLst>
              <a:ext uri="{FF2B5EF4-FFF2-40B4-BE49-F238E27FC236}">
                <a16:creationId xmlns:a16="http://schemas.microsoft.com/office/drawing/2014/main" id="{E9625D9A-21E7-F591-743D-DD600EF5842D}"/>
              </a:ext>
            </a:extLst>
          </p:cNvPr>
          <p:cNvPicPr>
            <a:picLocks noChangeAspect="1"/>
          </p:cNvPicPr>
          <p:nvPr/>
        </p:nvPicPr>
        <p:blipFill>
          <a:blip r:embed="rId4"/>
          <a:stretch>
            <a:fillRect/>
          </a:stretch>
        </p:blipFill>
        <p:spPr>
          <a:xfrm>
            <a:off x="3121427" y="2831516"/>
            <a:ext cx="2525983" cy="1584516"/>
          </a:xfrm>
          <a:prstGeom prst="rect">
            <a:avLst/>
          </a:prstGeom>
          <a:ln>
            <a:solidFill>
              <a:schemeClr val="bg2"/>
            </a:solidFill>
          </a:ln>
        </p:spPr>
      </p:pic>
      <p:pic>
        <p:nvPicPr>
          <p:cNvPr id="21" name="Imagen 20">
            <a:extLst>
              <a:ext uri="{FF2B5EF4-FFF2-40B4-BE49-F238E27FC236}">
                <a16:creationId xmlns:a16="http://schemas.microsoft.com/office/drawing/2014/main" id="{15A8FD6A-C650-0C8C-6533-7F149347FFB1}"/>
              </a:ext>
            </a:extLst>
          </p:cNvPr>
          <p:cNvPicPr>
            <a:picLocks noChangeAspect="1"/>
          </p:cNvPicPr>
          <p:nvPr/>
        </p:nvPicPr>
        <p:blipFill>
          <a:blip r:embed="rId5"/>
          <a:stretch>
            <a:fillRect/>
          </a:stretch>
        </p:blipFill>
        <p:spPr>
          <a:xfrm>
            <a:off x="5753388" y="2831516"/>
            <a:ext cx="2525983" cy="1584516"/>
          </a:xfrm>
          <a:prstGeom prst="rect">
            <a:avLst/>
          </a:prstGeom>
          <a:ln>
            <a:solidFill>
              <a:schemeClr val="bg2"/>
            </a:solidFill>
          </a:ln>
        </p:spPr>
      </p:pic>
      <p:pic>
        <p:nvPicPr>
          <p:cNvPr id="26" name="Imagen 25">
            <a:extLst>
              <a:ext uri="{FF2B5EF4-FFF2-40B4-BE49-F238E27FC236}">
                <a16:creationId xmlns:a16="http://schemas.microsoft.com/office/drawing/2014/main" id="{B6A37B7E-3A38-6B3D-1763-FBA7AE228BCC}"/>
              </a:ext>
            </a:extLst>
          </p:cNvPr>
          <p:cNvPicPr>
            <a:picLocks noChangeAspect="1"/>
          </p:cNvPicPr>
          <p:nvPr/>
        </p:nvPicPr>
        <p:blipFill>
          <a:blip r:embed="rId6"/>
          <a:stretch>
            <a:fillRect/>
          </a:stretch>
        </p:blipFill>
        <p:spPr>
          <a:xfrm>
            <a:off x="868084" y="746159"/>
            <a:ext cx="3323512" cy="1825591"/>
          </a:xfrm>
          <a:prstGeom prst="rect">
            <a:avLst/>
          </a:prstGeom>
          <a:ln>
            <a:solidFill>
              <a:schemeClr val="bg2"/>
            </a:solidFill>
          </a:ln>
        </p:spPr>
      </p:pic>
      <p:pic>
        <p:nvPicPr>
          <p:cNvPr id="29" name="Imagen 28">
            <a:extLst>
              <a:ext uri="{FF2B5EF4-FFF2-40B4-BE49-F238E27FC236}">
                <a16:creationId xmlns:a16="http://schemas.microsoft.com/office/drawing/2014/main" id="{49F20166-C5B8-79CB-53CC-6F19782B638C}"/>
              </a:ext>
            </a:extLst>
          </p:cNvPr>
          <p:cNvPicPr>
            <a:picLocks noChangeAspect="1"/>
          </p:cNvPicPr>
          <p:nvPr/>
        </p:nvPicPr>
        <p:blipFill>
          <a:blip r:embed="rId7"/>
          <a:stretch>
            <a:fillRect/>
          </a:stretch>
        </p:blipFill>
        <p:spPr>
          <a:xfrm>
            <a:off x="4572000" y="746158"/>
            <a:ext cx="3323512" cy="1825591"/>
          </a:xfrm>
          <a:prstGeom prst="rect">
            <a:avLst/>
          </a:prstGeom>
          <a:ln>
            <a:solidFill>
              <a:schemeClr val="bg2"/>
            </a:solidFill>
          </a:ln>
        </p:spPr>
      </p:pic>
      <p:pic>
        <p:nvPicPr>
          <p:cNvPr id="3" name="Gráfico 2" descr="Casilla marcada con relleno sólido">
            <a:extLst>
              <a:ext uri="{FF2B5EF4-FFF2-40B4-BE49-F238E27FC236}">
                <a16:creationId xmlns:a16="http://schemas.microsoft.com/office/drawing/2014/main" id="{CB5EFE2D-428A-1676-39B0-44126B14A7F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933603" y="746157"/>
            <a:ext cx="257993" cy="257993"/>
          </a:xfrm>
          <a:prstGeom prst="rect">
            <a:avLst/>
          </a:prstGeom>
        </p:spPr>
      </p:pic>
      <p:pic>
        <p:nvPicPr>
          <p:cNvPr id="4" name="Gráfico 3" descr="Casilla marcada con relleno sólido">
            <a:extLst>
              <a:ext uri="{FF2B5EF4-FFF2-40B4-BE49-F238E27FC236}">
                <a16:creationId xmlns:a16="http://schemas.microsoft.com/office/drawing/2014/main" id="{F3F2BB4A-BC3A-DC74-2996-AAD91E1F595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37519" y="746157"/>
            <a:ext cx="257993" cy="257993"/>
          </a:xfrm>
          <a:prstGeom prst="rect">
            <a:avLst/>
          </a:prstGeom>
        </p:spPr>
      </p:pic>
      <p:pic>
        <p:nvPicPr>
          <p:cNvPr id="5" name="Gráfico 4" descr="Casilla marcada con relleno sólido">
            <a:extLst>
              <a:ext uri="{FF2B5EF4-FFF2-40B4-BE49-F238E27FC236}">
                <a16:creationId xmlns:a16="http://schemas.microsoft.com/office/drawing/2014/main" id="{FEA41B25-B283-C647-60CA-B37F7F8B00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810445" y="2796346"/>
            <a:ext cx="257993" cy="257993"/>
          </a:xfrm>
          <a:prstGeom prst="rect">
            <a:avLst/>
          </a:prstGeom>
        </p:spPr>
      </p:pic>
      <p:pic>
        <p:nvPicPr>
          <p:cNvPr id="6" name="Gráfico 5" descr="Casilla marcada con relleno sólido">
            <a:extLst>
              <a:ext uri="{FF2B5EF4-FFF2-40B4-BE49-F238E27FC236}">
                <a16:creationId xmlns:a16="http://schemas.microsoft.com/office/drawing/2014/main" id="{11845718-AD22-E6D3-402B-52E7C91FD47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389417" y="2831515"/>
            <a:ext cx="257993" cy="257993"/>
          </a:xfrm>
          <a:prstGeom prst="rect">
            <a:avLst/>
          </a:prstGeom>
        </p:spPr>
      </p:pic>
      <p:pic>
        <p:nvPicPr>
          <p:cNvPr id="8" name="Gráfico 7" descr="Casilla marcada con relleno sólido">
            <a:extLst>
              <a:ext uri="{FF2B5EF4-FFF2-40B4-BE49-F238E27FC236}">
                <a16:creationId xmlns:a16="http://schemas.microsoft.com/office/drawing/2014/main" id="{EE7BABA3-70B6-3D88-6EA0-ACF25F3D49B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021378" y="2796346"/>
            <a:ext cx="257993" cy="257993"/>
          </a:xfrm>
          <a:prstGeom prst="rect">
            <a:avLst/>
          </a:prstGeom>
        </p:spPr>
      </p:pic>
    </p:spTree>
    <p:extLst>
      <p:ext uri="{BB962C8B-B14F-4D97-AF65-F5344CB8AC3E}">
        <p14:creationId xmlns:p14="http://schemas.microsoft.com/office/powerpoint/2010/main" val="14929239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2B867-1EDF-BC9F-4A18-CFF4C4855006}"/>
            </a:ext>
          </a:extLst>
        </p:cNvPr>
        <p:cNvGrpSpPr/>
        <p:nvPr/>
      </p:nvGrpSpPr>
      <p:grpSpPr>
        <a:xfrm>
          <a:off x="0" y="0"/>
          <a:ext cx="0" cy="0"/>
          <a:chOff x="0" y="0"/>
          <a:chExt cx="0" cy="0"/>
        </a:xfrm>
      </p:grpSpPr>
      <p:sp>
        <p:nvSpPr>
          <p:cNvPr id="10" name="CuadroTexto 9">
            <a:extLst>
              <a:ext uri="{FF2B5EF4-FFF2-40B4-BE49-F238E27FC236}">
                <a16:creationId xmlns:a16="http://schemas.microsoft.com/office/drawing/2014/main" id="{74A4B043-5D3F-C55A-E9D4-6CD26E1DEA39}"/>
              </a:ext>
            </a:extLst>
          </p:cNvPr>
          <p:cNvSpPr txBox="1"/>
          <p:nvPr/>
        </p:nvSpPr>
        <p:spPr>
          <a:xfrm>
            <a:off x="243840" y="240170"/>
            <a:ext cx="4572000" cy="246221"/>
          </a:xfrm>
          <a:prstGeom prst="rect">
            <a:avLst/>
          </a:prstGeom>
          <a:noFill/>
        </p:spPr>
        <p:txBody>
          <a:bodyPr wrap="square">
            <a:spAutoFit/>
          </a:bodyPr>
          <a:lstStyle/>
          <a:p>
            <a:r>
              <a:rPr lang="es-ES" sz="1000" b="1" dirty="0">
                <a:solidFill>
                  <a:srgbClr val="5CBDCA"/>
                </a:solidFill>
              </a:rPr>
              <a:t>7. Interconexiones</a:t>
            </a:r>
          </a:p>
        </p:txBody>
      </p:sp>
      <p:pic>
        <p:nvPicPr>
          <p:cNvPr id="11" name="Imagen 10">
            <a:extLst>
              <a:ext uri="{FF2B5EF4-FFF2-40B4-BE49-F238E27FC236}">
                <a16:creationId xmlns:a16="http://schemas.microsoft.com/office/drawing/2014/main" id="{82AEC1EA-6C87-4986-88A8-4FBADE5B6281}"/>
              </a:ext>
            </a:extLst>
          </p:cNvPr>
          <p:cNvPicPr>
            <a:picLocks noChangeAspect="1"/>
          </p:cNvPicPr>
          <p:nvPr/>
        </p:nvPicPr>
        <p:blipFill>
          <a:blip r:embed="rId3"/>
          <a:stretch>
            <a:fillRect/>
          </a:stretch>
        </p:blipFill>
        <p:spPr>
          <a:xfrm>
            <a:off x="316181" y="3094265"/>
            <a:ext cx="2743446" cy="1602208"/>
          </a:xfrm>
          <a:prstGeom prst="rect">
            <a:avLst/>
          </a:prstGeom>
          <a:ln>
            <a:solidFill>
              <a:schemeClr val="bg2"/>
            </a:solidFill>
          </a:ln>
        </p:spPr>
      </p:pic>
      <p:pic>
        <p:nvPicPr>
          <p:cNvPr id="14" name="Imagen 13">
            <a:extLst>
              <a:ext uri="{FF2B5EF4-FFF2-40B4-BE49-F238E27FC236}">
                <a16:creationId xmlns:a16="http://schemas.microsoft.com/office/drawing/2014/main" id="{101C8FAA-1D67-2982-8819-FC85A72B3CBB}"/>
              </a:ext>
            </a:extLst>
          </p:cNvPr>
          <p:cNvPicPr>
            <a:picLocks noChangeAspect="1"/>
          </p:cNvPicPr>
          <p:nvPr/>
        </p:nvPicPr>
        <p:blipFill>
          <a:blip r:embed="rId4"/>
          <a:stretch>
            <a:fillRect/>
          </a:stretch>
        </p:blipFill>
        <p:spPr>
          <a:xfrm>
            <a:off x="316181" y="879006"/>
            <a:ext cx="2743446" cy="1602208"/>
          </a:xfrm>
          <a:prstGeom prst="rect">
            <a:avLst/>
          </a:prstGeom>
          <a:ln>
            <a:solidFill>
              <a:schemeClr val="bg2"/>
            </a:solidFill>
          </a:ln>
        </p:spPr>
      </p:pic>
      <p:pic>
        <p:nvPicPr>
          <p:cNvPr id="17" name="Imagen 16">
            <a:extLst>
              <a:ext uri="{FF2B5EF4-FFF2-40B4-BE49-F238E27FC236}">
                <a16:creationId xmlns:a16="http://schemas.microsoft.com/office/drawing/2014/main" id="{9365C2C1-6D0A-18C6-FDF4-49B237095966}"/>
              </a:ext>
            </a:extLst>
          </p:cNvPr>
          <p:cNvPicPr>
            <a:picLocks noChangeAspect="1"/>
          </p:cNvPicPr>
          <p:nvPr/>
        </p:nvPicPr>
        <p:blipFill>
          <a:blip r:embed="rId5"/>
          <a:stretch>
            <a:fillRect/>
          </a:stretch>
        </p:blipFill>
        <p:spPr>
          <a:xfrm>
            <a:off x="3204901" y="879006"/>
            <a:ext cx="2588925" cy="1602208"/>
          </a:xfrm>
          <a:prstGeom prst="rect">
            <a:avLst/>
          </a:prstGeom>
          <a:ln>
            <a:solidFill>
              <a:schemeClr val="bg2"/>
            </a:solidFill>
          </a:ln>
        </p:spPr>
      </p:pic>
      <p:pic>
        <p:nvPicPr>
          <p:cNvPr id="20" name="Imagen 19">
            <a:extLst>
              <a:ext uri="{FF2B5EF4-FFF2-40B4-BE49-F238E27FC236}">
                <a16:creationId xmlns:a16="http://schemas.microsoft.com/office/drawing/2014/main" id="{8FFCC4E3-CFC5-916F-110E-D144869DD44A}"/>
              </a:ext>
            </a:extLst>
          </p:cNvPr>
          <p:cNvPicPr>
            <a:picLocks noChangeAspect="1"/>
          </p:cNvPicPr>
          <p:nvPr/>
        </p:nvPicPr>
        <p:blipFill>
          <a:blip r:embed="rId6"/>
          <a:stretch>
            <a:fillRect/>
          </a:stretch>
        </p:blipFill>
        <p:spPr>
          <a:xfrm>
            <a:off x="5939100" y="879007"/>
            <a:ext cx="2588925" cy="1602207"/>
          </a:xfrm>
          <a:prstGeom prst="rect">
            <a:avLst/>
          </a:prstGeom>
          <a:ln>
            <a:solidFill>
              <a:schemeClr val="bg2"/>
            </a:solidFill>
          </a:ln>
        </p:spPr>
      </p:pic>
      <p:pic>
        <p:nvPicPr>
          <p:cNvPr id="23" name="Imagen 22">
            <a:extLst>
              <a:ext uri="{FF2B5EF4-FFF2-40B4-BE49-F238E27FC236}">
                <a16:creationId xmlns:a16="http://schemas.microsoft.com/office/drawing/2014/main" id="{84D4C318-32BC-6E0B-5273-632B043A6B8E}"/>
              </a:ext>
            </a:extLst>
          </p:cNvPr>
          <p:cNvPicPr>
            <a:picLocks noChangeAspect="1"/>
          </p:cNvPicPr>
          <p:nvPr/>
        </p:nvPicPr>
        <p:blipFill>
          <a:blip r:embed="rId7"/>
          <a:stretch>
            <a:fillRect/>
          </a:stretch>
        </p:blipFill>
        <p:spPr>
          <a:xfrm>
            <a:off x="3204901" y="3094265"/>
            <a:ext cx="2588925" cy="1602208"/>
          </a:xfrm>
          <a:prstGeom prst="rect">
            <a:avLst/>
          </a:prstGeom>
          <a:ln>
            <a:solidFill>
              <a:schemeClr val="bg2"/>
            </a:solidFill>
          </a:ln>
        </p:spPr>
      </p:pic>
      <p:pic>
        <p:nvPicPr>
          <p:cNvPr id="29" name="Imagen 28">
            <a:extLst>
              <a:ext uri="{FF2B5EF4-FFF2-40B4-BE49-F238E27FC236}">
                <a16:creationId xmlns:a16="http://schemas.microsoft.com/office/drawing/2014/main" id="{786B4088-CFB7-0E4A-4D90-4429C2D6CA0C}"/>
              </a:ext>
            </a:extLst>
          </p:cNvPr>
          <p:cNvPicPr>
            <a:picLocks noChangeAspect="1"/>
          </p:cNvPicPr>
          <p:nvPr/>
        </p:nvPicPr>
        <p:blipFill>
          <a:blip r:embed="rId8"/>
          <a:stretch>
            <a:fillRect/>
          </a:stretch>
        </p:blipFill>
        <p:spPr>
          <a:xfrm>
            <a:off x="5939101" y="3094265"/>
            <a:ext cx="2588924" cy="1602207"/>
          </a:xfrm>
          <a:prstGeom prst="rect">
            <a:avLst/>
          </a:prstGeom>
          <a:ln>
            <a:solidFill>
              <a:schemeClr val="bg2"/>
            </a:solidFill>
          </a:ln>
        </p:spPr>
      </p:pic>
      <p:sp>
        <p:nvSpPr>
          <p:cNvPr id="30" name="CuadroTexto 29">
            <a:extLst>
              <a:ext uri="{FF2B5EF4-FFF2-40B4-BE49-F238E27FC236}">
                <a16:creationId xmlns:a16="http://schemas.microsoft.com/office/drawing/2014/main" id="{41FE0E98-2E2E-25FE-4934-50FC575F3208}"/>
              </a:ext>
            </a:extLst>
          </p:cNvPr>
          <p:cNvSpPr txBox="1"/>
          <p:nvPr/>
        </p:nvSpPr>
        <p:spPr>
          <a:xfrm>
            <a:off x="243840" y="602439"/>
            <a:ext cx="2358683" cy="246221"/>
          </a:xfrm>
          <a:prstGeom prst="rect">
            <a:avLst/>
          </a:prstGeom>
          <a:noFill/>
        </p:spPr>
        <p:txBody>
          <a:bodyPr wrap="square" rtlCol="0">
            <a:spAutoFit/>
          </a:bodyPr>
          <a:lstStyle/>
          <a:p>
            <a:pPr marL="285750" indent="-285750">
              <a:buFont typeface="Arial" panose="020B0604020202020204" pitchFamily="34" charset="0"/>
              <a:buChar char="•"/>
            </a:pPr>
            <a:r>
              <a:rPr lang="es-ES" sz="1000" dirty="0"/>
              <a:t>Interconexiones con España</a:t>
            </a:r>
          </a:p>
        </p:txBody>
      </p:sp>
      <p:sp>
        <p:nvSpPr>
          <p:cNvPr id="31" name="CuadroTexto 30">
            <a:extLst>
              <a:ext uri="{FF2B5EF4-FFF2-40B4-BE49-F238E27FC236}">
                <a16:creationId xmlns:a16="http://schemas.microsoft.com/office/drawing/2014/main" id="{7847B8FA-E584-6E5E-69D3-85DA9A4324D8}"/>
              </a:ext>
            </a:extLst>
          </p:cNvPr>
          <p:cNvSpPr txBox="1"/>
          <p:nvPr/>
        </p:nvSpPr>
        <p:spPr>
          <a:xfrm>
            <a:off x="316181" y="2807349"/>
            <a:ext cx="5234396" cy="246221"/>
          </a:xfrm>
          <a:prstGeom prst="rect">
            <a:avLst/>
          </a:prstGeom>
          <a:noFill/>
        </p:spPr>
        <p:txBody>
          <a:bodyPr wrap="square" rtlCol="0">
            <a:spAutoFit/>
          </a:bodyPr>
          <a:lstStyle/>
          <a:p>
            <a:pPr marL="285750" indent="-285750">
              <a:buFont typeface="Arial" panose="020B0604020202020204" pitchFamily="34" charset="0"/>
              <a:buChar char="•"/>
            </a:pPr>
            <a:r>
              <a:rPr lang="es-ES" sz="1000" dirty="0"/>
              <a:t>Interconexiones con Francia</a:t>
            </a:r>
          </a:p>
        </p:txBody>
      </p:sp>
      <p:pic>
        <p:nvPicPr>
          <p:cNvPr id="2" name="Gráfico 1" descr="Casilla marcada con relleno sólido">
            <a:extLst>
              <a:ext uri="{FF2B5EF4-FFF2-40B4-BE49-F238E27FC236}">
                <a16:creationId xmlns:a16="http://schemas.microsoft.com/office/drawing/2014/main" id="{EB9D190F-766D-50A2-FBD6-15E3424DA67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01634" y="848660"/>
            <a:ext cx="257993" cy="257993"/>
          </a:xfrm>
          <a:prstGeom prst="rect">
            <a:avLst/>
          </a:prstGeom>
        </p:spPr>
      </p:pic>
      <p:pic>
        <p:nvPicPr>
          <p:cNvPr id="3" name="Gráfico 2" descr="Casilla marcada con relleno sólido">
            <a:extLst>
              <a:ext uri="{FF2B5EF4-FFF2-40B4-BE49-F238E27FC236}">
                <a16:creationId xmlns:a16="http://schemas.microsoft.com/office/drawing/2014/main" id="{DE5F34D2-B00A-AAC8-41BB-35220750D2E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545080" y="851933"/>
            <a:ext cx="257993" cy="257993"/>
          </a:xfrm>
          <a:prstGeom prst="rect">
            <a:avLst/>
          </a:prstGeom>
        </p:spPr>
      </p:pic>
      <p:pic>
        <p:nvPicPr>
          <p:cNvPr id="4" name="Gráfico 3" descr="Casilla marcada con relleno sólido">
            <a:extLst>
              <a:ext uri="{FF2B5EF4-FFF2-40B4-BE49-F238E27FC236}">
                <a16:creationId xmlns:a16="http://schemas.microsoft.com/office/drawing/2014/main" id="{BDFCB99E-7DC4-53D9-04E4-6CCADC3504D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270031" y="848660"/>
            <a:ext cx="257993" cy="257993"/>
          </a:xfrm>
          <a:prstGeom prst="rect">
            <a:avLst/>
          </a:prstGeom>
        </p:spPr>
      </p:pic>
      <p:pic>
        <p:nvPicPr>
          <p:cNvPr id="5" name="Gráfico 4" descr="Casilla marcada con relleno sólido">
            <a:extLst>
              <a:ext uri="{FF2B5EF4-FFF2-40B4-BE49-F238E27FC236}">
                <a16:creationId xmlns:a16="http://schemas.microsoft.com/office/drawing/2014/main" id="{F0D56B21-C83F-A2A6-722F-2366AB9D91E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01634" y="3053570"/>
            <a:ext cx="257993" cy="257993"/>
          </a:xfrm>
          <a:prstGeom prst="rect">
            <a:avLst/>
          </a:prstGeom>
        </p:spPr>
      </p:pic>
      <p:pic>
        <p:nvPicPr>
          <p:cNvPr id="6" name="Gráfico 5" descr="Casilla marcada con relleno sólido">
            <a:extLst>
              <a:ext uri="{FF2B5EF4-FFF2-40B4-BE49-F238E27FC236}">
                <a16:creationId xmlns:a16="http://schemas.microsoft.com/office/drawing/2014/main" id="{C3FD2163-58AE-7677-57C1-21AA4E74594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535833" y="3053569"/>
            <a:ext cx="257993" cy="257993"/>
          </a:xfrm>
          <a:prstGeom prst="rect">
            <a:avLst/>
          </a:prstGeom>
        </p:spPr>
      </p:pic>
      <p:pic>
        <p:nvPicPr>
          <p:cNvPr id="7" name="Gráfico 6" descr="Casilla marcada con relleno sólido">
            <a:extLst>
              <a:ext uri="{FF2B5EF4-FFF2-40B4-BE49-F238E27FC236}">
                <a16:creationId xmlns:a16="http://schemas.microsoft.com/office/drawing/2014/main" id="{D0AB3E26-DCCF-90B5-1461-9C39B858BC2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270031" y="3053568"/>
            <a:ext cx="257993" cy="257993"/>
          </a:xfrm>
          <a:prstGeom prst="rect">
            <a:avLst/>
          </a:prstGeom>
        </p:spPr>
      </p:pic>
    </p:spTree>
    <p:extLst>
      <p:ext uri="{BB962C8B-B14F-4D97-AF65-F5344CB8AC3E}">
        <p14:creationId xmlns:p14="http://schemas.microsoft.com/office/powerpoint/2010/main" val="9668869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AEB54-15F4-0415-E9B2-53D8D5870A2C}"/>
            </a:ext>
          </a:extLst>
        </p:cNvPr>
        <p:cNvGrpSpPr/>
        <p:nvPr/>
      </p:nvGrpSpPr>
      <p:grpSpPr>
        <a:xfrm>
          <a:off x="0" y="0"/>
          <a:ext cx="0" cy="0"/>
          <a:chOff x="0" y="0"/>
          <a:chExt cx="0" cy="0"/>
        </a:xfrm>
      </p:grpSpPr>
      <p:pic>
        <p:nvPicPr>
          <p:cNvPr id="6" name="Imagen 5">
            <a:extLst>
              <a:ext uri="{FF2B5EF4-FFF2-40B4-BE49-F238E27FC236}">
                <a16:creationId xmlns:a16="http://schemas.microsoft.com/office/drawing/2014/main" id="{E170C0B1-F006-ADF9-B3BD-A7FA5265731E}"/>
              </a:ext>
            </a:extLst>
          </p:cNvPr>
          <p:cNvPicPr>
            <a:picLocks noChangeAspect="1"/>
          </p:cNvPicPr>
          <p:nvPr/>
        </p:nvPicPr>
        <p:blipFill>
          <a:blip r:embed="rId3"/>
          <a:stretch>
            <a:fillRect/>
          </a:stretch>
        </p:blipFill>
        <p:spPr>
          <a:xfrm>
            <a:off x="405928" y="709156"/>
            <a:ext cx="2924520" cy="1735594"/>
          </a:xfrm>
          <a:prstGeom prst="rect">
            <a:avLst/>
          </a:prstGeom>
          <a:ln>
            <a:noFill/>
          </a:ln>
        </p:spPr>
      </p:pic>
      <p:pic>
        <p:nvPicPr>
          <p:cNvPr id="8" name="Imagen 7">
            <a:extLst>
              <a:ext uri="{FF2B5EF4-FFF2-40B4-BE49-F238E27FC236}">
                <a16:creationId xmlns:a16="http://schemas.microsoft.com/office/drawing/2014/main" id="{CBFDA537-B824-8378-DC73-4454059E4B93}"/>
              </a:ext>
            </a:extLst>
          </p:cNvPr>
          <p:cNvPicPr>
            <a:picLocks noChangeAspect="1"/>
          </p:cNvPicPr>
          <p:nvPr/>
        </p:nvPicPr>
        <p:blipFill>
          <a:blip r:embed="rId4"/>
          <a:stretch>
            <a:fillRect/>
          </a:stretch>
        </p:blipFill>
        <p:spPr>
          <a:xfrm>
            <a:off x="3565799" y="709156"/>
            <a:ext cx="2924520" cy="1731524"/>
          </a:xfrm>
          <a:prstGeom prst="rect">
            <a:avLst/>
          </a:prstGeom>
          <a:ln>
            <a:noFill/>
          </a:ln>
        </p:spPr>
      </p:pic>
      <p:pic>
        <p:nvPicPr>
          <p:cNvPr id="10" name="Imagen 9">
            <a:extLst>
              <a:ext uri="{FF2B5EF4-FFF2-40B4-BE49-F238E27FC236}">
                <a16:creationId xmlns:a16="http://schemas.microsoft.com/office/drawing/2014/main" id="{7108A167-E87E-598A-68D3-EE837000741D}"/>
              </a:ext>
            </a:extLst>
          </p:cNvPr>
          <p:cNvPicPr>
            <a:picLocks noChangeAspect="1"/>
          </p:cNvPicPr>
          <p:nvPr/>
        </p:nvPicPr>
        <p:blipFill>
          <a:blip r:embed="rId5"/>
          <a:stretch>
            <a:fillRect/>
          </a:stretch>
        </p:blipFill>
        <p:spPr>
          <a:xfrm>
            <a:off x="405928" y="2706673"/>
            <a:ext cx="2924520" cy="1731784"/>
          </a:xfrm>
          <a:prstGeom prst="rect">
            <a:avLst/>
          </a:prstGeom>
          <a:ln>
            <a:noFill/>
          </a:ln>
        </p:spPr>
      </p:pic>
      <p:pic>
        <p:nvPicPr>
          <p:cNvPr id="13" name="Imagen 12">
            <a:extLst>
              <a:ext uri="{FF2B5EF4-FFF2-40B4-BE49-F238E27FC236}">
                <a16:creationId xmlns:a16="http://schemas.microsoft.com/office/drawing/2014/main" id="{C38551E9-0DCC-5C99-C0D9-FA3750A356CF}"/>
              </a:ext>
            </a:extLst>
          </p:cNvPr>
          <p:cNvPicPr>
            <a:picLocks noChangeAspect="1"/>
          </p:cNvPicPr>
          <p:nvPr/>
        </p:nvPicPr>
        <p:blipFill>
          <a:blip r:embed="rId6"/>
          <a:stretch>
            <a:fillRect/>
          </a:stretch>
        </p:blipFill>
        <p:spPr>
          <a:xfrm>
            <a:off x="3565799" y="2706933"/>
            <a:ext cx="2924520" cy="1731524"/>
          </a:xfrm>
          <a:prstGeom prst="rect">
            <a:avLst/>
          </a:prstGeom>
          <a:ln w="6350">
            <a:solidFill>
              <a:schemeClr val="tx1">
                <a:lumMod val="50000"/>
                <a:lumOff val="50000"/>
              </a:schemeClr>
            </a:solidFill>
          </a:ln>
        </p:spPr>
      </p:pic>
      <p:sp>
        <p:nvSpPr>
          <p:cNvPr id="2" name="CuadroTexto 1">
            <a:extLst>
              <a:ext uri="{FF2B5EF4-FFF2-40B4-BE49-F238E27FC236}">
                <a16:creationId xmlns:a16="http://schemas.microsoft.com/office/drawing/2014/main" id="{CA19D7F6-1EFA-4E84-1573-806DDDC75541}"/>
              </a:ext>
            </a:extLst>
          </p:cNvPr>
          <p:cNvSpPr txBox="1"/>
          <p:nvPr/>
        </p:nvSpPr>
        <p:spPr>
          <a:xfrm>
            <a:off x="243840" y="240170"/>
            <a:ext cx="4572000" cy="246221"/>
          </a:xfrm>
          <a:prstGeom prst="rect">
            <a:avLst/>
          </a:prstGeom>
          <a:noFill/>
        </p:spPr>
        <p:txBody>
          <a:bodyPr wrap="square">
            <a:spAutoFit/>
          </a:bodyPr>
          <a:lstStyle/>
          <a:p>
            <a:r>
              <a:rPr lang="es-ES" sz="1000" b="1" dirty="0">
                <a:solidFill>
                  <a:srgbClr val="5CBDCA"/>
                </a:solidFill>
              </a:rPr>
              <a:t>8. Precios</a:t>
            </a:r>
          </a:p>
        </p:txBody>
      </p:sp>
      <p:pic>
        <p:nvPicPr>
          <p:cNvPr id="4" name="Gráfico 3" descr="Advertencia con relleno sólido">
            <a:extLst>
              <a:ext uri="{FF2B5EF4-FFF2-40B4-BE49-F238E27FC236}">
                <a16:creationId xmlns:a16="http://schemas.microsoft.com/office/drawing/2014/main" id="{7D9C5A9F-35EA-8B08-7D4D-354954D008B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29995" y="709156"/>
            <a:ext cx="244679" cy="244679"/>
          </a:xfrm>
          <a:prstGeom prst="rect">
            <a:avLst/>
          </a:prstGeom>
        </p:spPr>
      </p:pic>
      <p:pic>
        <p:nvPicPr>
          <p:cNvPr id="5" name="Gráfico 4" descr="Advertencia con relleno sólido">
            <a:extLst>
              <a:ext uri="{FF2B5EF4-FFF2-40B4-BE49-F238E27FC236}">
                <a16:creationId xmlns:a16="http://schemas.microsoft.com/office/drawing/2014/main" id="{961F8D83-0731-51F8-D091-D860AAA3C6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29994" y="2706673"/>
            <a:ext cx="244679" cy="244679"/>
          </a:xfrm>
          <a:prstGeom prst="rect">
            <a:avLst/>
          </a:prstGeom>
        </p:spPr>
      </p:pic>
      <p:pic>
        <p:nvPicPr>
          <p:cNvPr id="7" name="Gráfico 6" descr="Advertencia con relleno sólido">
            <a:extLst>
              <a:ext uri="{FF2B5EF4-FFF2-40B4-BE49-F238E27FC236}">
                <a16:creationId xmlns:a16="http://schemas.microsoft.com/office/drawing/2014/main" id="{651A8338-E802-E57B-09CA-1CF3D131BA6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192295" y="2706673"/>
            <a:ext cx="244679" cy="244679"/>
          </a:xfrm>
          <a:prstGeom prst="rect">
            <a:avLst/>
          </a:prstGeom>
        </p:spPr>
      </p:pic>
      <p:pic>
        <p:nvPicPr>
          <p:cNvPr id="9" name="Gráfico 8" descr="Advertencia con relleno sólido">
            <a:extLst>
              <a:ext uri="{FF2B5EF4-FFF2-40B4-BE49-F238E27FC236}">
                <a16:creationId xmlns:a16="http://schemas.microsoft.com/office/drawing/2014/main" id="{AD905B8B-B6C8-4DC6-965F-50CEA1F7144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192294" y="709155"/>
            <a:ext cx="244679" cy="244679"/>
          </a:xfrm>
          <a:prstGeom prst="rect">
            <a:avLst/>
          </a:prstGeom>
        </p:spPr>
      </p:pic>
      <p:sp>
        <p:nvSpPr>
          <p:cNvPr id="11" name="CuadroTexto 10">
            <a:extLst>
              <a:ext uri="{FF2B5EF4-FFF2-40B4-BE49-F238E27FC236}">
                <a16:creationId xmlns:a16="http://schemas.microsoft.com/office/drawing/2014/main" id="{81A81E46-3C80-2BA4-CA9D-2B0F8B0A9CE5}"/>
              </a:ext>
            </a:extLst>
          </p:cNvPr>
          <p:cNvSpPr txBox="1"/>
          <p:nvPr/>
        </p:nvSpPr>
        <p:spPr>
          <a:xfrm>
            <a:off x="6628496" y="1120939"/>
            <a:ext cx="1959243" cy="2639481"/>
          </a:xfrm>
          <a:prstGeom prst="rect">
            <a:avLst/>
          </a:prstGeom>
        </p:spPr>
        <p:txBody>
          <a:bodyPr/>
          <a:lstStyle>
            <a:defPPr>
              <a:defRPr lang="es-ES"/>
            </a:defPPr>
            <a:lvl1pPr indent="0" defTabSz="914400">
              <a:spcBef>
                <a:spcPct val="20000"/>
              </a:spcBef>
              <a:buFont typeface="Arial" panose="020B0604020202020204" pitchFamily="34" charset="0"/>
              <a:buNone/>
              <a:defRPr sz="1000">
                <a:solidFill>
                  <a:schemeClr val="accent3"/>
                </a:solidFill>
              </a:defRPr>
            </a:lvl1pPr>
            <a:lvl2pPr marL="742950" indent="-285750" defTabSz="914400">
              <a:spcBef>
                <a:spcPct val="20000"/>
              </a:spcBef>
              <a:buFont typeface="Arial" panose="020B0604020202020204" pitchFamily="34" charset="0"/>
              <a:buChar char="–"/>
              <a:defRPr sz="1000">
                <a:solidFill>
                  <a:schemeClr val="accent3"/>
                </a:solidFill>
              </a:defRPr>
            </a:lvl2pPr>
            <a:lvl3pPr marL="1143000" indent="-228600" defTabSz="914400">
              <a:spcBef>
                <a:spcPct val="20000"/>
              </a:spcBef>
              <a:buFont typeface="Arial" panose="020B0604020202020204" pitchFamily="34" charset="0"/>
              <a:buChar char="•"/>
              <a:defRPr sz="1000">
                <a:solidFill>
                  <a:schemeClr val="accent3"/>
                </a:solidFill>
              </a:defRPr>
            </a:lvl3pPr>
            <a:lvl4pPr marL="1600200" indent="-228600" defTabSz="914400">
              <a:spcBef>
                <a:spcPct val="20000"/>
              </a:spcBef>
              <a:buFont typeface="Arial" panose="020B0604020202020204" pitchFamily="34" charset="0"/>
              <a:buChar char="–"/>
              <a:defRPr sz="1000">
                <a:solidFill>
                  <a:schemeClr val="accent3"/>
                </a:solidFill>
              </a:defRPr>
            </a:lvl4pPr>
            <a:lvl5pPr marL="2057400" indent="-228600" defTabSz="914400">
              <a:spcBef>
                <a:spcPct val="20000"/>
              </a:spcBef>
              <a:buFont typeface="Arial" panose="020B0604020202020204" pitchFamily="34" charset="0"/>
              <a:buChar char="»"/>
              <a:defRPr sz="1000">
                <a:solidFill>
                  <a:schemeClr val="accent3"/>
                </a:solidFill>
              </a:defRPr>
            </a:lvl5pPr>
            <a:lvl6pPr marL="2514600" indent="-228600" defTabSz="914400">
              <a:spcBef>
                <a:spcPct val="20000"/>
              </a:spcBef>
              <a:buFont typeface="Arial" panose="020B0604020202020204" pitchFamily="34" charset="0"/>
              <a:buChar char="•"/>
              <a:defRPr sz="2000"/>
            </a:lvl6pPr>
            <a:lvl7pPr marL="2971800" indent="-228600" defTabSz="914400">
              <a:spcBef>
                <a:spcPct val="20000"/>
              </a:spcBef>
              <a:buFont typeface="Arial" panose="020B0604020202020204" pitchFamily="34" charset="0"/>
              <a:buChar char="•"/>
              <a:defRPr sz="2000"/>
            </a:lvl7pPr>
            <a:lvl8pPr marL="3429000" indent="-228600" defTabSz="914400">
              <a:spcBef>
                <a:spcPct val="20000"/>
              </a:spcBef>
              <a:buFont typeface="Arial" panose="020B0604020202020204" pitchFamily="34" charset="0"/>
              <a:buChar char="•"/>
              <a:defRPr sz="2000"/>
            </a:lvl8pPr>
            <a:lvl9pPr marL="3886200" indent="-228600" defTabSz="914400">
              <a:spcBef>
                <a:spcPct val="20000"/>
              </a:spcBef>
              <a:buFont typeface="Arial" panose="020B0604020202020204" pitchFamily="34" charset="0"/>
              <a:buChar char="•"/>
              <a:defRPr sz="2000"/>
            </a:lvl9pPr>
          </a:lstStyle>
          <a:p>
            <a:pPr algn="just">
              <a:lnSpc>
                <a:spcPct val="150000"/>
              </a:lnSpc>
            </a:pPr>
            <a:r>
              <a:rPr lang="es-ES" dirty="0"/>
              <a:t>Los </a:t>
            </a:r>
            <a:r>
              <a:rPr lang="es-ES" b="1" dirty="0"/>
              <a:t>costes marginales </a:t>
            </a:r>
            <a:r>
              <a:rPr lang="es-ES" dirty="0"/>
              <a:t>son una incógnita, y por tanto también lo son los precios marginales. En el calibrado para los precios, consideramos satisfactorio el seguimiento de tendencias de aumento y disminución de precios como en el modelo de referencia.</a:t>
            </a:r>
          </a:p>
        </p:txBody>
      </p:sp>
    </p:spTree>
    <p:extLst>
      <p:ext uri="{BB962C8B-B14F-4D97-AF65-F5344CB8AC3E}">
        <p14:creationId xmlns:p14="http://schemas.microsoft.com/office/powerpoint/2010/main" val="7361803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41FEC1-76C7-7389-61DF-03AA3AF89C43}"/>
            </a:ext>
          </a:extLst>
        </p:cNvPr>
        <p:cNvGrpSpPr/>
        <p:nvPr/>
      </p:nvGrpSpPr>
      <p:grpSpPr>
        <a:xfrm>
          <a:off x="0" y="0"/>
          <a:ext cx="0" cy="0"/>
          <a:chOff x="0" y="0"/>
          <a:chExt cx="0" cy="0"/>
        </a:xfrm>
      </p:grpSpPr>
      <p:sp>
        <p:nvSpPr>
          <p:cNvPr id="3" name="Marcador de texto 8">
            <a:extLst>
              <a:ext uri="{FF2B5EF4-FFF2-40B4-BE49-F238E27FC236}">
                <a16:creationId xmlns:a16="http://schemas.microsoft.com/office/drawing/2014/main" id="{471690E1-ED68-99C8-9150-02F40E765ED3}"/>
              </a:ext>
            </a:extLst>
          </p:cNvPr>
          <p:cNvSpPr txBox="1">
            <a:spLocks/>
          </p:cNvSpPr>
          <p:nvPr/>
        </p:nvSpPr>
        <p:spPr>
          <a:xfrm>
            <a:off x="497060" y="386863"/>
            <a:ext cx="7683304" cy="455253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b="1" dirty="0">
                <a:solidFill>
                  <a:srgbClr val="5CBDCA"/>
                </a:solidFill>
              </a:rPr>
              <a:t>9. Conclusiones y Peculiaridades del BenchMarking</a:t>
            </a:r>
          </a:p>
          <a:p>
            <a:pPr marL="0" indent="0" algn="just">
              <a:buNone/>
            </a:pPr>
            <a:endParaRPr lang="es-ES" dirty="0"/>
          </a:p>
          <a:p>
            <a:pPr algn="just"/>
            <a:r>
              <a:rPr lang="es-ES" dirty="0"/>
              <a:t>Una de las prioridades en nuestro análisis es poder replicar dinámicas en las </a:t>
            </a:r>
            <a:r>
              <a:rPr lang="es-ES" b="1" dirty="0"/>
              <a:t>interconexiones</a:t>
            </a:r>
            <a:r>
              <a:rPr lang="es-ES" dirty="0"/>
              <a:t>, atributo de nuestro modelo que consideramos alcanzado.</a:t>
            </a:r>
          </a:p>
          <a:p>
            <a:pPr algn="just"/>
            <a:endParaRPr lang="es-ES" dirty="0"/>
          </a:p>
          <a:p>
            <a:pPr algn="just"/>
            <a:r>
              <a:rPr lang="es-ES" dirty="0"/>
              <a:t>Tecnologías como los </a:t>
            </a:r>
            <a:r>
              <a:rPr lang="es-ES" b="1" dirty="0"/>
              <a:t>CCGT</a:t>
            </a:r>
            <a:r>
              <a:rPr lang="es-ES" dirty="0"/>
              <a:t>, tienen comportamientos muy complicados de replicar. Esto es debido a los must-run, rampas y número de unidades que se necesitarían implementar (englobar muchas unidades de CCGT en una, supone imprecisiones en el calibrado). </a:t>
            </a:r>
          </a:p>
          <a:p>
            <a:pPr algn="just"/>
            <a:endParaRPr lang="es-ES" dirty="0"/>
          </a:p>
          <a:p>
            <a:pPr algn="just"/>
            <a:r>
              <a:rPr lang="es-ES" dirty="0"/>
              <a:t>Replica dinámicas de </a:t>
            </a:r>
            <a:r>
              <a:rPr lang="es-ES" b="1" dirty="0"/>
              <a:t>precios</a:t>
            </a:r>
            <a:r>
              <a:rPr lang="es-ES" dirty="0"/>
              <a:t> similares para los nodos de España y Portugal (hidrógeno y electricidad). No podemos confiar en los precios de la red de Francia, debido a la simplicidad con la que hemos estudiado esta red (nuestro interés en el sistema francés se centra en las interconexiones que concurren en el, no tanto que tipo de generación tiene y sus precios).</a:t>
            </a:r>
          </a:p>
          <a:p>
            <a:pPr algn="just"/>
            <a:endParaRPr lang="es-ES" dirty="0"/>
          </a:p>
          <a:p>
            <a:pPr algn="just"/>
            <a:r>
              <a:rPr lang="es-ES" dirty="0"/>
              <a:t>La </a:t>
            </a:r>
            <a:r>
              <a:rPr lang="es-ES" b="1" dirty="0"/>
              <a:t>generación</a:t>
            </a:r>
            <a:r>
              <a:rPr lang="es-ES" dirty="0"/>
              <a:t> consigue calibrarse correctamente en muchas tecnologías (solar, eólica, run-off-</a:t>
            </a:r>
            <a:r>
              <a:rPr lang="es-ES" dirty="0" err="1"/>
              <a:t>river</a:t>
            </a:r>
            <a:r>
              <a:rPr lang="es-ES" dirty="0"/>
              <a:t>, embalse, baterías y almacenamientos, generación de h2 por SRES). Para otras tecnologías, existen discordancias:</a:t>
            </a:r>
          </a:p>
          <a:p>
            <a:pPr algn="just"/>
            <a:endParaRPr lang="es-ES" dirty="0"/>
          </a:p>
          <a:p>
            <a:pPr lvl="1" algn="just"/>
            <a:r>
              <a:rPr lang="es-ES" dirty="0"/>
              <a:t>A partir de la hora 110, la </a:t>
            </a:r>
            <a:r>
              <a:rPr lang="es-ES" b="1" dirty="0"/>
              <a:t>biomasa</a:t>
            </a:r>
            <a:r>
              <a:rPr lang="es-ES" dirty="0"/>
              <a:t> no replica dinámicas correctamente. Puede ser por los costes marginales impuestos, o alguna restricción o hipótesis.</a:t>
            </a:r>
          </a:p>
          <a:p>
            <a:pPr lvl="1" algn="just"/>
            <a:endParaRPr lang="es-ES" dirty="0"/>
          </a:p>
          <a:p>
            <a:pPr lvl="1" algn="just"/>
            <a:r>
              <a:rPr lang="es-ES" dirty="0"/>
              <a:t>La producción de hidrógeno con </a:t>
            </a:r>
            <a:r>
              <a:rPr lang="es-ES" b="1" dirty="0"/>
              <a:t>electrolizadores del Emarket en España</a:t>
            </a:r>
            <a:r>
              <a:rPr lang="es-ES" dirty="0"/>
              <a:t>, replica ciertas dinámicas de forma correcta, sin embargo, existen algunas horas donde nuestro modelo piloto infraestima esta producción. El porqué puede estar vinculado, como en el caso anterior, a los costes marginales. Adicionalmente, hay que tener en cuenta que los momentos con mayor imprecisión de calibrado son las horas con valores intermedios, ya que en el benchmarking las dinámicas extremas (cuando la producción es 0 o máximo) son más fáciles de replicar. </a:t>
            </a:r>
          </a:p>
          <a:p>
            <a:pPr algn="just"/>
            <a:endParaRPr lang="es-ES" dirty="0"/>
          </a:p>
          <a:p>
            <a:pPr algn="just"/>
            <a:endParaRPr lang="es-ES" dirty="0"/>
          </a:p>
        </p:txBody>
      </p:sp>
    </p:spTree>
    <p:extLst>
      <p:ext uri="{BB962C8B-B14F-4D97-AF65-F5344CB8AC3E}">
        <p14:creationId xmlns:p14="http://schemas.microsoft.com/office/powerpoint/2010/main" val="14531611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6FA54-B4CF-A31E-4A82-CDC437598A45}"/>
            </a:ext>
          </a:extLst>
        </p:cNvPr>
        <p:cNvGrpSpPr/>
        <p:nvPr/>
      </p:nvGrpSpPr>
      <p:grpSpPr>
        <a:xfrm>
          <a:off x="0" y="0"/>
          <a:ext cx="0" cy="0"/>
          <a:chOff x="0" y="0"/>
          <a:chExt cx="0" cy="0"/>
        </a:xfrm>
      </p:grpSpPr>
      <p:sp>
        <p:nvSpPr>
          <p:cNvPr id="4" name="Marcador de texto 3">
            <a:extLst>
              <a:ext uri="{FF2B5EF4-FFF2-40B4-BE49-F238E27FC236}">
                <a16:creationId xmlns:a16="http://schemas.microsoft.com/office/drawing/2014/main" id="{35222C4D-2437-253D-C46A-32A3B215C08F}"/>
              </a:ext>
            </a:extLst>
          </p:cNvPr>
          <p:cNvSpPr>
            <a:spLocks noGrp="1"/>
          </p:cNvSpPr>
          <p:nvPr>
            <p:ph type="body" sz="quarter" idx="19"/>
          </p:nvPr>
        </p:nvSpPr>
        <p:spPr>
          <a:xfrm>
            <a:off x="1629890" y="2204470"/>
            <a:ext cx="5884219" cy="734560"/>
          </a:xfrm>
        </p:spPr>
        <p:txBody>
          <a:bodyPr/>
          <a:lstStyle/>
          <a:p>
            <a:pPr algn="ctr">
              <a:spcBef>
                <a:spcPct val="20000"/>
              </a:spcBef>
            </a:pPr>
            <a:r>
              <a:rPr lang="es-ES" sz="2200" b="1" dirty="0">
                <a:solidFill>
                  <a:srgbClr val="5CBDCA"/>
                </a:solidFill>
                <a:latin typeface="+mn-lt"/>
                <a:ea typeface="+mn-ea"/>
              </a:rPr>
              <a:t>Sensibilidad 1: </a:t>
            </a:r>
          </a:p>
          <a:p>
            <a:pPr algn="ctr">
              <a:spcBef>
                <a:spcPct val="20000"/>
              </a:spcBef>
            </a:pPr>
            <a:r>
              <a:rPr lang="es-ES" sz="2200" b="1" dirty="0">
                <a:solidFill>
                  <a:srgbClr val="5CBDCA"/>
                </a:solidFill>
                <a:latin typeface="+mn-lt"/>
                <a:ea typeface="+mn-ea"/>
              </a:rPr>
              <a:t>Sin Interconexión de Marruecos</a:t>
            </a:r>
          </a:p>
        </p:txBody>
      </p:sp>
    </p:spTree>
    <p:extLst>
      <p:ext uri="{BB962C8B-B14F-4D97-AF65-F5344CB8AC3E}">
        <p14:creationId xmlns:p14="http://schemas.microsoft.com/office/powerpoint/2010/main" val="35449766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85DAC-DE25-7767-E0CA-578691115B25}"/>
            </a:ext>
          </a:extLst>
        </p:cNvPr>
        <p:cNvGrpSpPr/>
        <p:nvPr/>
      </p:nvGrpSpPr>
      <p:grpSpPr>
        <a:xfrm>
          <a:off x="0" y="0"/>
          <a:ext cx="0" cy="0"/>
          <a:chOff x="0" y="0"/>
          <a:chExt cx="0" cy="0"/>
        </a:xfrm>
      </p:grpSpPr>
      <p:sp>
        <p:nvSpPr>
          <p:cNvPr id="5" name="Elipse 4">
            <a:extLst>
              <a:ext uri="{FF2B5EF4-FFF2-40B4-BE49-F238E27FC236}">
                <a16:creationId xmlns:a16="http://schemas.microsoft.com/office/drawing/2014/main" id="{D946F20A-49CC-53DC-3E72-97365CEABB10}"/>
              </a:ext>
            </a:extLst>
          </p:cNvPr>
          <p:cNvSpPr/>
          <p:nvPr/>
        </p:nvSpPr>
        <p:spPr>
          <a:xfrm>
            <a:off x="7415520" y="1061423"/>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8" name="CuadroTexto 7">
            <a:extLst>
              <a:ext uri="{FF2B5EF4-FFF2-40B4-BE49-F238E27FC236}">
                <a16:creationId xmlns:a16="http://schemas.microsoft.com/office/drawing/2014/main" id="{5AD996BB-ECDD-CD91-4B23-CB6D9EAF2388}"/>
              </a:ext>
            </a:extLst>
          </p:cNvPr>
          <p:cNvSpPr txBox="1"/>
          <p:nvPr/>
        </p:nvSpPr>
        <p:spPr>
          <a:xfrm>
            <a:off x="7422051" y="1172503"/>
            <a:ext cx="927463" cy="215444"/>
          </a:xfrm>
          <a:prstGeom prst="rect">
            <a:avLst/>
          </a:prstGeom>
          <a:noFill/>
        </p:spPr>
        <p:txBody>
          <a:bodyPr wrap="square" rtlCol="0">
            <a:spAutoFit/>
          </a:bodyPr>
          <a:lstStyle/>
          <a:p>
            <a:r>
              <a:rPr lang="es-ES" sz="800" dirty="0"/>
              <a:t>FRh2</a:t>
            </a:r>
          </a:p>
        </p:txBody>
      </p:sp>
      <p:sp>
        <p:nvSpPr>
          <p:cNvPr id="9" name="Elipse 8">
            <a:extLst>
              <a:ext uri="{FF2B5EF4-FFF2-40B4-BE49-F238E27FC236}">
                <a16:creationId xmlns:a16="http://schemas.microsoft.com/office/drawing/2014/main" id="{2366E588-2F43-14B8-2391-06F92695E440}"/>
              </a:ext>
            </a:extLst>
          </p:cNvPr>
          <p:cNvSpPr/>
          <p:nvPr/>
        </p:nvSpPr>
        <p:spPr>
          <a:xfrm>
            <a:off x="7885783" y="1880029"/>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0" name="CuadroTexto 9">
            <a:extLst>
              <a:ext uri="{FF2B5EF4-FFF2-40B4-BE49-F238E27FC236}">
                <a16:creationId xmlns:a16="http://schemas.microsoft.com/office/drawing/2014/main" id="{458AC255-E7CC-1FBA-23D8-A9E86E09A49B}"/>
              </a:ext>
            </a:extLst>
          </p:cNvPr>
          <p:cNvSpPr txBox="1"/>
          <p:nvPr/>
        </p:nvSpPr>
        <p:spPr>
          <a:xfrm>
            <a:off x="7866189" y="1991109"/>
            <a:ext cx="927463" cy="215444"/>
          </a:xfrm>
          <a:prstGeom prst="rect">
            <a:avLst/>
          </a:prstGeom>
          <a:noFill/>
        </p:spPr>
        <p:txBody>
          <a:bodyPr wrap="square" rtlCol="0">
            <a:spAutoFit/>
          </a:bodyPr>
          <a:lstStyle/>
          <a:p>
            <a:r>
              <a:rPr lang="es-ES" sz="800" dirty="0"/>
              <a:t>FRh2S</a:t>
            </a:r>
          </a:p>
        </p:txBody>
      </p:sp>
      <p:sp>
        <p:nvSpPr>
          <p:cNvPr id="11" name="Elipse 10">
            <a:extLst>
              <a:ext uri="{FF2B5EF4-FFF2-40B4-BE49-F238E27FC236}">
                <a16:creationId xmlns:a16="http://schemas.microsoft.com/office/drawing/2014/main" id="{71A3C4E1-B7FF-76E1-2B06-BE080C945AD7}"/>
              </a:ext>
            </a:extLst>
          </p:cNvPr>
          <p:cNvSpPr/>
          <p:nvPr/>
        </p:nvSpPr>
        <p:spPr>
          <a:xfrm>
            <a:off x="6922398" y="1880029"/>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2" name="CuadroTexto 11">
            <a:extLst>
              <a:ext uri="{FF2B5EF4-FFF2-40B4-BE49-F238E27FC236}">
                <a16:creationId xmlns:a16="http://schemas.microsoft.com/office/drawing/2014/main" id="{20954499-FDF9-49FE-FAF4-FA91448C0C36}"/>
              </a:ext>
            </a:extLst>
          </p:cNvPr>
          <p:cNvSpPr txBox="1"/>
          <p:nvPr/>
        </p:nvSpPr>
        <p:spPr>
          <a:xfrm>
            <a:off x="6857084" y="1991109"/>
            <a:ext cx="927463" cy="215444"/>
          </a:xfrm>
          <a:prstGeom prst="rect">
            <a:avLst/>
          </a:prstGeom>
          <a:noFill/>
        </p:spPr>
        <p:txBody>
          <a:bodyPr wrap="square" rtlCol="0">
            <a:spAutoFit/>
          </a:bodyPr>
          <a:lstStyle/>
          <a:p>
            <a:r>
              <a:rPr lang="es-ES" sz="800" dirty="0"/>
              <a:t>FRh2SW</a:t>
            </a:r>
          </a:p>
        </p:txBody>
      </p:sp>
      <p:sp>
        <p:nvSpPr>
          <p:cNvPr id="13" name="Elipse 12">
            <a:extLst>
              <a:ext uri="{FF2B5EF4-FFF2-40B4-BE49-F238E27FC236}">
                <a16:creationId xmlns:a16="http://schemas.microsoft.com/office/drawing/2014/main" id="{20C9446D-4351-1992-0B6F-7092D8E6A196}"/>
              </a:ext>
            </a:extLst>
          </p:cNvPr>
          <p:cNvSpPr/>
          <p:nvPr/>
        </p:nvSpPr>
        <p:spPr>
          <a:xfrm>
            <a:off x="7053027" y="2986063"/>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4" name="CuadroTexto 13">
            <a:extLst>
              <a:ext uri="{FF2B5EF4-FFF2-40B4-BE49-F238E27FC236}">
                <a16:creationId xmlns:a16="http://schemas.microsoft.com/office/drawing/2014/main" id="{1F31768F-F917-5698-C455-A53FE8C00796}"/>
              </a:ext>
            </a:extLst>
          </p:cNvPr>
          <p:cNvSpPr txBox="1"/>
          <p:nvPr/>
        </p:nvSpPr>
        <p:spPr>
          <a:xfrm>
            <a:off x="7066089" y="3093785"/>
            <a:ext cx="470263" cy="215444"/>
          </a:xfrm>
          <a:prstGeom prst="rect">
            <a:avLst/>
          </a:prstGeom>
          <a:noFill/>
        </p:spPr>
        <p:txBody>
          <a:bodyPr wrap="square" rtlCol="0">
            <a:spAutoFit/>
          </a:bodyPr>
          <a:lstStyle/>
          <a:p>
            <a:r>
              <a:rPr lang="es-ES" sz="800" dirty="0"/>
              <a:t>ESh2</a:t>
            </a:r>
          </a:p>
        </p:txBody>
      </p:sp>
      <p:sp>
        <p:nvSpPr>
          <p:cNvPr id="15" name="Elipse 14">
            <a:extLst>
              <a:ext uri="{FF2B5EF4-FFF2-40B4-BE49-F238E27FC236}">
                <a16:creationId xmlns:a16="http://schemas.microsoft.com/office/drawing/2014/main" id="{B2AB30CF-C4AD-B7A8-623F-C5D1D4325E06}"/>
              </a:ext>
            </a:extLst>
          </p:cNvPr>
          <p:cNvSpPr/>
          <p:nvPr/>
        </p:nvSpPr>
        <p:spPr>
          <a:xfrm>
            <a:off x="5828382" y="2986063"/>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6" name="CuadroTexto 15">
            <a:extLst>
              <a:ext uri="{FF2B5EF4-FFF2-40B4-BE49-F238E27FC236}">
                <a16:creationId xmlns:a16="http://schemas.microsoft.com/office/drawing/2014/main" id="{E646BD65-1E8F-1C0C-667D-B829BE3EC0E9}"/>
              </a:ext>
            </a:extLst>
          </p:cNvPr>
          <p:cNvSpPr txBox="1"/>
          <p:nvPr/>
        </p:nvSpPr>
        <p:spPr>
          <a:xfrm>
            <a:off x="5841444" y="3093785"/>
            <a:ext cx="470263" cy="215444"/>
          </a:xfrm>
          <a:prstGeom prst="rect">
            <a:avLst/>
          </a:prstGeom>
          <a:noFill/>
        </p:spPr>
        <p:txBody>
          <a:bodyPr wrap="square" rtlCol="0">
            <a:spAutoFit/>
          </a:bodyPr>
          <a:lstStyle/>
          <a:p>
            <a:r>
              <a:rPr lang="es-ES" sz="800" dirty="0"/>
              <a:t>PTh2</a:t>
            </a:r>
          </a:p>
        </p:txBody>
      </p:sp>
      <p:sp>
        <p:nvSpPr>
          <p:cNvPr id="17" name="Elipse 16">
            <a:extLst>
              <a:ext uri="{FF2B5EF4-FFF2-40B4-BE49-F238E27FC236}">
                <a16:creationId xmlns:a16="http://schemas.microsoft.com/office/drawing/2014/main" id="{65D2BB06-0224-463B-CE57-D6E012B06825}"/>
              </a:ext>
            </a:extLst>
          </p:cNvPr>
          <p:cNvSpPr/>
          <p:nvPr/>
        </p:nvSpPr>
        <p:spPr>
          <a:xfrm>
            <a:off x="6202851" y="4242275"/>
            <a:ext cx="470263" cy="437605"/>
          </a:xfrm>
          <a:prstGeom prst="ellipse">
            <a:avLst/>
          </a:prstGeom>
          <a:solidFill>
            <a:schemeClr val="bg1"/>
          </a:solidFill>
          <a:ln w="12700">
            <a:solidFill>
              <a:schemeClr val="bg2">
                <a:lumMod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8" name="CuadroTexto 17">
            <a:extLst>
              <a:ext uri="{FF2B5EF4-FFF2-40B4-BE49-F238E27FC236}">
                <a16:creationId xmlns:a16="http://schemas.microsoft.com/office/drawing/2014/main" id="{2AB4EFED-DC7B-FF5B-4E00-56EF9566E48A}"/>
              </a:ext>
            </a:extLst>
          </p:cNvPr>
          <p:cNvSpPr txBox="1"/>
          <p:nvPr/>
        </p:nvSpPr>
        <p:spPr>
          <a:xfrm>
            <a:off x="6202851" y="4349997"/>
            <a:ext cx="470263" cy="215444"/>
          </a:xfrm>
          <a:prstGeom prst="rect">
            <a:avLst/>
          </a:prstGeom>
          <a:noFill/>
        </p:spPr>
        <p:txBody>
          <a:bodyPr wrap="square" rtlCol="0">
            <a:spAutoFit/>
          </a:bodyPr>
          <a:lstStyle/>
          <a:p>
            <a:r>
              <a:rPr lang="es-ES" sz="800" dirty="0">
                <a:solidFill>
                  <a:schemeClr val="bg2">
                    <a:lumMod val="90000"/>
                  </a:schemeClr>
                </a:solidFill>
              </a:rPr>
              <a:t>MAh2</a:t>
            </a:r>
          </a:p>
        </p:txBody>
      </p:sp>
      <p:sp>
        <p:nvSpPr>
          <p:cNvPr id="19" name="Elipse 18">
            <a:extLst>
              <a:ext uri="{FF2B5EF4-FFF2-40B4-BE49-F238E27FC236}">
                <a16:creationId xmlns:a16="http://schemas.microsoft.com/office/drawing/2014/main" id="{C4092D0C-8F51-2A4A-238F-BDBD4C53469E}"/>
              </a:ext>
            </a:extLst>
          </p:cNvPr>
          <p:cNvSpPr/>
          <p:nvPr/>
        </p:nvSpPr>
        <p:spPr>
          <a:xfrm>
            <a:off x="6011264" y="835523"/>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20" name="CuadroTexto 19">
            <a:extLst>
              <a:ext uri="{FF2B5EF4-FFF2-40B4-BE49-F238E27FC236}">
                <a16:creationId xmlns:a16="http://schemas.microsoft.com/office/drawing/2014/main" id="{84157B9B-38DE-5D64-25D7-F757FEE47B76}"/>
              </a:ext>
            </a:extLst>
          </p:cNvPr>
          <p:cNvSpPr txBox="1"/>
          <p:nvPr/>
        </p:nvSpPr>
        <p:spPr>
          <a:xfrm>
            <a:off x="6017795" y="946603"/>
            <a:ext cx="927463" cy="215444"/>
          </a:xfrm>
          <a:prstGeom prst="rect">
            <a:avLst/>
          </a:prstGeom>
          <a:noFill/>
        </p:spPr>
        <p:txBody>
          <a:bodyPr wrap="square" rtlCol="0">
            <a:spAutoFit/>
          </a:bodyPr>
          <a:lstStyle/>
          <a:p>
            <a:r>
              <a:rPr lang="es-ES" sz="800" dirty="0"/>
              <a:t>EUh2</a:t>
            </a:r>
          </a:p>
        </p:txBody>
      </p:sp>
      <p:cxnSp>
        <p:nvCxnSpPr>
          <p:cNvPr id="52" name="Conector recto de flecha 51">
            <a:extLst>
              <a:ext uri="{FF2B5EF4-FFF2-40B4-BE49-F238E27FC236}">
                <a16:creationId xmlns:a16="http://schemas.microsoft.com/office/drawing/2014/main" id="{15905C03-21C5-D408-2DCE-8C1AFA3BE4D6}"/>
              </a:ext>
            </a:extLst>
          </p:cNvPr>
          <p:cNvCxnSpPr>
            <a:cxnSpLocks/>
          </p:cNvCxnSpPr>
          <p:nvPr/>
        </p:nvCxnSpPr>
        <p:spPr>
          <a:xfrm>
            <a:off x="6673114" y="1097186"/>
            <a:ext cx="574766" cy="11108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3" name="Conector recto de flecha 52">
            <a:extLst>
              <a:ext uri="{FF2B5EF4-FFF2-40B4-BE49-F238E27FC236}">
                <a16:creationId xmlns:a16="http://schemas.microsoft.com/office/drawing/2014/main" id="{4FEF4103-9B20-9470-548B-B92A3AD2A144}"/>
              </a:ext>
            </a:extLst>
          </p:cNvPr>
          <p:cNvCxnSpPr>
            <a:cxnSpLocks/>
          </p:cNvCxnSpPr>
          <p:nvPr/>
        </p:nvCxnSpPr>
        <p:spPr>
          <a:xfrm>
            <a:off x="7866189" y="1507763"/>
            <a:ext cx="130773" cy="29168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Conector recto de flecha 56">
            <a:extLst>
              <a:ext uri="{FF2B5EF4-FFF2-40B4-BE49-F238E27FC236}">
                <a16:creationId xmlns:a16="http://schemas.microsoft.com/office/drawing/2014/main" id="{6C9F6C8A-E28C-D90F-E815-8C5FDB32F681}"/>
              </a:ext>
            </a:extLst>
          </p:cNvPr>
          <p:cNvCxnSpPr>
            <a:cxnSpLocks/>
          </p:cNvCxnSpPr>
          <p:nvPr/>
        </p:nvCxnSpPr>
        <p:spPr>
          <a:xfrm>
            <a:off x="6415122" y="3179690"/>
            <a:ext cx="507276" cy="1192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1" name="Conector recto de flecha 60">
            <a:extLst>
              <a:ext uri="{FF2B5EF4-FFF2-40B4-BE49-F238E27FC236}">
                <a16:creationId xmlns:a16="http://schemas.microsoft.com/office/drawing/2014/main" id="{0A1B89ED-54F1-7357-2B95-AA2795A62F70}"/>
              </a:ext>
            </a:extLst>
          </p:cNvPr>
          <p:cNvCxnSpPr>
            <a:cxnSpLocks/>
          </p:cNvCxnSpPr>
          <p:nvPr/>
        </p:nvCxnSpPr>
        <p:spPr>
          <a:xfrm flipV="1">
            <a:off x="7490344" y="2386260"/>
            <a:ext cx="441231" cy="54594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6" name="Conector recto de flecha 65">
            <a:extLst>
              <a:ext uri="{FF2B5EF4-FFF2-40B4-BE49-F238E27FC236}">
                <a16:creationId xmlns:a16="http://schemas.microsoft.com/office/drawing/2014/main" id="{01BD7E89-B192-0D4C-DE3A-BDD7680DC9B4}"/>
              </a:ext>
            </a:extLst>
          </p:cNvPr>
          <p:cNvCxnSpPr>
            <a:cxnSpLocks/>
          </p:cNvCxnSpPr>
          <p:nvPr/>
        </p:nvCxnSpPr>
        <p:spPr>
          <a:xfrm flipV="1">
            <a:off x="7193996" y="2386260"/>
            <a:ext cx="0" cy="49150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8" name="Conector recto de flecha 67">
            <a:extLst>
              <a:ext uri="{FF2B5EF4-FFF2-40B4-BE49-F238E27FC236}">
                <a16:creationId xmlns:a16="http://schemas.microsoft.com/office/drawing/2014/main" id="{CB3AACA1-B9DF-AC32-C4DF-B7FB7133F98B}"/>
              </a:ext>
            </a:extLst>
          </p:cNvPr>
          <p:cNvCxnSpPr>
            <a:cxnSpLocks/>
            <a:endCxn id="12" idx="3"/>
          </p:cNvCxnSpPr>
          <p:nvPr/>
        </p:nvCxnSpPr>
        <p:spPr>
          <a:xfrm>
            <a:off x="7451062" y="2088549"/>
            <a:ext cx="333485" cy="1028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1" name="Conector recto de flecha 70">
            <a:extLst>
              <a:ext uri="{FF2B5EF4-FFF2-40B4-BE49-F238E27FC236}">
                <a16:creationId xmlns:a16="http://schemas.microsoft.com/office/drawing/2014/main" id="{30EF96AB-248A-5D3C-EAC5-F8BD25D1FF36}"/>
              </a:ext>
            </a:extLst>
          </p:cNvPr>
          <p:cNvCxnSpPr>
            <a:cxnSpLocks/>
          </p:cNvCxnSpPr>
          <p:nvPr/>
        </p:nvCxnSpPr>
        <p:spPr>
          <a:xfrm flipV="1">
            <a:off x="6668760" y="3530301"/>
            <a:ext cx="397329" cy="634453"/>
          </a:xfrm>
          <a:prstGeom prst="straightConnector1">
            <a:avLst/>
          </a:prstGeom>
          <a:ln>
            <a:solidFill>
              <a:schemeClr val="bg2">
                <a:lumMod val="90000"/>
              </a:schemeClr>
            </a:solidFill>
            <a:tailEnd type="triangle"/>
          </a:ln>
        </p:spPr>
        <p:style>
          <a:lnRef idx="1">
            <a:schemeClr val="dk1"/>
          </a:lnRef>
          <a:fillRef idx="0">
            <a:schemeClr val="dk1"/>
          </a:fillRef>
          <a:effectRef idx="0">
            <a:schemeClr val="dk1"/>
          </a:effectRef>
          <a:fontRef idx="minor">
            <a:schemeClr val="tx1"/>
          </a:fontRef>
        </p:style>
      </p:cxnSp>
      <p:sp>
        <p:nvSpPr>
          <p:cNvPr id="78" name="CuadroTexto 77">
            <a:extLst>
              <a:ext uri="{FF2B5EF4-FFF2-40B4-BE49-F238E27FC236}">
                <a16:creationId xmlns:a16="http://schemas.microsoft.com/office/drawing/2014/main" id="{A8A275BC-D2AF-D02F-4B74-FE6E94A1325F}"/>
              </a:ext>
            </a:extLst>
          </p:cNvPr>
          <p:cNvSpPr txBox="1"/>
          <p:nvPr/>
        </p:nvSpPr>
        <p:spPr>
          <a:xfrm>
            <a:off x="410944" y="321013"/>
            <a:ext cx="5095053" cy="4093428"/>
          </a:xfrm>
          <a:prstGeom prst="rect">
            <a:avLst/>
          </a:prstGeom>
          <a:noFill/>
        </p:spPr>
        <p:txBody>
          <a:bodyPr wrap="square" rtlCol="0">
            <a:spAutoFit/>
          </a:bodyPr>
          <a:lstStyle/>
          <a:p>
            <a:r>
              <a:rPr lang="es-ES" sz="1000" b="1" dirty="0">
                <a:solidFill>
                  <a:srgbClr val="5CBDCA"/>
                </a:solidFill>
              </a:rPr>
              <a:t>Sensibilidad</a:t>
            </a:r>
          </a:p>
          <a:p>
            <a:endParaRPr lang="es-ES" sz="1000" b="1" dirty="0"/>
          </a:p>
          <a:p>
            <a:pPr marL="171450" indent="-171450">
              <a:buFont typeface="Arial" panose="020B0604020202020204" pitchFamily="34" charset="0"/>
              <a:buChar char="•"/>
            </a:pPr>
            <a:r>
              <a:rPr lang="es-ES" sz="1000" dirty="0"/>
              <a:t>Eliminamos la interconexión de MAh2-ESh2</a:t>
            </a:r>
          </a:p>
          <a:p>
            <a:endParaRPr lang="es-ES" sz="1000" dirty="0"/>
          </a:p>
          <a:p>
            <a:pPr marL="171450" indent="-171450">
              <a:buFont typeface="Arial" panose="020B0604020202020204" pitchFamily="34" charset="0"/>
              <a:buChar char="•"/>
            </a:pPr>
            <a:r>
              <a:rPr lang="es-ES" sz="1000" dirty="0"/>
              <a:t>Creación de un escenario competidor: aparición de interconexión de ITh2 (high band)</a:t>
            </a:r>
          </a:p>
          <a:p>
            <a:pPr marL="171450" indent="-171450">
              <a:buFont typeface="Arial" panose="020B0604020202020204" pitchFamily="34" charset="0"/>
              <a:buChar char="•"/>
            </a:pPr>
            <a:endParaRPr lang="es-ES" sz="1000" b="1" dirty="0">
              <a:solidFill>
                <a:srgbClr val="5CBDCA"/>
              </a:solidFill>
            </a:endParaRPr>
          </a:p>
          <a:p>
            <a:pPr algn="just"/>
            <a:r>
              <a:rPr lang="es-ES" sz="1000" b="1" dirty="0">
                <a:solidFill>
                  <a:srgbClr val="5CBDCA"/>
                </a:solidFill>
              </a:rPr>
              <a:t>Contexto: ¿que aportaba MAh2 en nuestro sistema?</a:t>
            </a:r>
          </a:p>
          <a:p>
            <a:pPr algn="just"/>
            <a:endParaRPr lang="es-ES" sz="1000" b="1" dirty="0"/>
          </a:p>
          <a:p>
            <a:pPr marL="171450" indent="-171450" algn="just">
              <a:buFont typeface="Arial" panose="020B0604020202020204" pitchFamily="34" charset="0"/>
              <a:buChar char="•"/>
            </a:pPr>
            <a:r>
              <a:rPr lang="es-ES" sz="1000" dirty="0"/>
              <a:t>La red contará con  </a:t>
            </a:r>
            <a:r>
              <a:rPr lang="es-ES" sz="1000" b="1" dirty="0"/>
              <a:t>310.8 GWh </a:t>
            </a:r>
            <a:r>
              <a:rPr lang="es-ES" sz="1000" dirty="0"/>
              <a:t>menos para cubrir las demandas de h2 del sistema (flujo Marruecos).</a:t>
            </a:r>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r>
              <a:rPr lang="es-ES" sz="1000" dirty="0"/>
              <a:t>El </a:t>
            </a:r>
            <a:r>
              <a:rPr lang="es-ES" sz="1000" b="1" dirty="0"/>
              <a:t>56% </a:t>
            </a:r>
            <a:r>
              <a:rPr lang="es-ES" sz="1000" dirty="0"/>
              <a:t>del flujo de Marruecos era Low Band (a precio 0)</a:t>
            </a:r>
          </a:p>
          <a:p>
            <a:pPr algn="just"/>
            <a:endParaRPr lang="es-ES" sz="1000" dirty="0"/>
          </a:p>
          <a:p>
            <a:pPr algn="just"/>
            <a:r>
              <a:rPr lang="es-ES" sz="1000" b="1" dirty="0">
                <a:solidFill>
                  <a:srgbClr val="5CBDCA"/>
                </a:solidFill>
              </a:rPr>
              <a:t>Análisis Previo: ¿Qué podemos esperar con esta modificación?</a:t>
            </a:r>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r>
              <a:rPr lang="es-ES" sz="1000" dirty="0"/>
              <a:t>¿ Reducción de las exportaciones de hidrógeno de España ?</a:t>
            </a:r>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r>
              <a:rPr lang="es-ES" sz="1000" dirty="0"/>
              <a:t>¿ Aumento de la generación propia de hidrógeno ?</a:t>
            </a:r>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r>
              <a:rPr lang="es-ES" sz="1000" dirty="0"/>
              <a:t>¿ Aumento de las importaciones de hidrógeno en España ?</a:t>
            </a:r>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r>
              <a:rPr lang="es-ES" sz="1000" dirty="0"/>
              <a:t>¿ Aumento del Precio Marginal horario ?</a:t>
            </a:r>
          </a:p>
          <a:p>
            <a:pPr marL="171450" indent="-171450" algn="just">
              <a:buFont typeface="Arial" panose="020B0604020202020204" pitchFamily="34" charset="0"/>
              <a:buChar char="•"/>
            </a:pPr>
            <a:endParaRPr lang="es-ES" sz="1000" dirty="0"/>
          </a:p>
          <a:p>
            <a:pPr algn="just"/>
            <a:r>
              <a:rPr lang="es-ES" sz="1000" b="1" dirty="0">
                <a:solidFill>
                  <a:schemeClr val="accent1"/>
                </a:solidFill>
              </a:rPr>
              <a:t>Además, ¿ Cómo afectará a nuestras predicciones el escenario competidor ?</a:t>
            </a:r>
          </a:p>
        </p:txBody>
      </p:sp>
      <p:sp>
        <p:nvSpPr>
          <p:cNvPr id="80" name="CuadroTexto 79">
            <a:extLst>
              <a:ext uri="{FF2B5EF4-FFF2-40B4-BE49-F238E27FC236}">
                <a16:creationId xmlns:a16="http://schemas.microsoft.com/office/drawing/2014/main" id="{2A40A448-20E4-0A01-BBAA-63018E7FE2DD}"/>
              </a:ext>
            </a:extLst>
          </p:cNvPr>
          <p:cNvSpPr txBox="1"/>
          <p:nvPr/>
        </p:nvSpPr>
        <p:spPr>
          <a:xfrm>
            <a:off x="6692031" y="376368"/>
            <a:ext cx="1192253" cy="215444"/>
          </a:xfrm>
          <a:prstGeom prst="rect">
            <a:avLst/>
          </a:prstGeom>
          <a:noFill/>
        </p:spPr>
        <p:txBody>
          <a:bodyPr wrap="square" rtlCol="0">
            <a:spAutoFit/>
          </a:bodyPr>
          <a:lstStyle/>
          <a:p>
            <a:r>
              <a:rPr lang="es-ES" sz="800" dirty="0">
                <a:solidFill>
                  <a:srgbClr val="00B050"/>
                </a:solidFill>
              </a:rPr>
              <a:t>ITh2 – high band</a:t>
            </a:r>
          </a:p>
        </p:txBody>
      </p:sp>
      <p:cxnSp>
        <p:nvCxnSpPr>
          <p:cNvPr id="82" name="Conector: curvado 81">
            <a:extLst>
              <a:ext uri="{FF2B5EF4-FFF2-40B4-BE49-F238E27FC236}">
                <a16:creationId xmlns:a16="http://schemas.microsoft.com/office/drawing/2014/main" id="{9EA97AA1-1D1B-3508-00D8-58F5D768629C}"/>
              </a:ext>
            </a:extLst>
          </p:cNvPr>
          <p:cNvCxnSpPr>
            <a:cxnSpLocks/>
          </p:cNvCxnSpPr>
          <p:nvPr/>
        </p:nvCxnSpPr>
        <p:spPr>
          <a:xfrm rot="10800000" flipV="1">
            <a:off x="6316394" y="488458"/>
            <a:ext cx="375637" cy="288803"/>
          </a:xfrm>
          <a:prstGeom prst="curvedConnector2">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957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CFF63-81B9-1CD5-4587-B3E29226AAAE}"/>
            </a:ext>
          </a:extLst>
        </p:cNvPr>
        <p:cNvGrpSpPr/>
        <p:nvPr/>
      </p:nvGrpSpPr>
      <p:grpSpPr>
        <a:xfrm>
          <a:off x="0" y="0"/>
          <a:ext cx="0" cy="0"/>
          <a:chOff x="0" y="0"/>
          <a:chExt cx="0" cy="0"/>
        </a:xfrm>
      </p:grpSpPr>
      <p:sp>
        <p:nvSpPr>
          <p:cNvPr id="5" name="CuadroTexto 4">
            <a:extLst>
              <a:ext uri="{FF2B5EF4-FFF2-40B4-BE49-F238E27FC236}">
                <a16:creationId xmlns:a16="http://schemas.microsoft.com/office/drawing/2014/main" id="{C34B4060-927E-C27A-3DBB-4A6B04AB7794}"/>
              </a:ext>
            </a:extLst>
          </p:cNvPr>
          <p:cNvSpPr txBox="1"/>
          <p:nvPr/>
        </p:nvSpPr>
        <p:spPr>
          <a:xfrm>
            <a:off x="404947" y="357443"/>
            <a:ext cx="8013299" cy="1169551"/>
          </a:xfrm>
          <a:prstGeom prst="rect">
            <a:avLst/>
          </a:prstGeom>
          <a:noFill/>
        </p:spPr>
        <p:txBody>
          <a:bodyPr wrap="square">
            <a:spAutoFit/>
          </a:bodyPr>
          <a:lstStyle/>
          <a:p>
            <a:r>
              <a:rPr lang="es-ES" sz="1000" b="1" dirty="0">
                <a:solidFill>
                  <a:srgbClr val="5CBDCA"/>
                </a:solidFill>
              </a:rPr>
              <a:t>Resultados</a:t>
            </a:r>
          </a:p>
          <a:p>
            <a:endParaRPr lang="es-ES" sz="1000" b="1" dirty="0">
              <a:solidFill>
                <a:srgbClr val="5CBDCA"/>
              </a:solidFill>
            </a:endParaRPr>
          </a:p>
          <a:p>
            <a:pPr marL="228600" indent="-228600">
              <a:buAutoNum type="arabicPeriod"/>
            </a:pPr>
            <a:r>
              <a:rPr lang="es-ES" sz="1000" b="1" dirty="0">
                <a:solidFill>
                  <a:srgbClr val="5CBDCA"/>
                </a:solidFill>
              </a:rPr>
              <a:t>Producción de Hidrógeno en España</a:t>
            </a:r>
          </a:p>
          <a:p>
            <a:pPr marL="228600" indent="-228600">
              <a:buAutoNum type="arabicPeriod"/>
            </a:pPr>
            <a:endParaRPr lang="es-ES" sz="1000" b="1" dirty="0">
              <a:solidFill>
                <a:srgbClr val="5CBDCA"/>
              </a:solidFill>
            </a:endParaRPr>
          </a:p>
          <a:p>
            <a:pPr marL="171450" indent="-171450">
              <a:buFont typeface="Arial" panose="020B0604020202020204" pitchFamily="34" charset="0"/>
              <a:buChar char="•"/>
            </a:pPr>
            <a:r>
              <a:rPr lang="es-ES" sz="1000" dirty="0"/>
              <a:t>Aumento del </a:t>
            </a:r>
            <a:r>
              <a:rPr lang="es-ES" sz="1000" b="1" dirty="0"/>
              <a:t>28.97%</a:t>
            </a:r>
            <a:r>
              <a:rPr lang="es-ES" sz="1000" dirty="0"/>
              <a:t> de la generación por electrolizadores del Mercado Eléctrico en España (130.2 GWh)</a:t>
            </a:r>
          </a:p>
          <a:p>
            <a:pPr marL="171450" indent="-171450">
              <a:buFont typeface="Arial" panose="020B0604020202020204" pitchFamily="34" charset="0"/>
              <a:buChar char="•"/>
            </a:pPr>
            <a:endParaRPr lang="es-ES" sz="1000" dirty="0"/>
          </a:p>
          <a:p>
            <a:pPr marL="171450" indent="-171450">
              <a:buFont typeface="Arial" panose="020B0604020202020204" pitchFamily="34" charset="0"/>
              <a:buChar char="•"/>
            </a:pPr>
            <a:r>
              <a:rPr lang="es-ES" sz="1000" dirty="0"/>
              <a:t>Aumento del </a:t>
            </a:r>
            <a:r>
              <a:rPr lang="es-ES" sz="1000" b="1" dirty="0"/>
              <a:t>6.05% </a:t>
            </a:r>
            <a:r>
              <a:rPr lang="es-ES" sz="1000" dirty="0"/>
              <a:t>de la generación de los electrolizadores SRES de España (103.2 GWh)</a:t>
            </a:r>
          </a:p>
        </p:txBody>
      </p:sp>
      <p:sp>
        <p:nvSpPr>
          <p:cNvPr id="20" name="CuadroTexto 19">
            <a:extLst>
              <a:ext uri="{FF2B5EF4-FFF2-40B4-BE49-F238E27FC236}">
                <a16:creationId xmlns:a16="http://schemas.microsoft.com/office/drawing/2014/main" id="{CDE1887D-1B55-6FED-AC79-66E830F1849F}"/>
              </a:ext>
            </a:extLst>
          </p:cNvPr>
          <p:cNvSpPr txBox="1"/>
          <p:nvPr/>
        </p:nvSpPr>
        <p:spPr>
          <a:xfrm>
            <a:off x="502363" y="4310865"/>
            <a:ext cx="7915883" cy="246221"/>
          </a:xfrm>
          <a:prstGeom prst="rect">
            <a:avLst/>
          </a:prstGeom>
          <a:noFill/>
        </p:spPr>
        <p:txBody>
          <a:bodyPr wrap="square">
            <a:spAutoFit/>
          </a:bodyPr>
          <a:lstStyle/>
          <a:p>
            <a:pPr algn="ctr"/>
            <a:r>
              <a:rPr lang="es-ES" sz="1000" b="1" i="1">
                <a:solidFill>
                  <a:schemeClr val="accent1"/>
                </a:solidFill>
              </a:rPr>
              <a:t>¿ Como están actuando los competidores?</a:t>
            </a:r>
            <a:endParaRPr lang="es-ES" sz="1000" b="1" i="1" dirty="0">
              <a:solidFill>
                <a:schemeClr val="accent1"/>
              </a:solidFill>
            </a:endParaRPr>
          </a:p>
        </p:txBody>
      </p:sp>
      <p:pic>
        <p:nvPicPr>
          <p:cNvPr id="4" name="Imagen 3">
            <a:extLst>
              <a:ext uri="{FF2B5EF4-FFF2-40B4-BE49-F238E27FC236}">
                <a16:creationId xmlns:a16="http://schemas.microsoft.com/office/drawing/2014/main" id="{9613B309-A07B-5A1A-61EE-43DD3A9F6164}"/>
              </a:ext>
            </a:extLst>
          </p:cNvPr>
          <p:cNvPicPr>
            <a:picLocks noChangeAspect="1"/>
          </p:cNvPicPr>
          <p:nvPr/>
        </p:nvPicPr>
        <p:blipFill>
          <a:blip r:embed="rId3"/>
          <a:stretch>
            <a:fillRect/>
          </a:stretch>
        </p:blipFill>
        <p:spPr>
          <a:xfrm>
            <a:off x="502363" y="1737692"/>
            <a:ext cx="3909538" cy="2287003"/>
          </a:xfrm>
          <a:prstGeom prst="rect">
            <a:avLst/>
          </a:prstGeom>
        </p:spPr>
      </p:pic>
      <p:pic>
        <p:nvPicPr>
          <p:cNvPr id="8" name="Imagen 7">
            <a:extLst>
              <a:ext uri="{FF2B5EF4-FFF2-40B4-BE49-F238E27FC236}">
                <a16:creationId xmlns:a16="http://schemas.microsoft.com/office/drawing/2014/main" id="{10BBE727-A4C7-C032-DB9B-4767614D0BEF}"/>
              </a:ext>
            </a:extLst>
          </p:cNvPr>
          <p:cNvPicPr>
            <a:picLocks noChangeAspect="1"/>
          </p:cNvPicPr>
          <p:nvPr/>
        </p:nvPicPr>
        <p:blipFill>
          <a:blip r:embed="rId4"/>
          <a:stretch>
            <a:fillRect/>
          </a:stretch>
        </p:blipFill>
        <p:spPr>
          <a:xfrm>
            <a:off x="4571999" y="1737691"/>
            <a:ext cx="3909539" cy="2287003"/>
          </a:xfrm>
          <a:prstGeom prst="rect">
            <a:avLst/>
          </a:prstGeom>
        </p:spPr>
      </p:pic>
    </p:spTree>
    <p:extLst>
      <p:ext uri="{BB962C8B-B14F-4D97-AF65-F5344CB8AC3E}">
        <p14:creationId xmlns:p14="http://schemas.microsoft.com/office/powerpoint/2010/main" val="40598484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5D974-F8C2-2193-5C33-A7A5A325E9BE}"/>
            </a:ext>
          </a:extLst>
        </p:cNvPr>
        <p:cNvGrpSpPr/>
        <p:nvPr/>
      </p:nvGrpSpPr>
      <p:grpSpPr>
        <a:xfrm>
          <a:off x="0" y="0"/>
          <a:ext cx="0" cy="0"/>
          <a:chOff x="0" y="0"/>
          <a:chExt cx="0" cy="0"/>
        </a:xfrm>
      </p:grpSpPr>
      <p:sp>
        <p:nvSpPr>
          <p:cNvPr id="6" name="CuadroTexto 5">
            <a:extLst>
              <a:ext uri="{FF2B5EF4-FFF2-40B4-BE49-F238E27FC236}">
                <a16:creationId xmlns:a16="http://schemas.microsoft.com/office/drawing/2014/main" id="{DEE858C6-6142-F428-ABD1-E9F6AAF3EAEF}"/>
              </a:ext>
            </a:extLst>
          </p:cNvPr>
          <p:cNvSpPr txBox="1"/>
          <p:nvPr/>
        </p:nvSpPr>
        <p:spPr>
          <a:xfrm>
            <a:off x="404947" y="357443"/>
            <a:ext cx="8013299" cy="1015663"/>
          </a:xfrm>
          <a:prstGeom prst="rect">
            <a:avLst/>
          </a:prstGeom>
          <a:noFill/>
        </p:spPr>
        <p:txBody>
          <a:bodyPr wrap="square">
            <a:spAutoFit/>
          </a:bodyPr>
          <a:lstStyle/>
          <a:p>
            <a:r>
              <a:rPr lang="es-ES" sz="1000" b="1" dirty="0">
                <a:solidFill>
                  <a:srgbClr val="5CBDCA"/>
                </a:solidFill>
              </a:rPr>
              <a:t>Resultados</a:t>
            </a:r>
          </a:p>
          <a:p>
            <a:endParaRPr lang="es-ES" sz="1000" b="1" dirty="0">
              <a:solidFill>
                <a:srgbClr val="5CBDCA"/>
              </a:solidFill>
            </a:endParaRPr>
          </a:p>
          <a:p>
            <a:r>
              <a:rPr lang="es-ES" sz="1000" b="1" dirty="0">
                <a:solidFill>
                  <a:srgbClr val="5CBDCA"/>
                </a:solidFill>
              </a:rPr>
              <a:t>2. Actuación de los agentes competidores</a:t>
            </a:r>
          </a:p>
          <a:p>
            <a:endParaRPr lang="es-ES" sz="1000" b="1" dirty="0">
              <a:solidFill>
                <a:srgbClr val="5CBDCA"/>
              </a:solidFill>
            </a:endParaRPr>
          </a:p>
          <a:p>
            <a:pPr marL="171450" indent="-171450">
              <a:buFont typeface="Arial" panose="020B0604020202020204" pitchFamily="34" charset="0"/>
              <a:buChar char="•"/>
            </a:pPr>
            <a:r>
              <a:rPr lang="es-ES" sz="1000" dirty="0"/>
              <a:t>Toda la capacidad disponible para generar h2 por medio de IT-high band se utiliza, para enviarlo todo hacia FRh2.</a:t>
            </a:r>
          </a:p>
          <a:p>
            <a:pPr marL="171450" indent="-171450">
              <a:buFont typeface="Arial" panose="020B0604020202020204" pitchFamily="34" charset="0"/>
              <a:buChar char="•"/>
            </a:pPr>
            <a:endParaRPr lang="es-ES" sz="1000" dirty="0"/>
          </a:p>
        </p:txBody>
      </p:sp>
      <p:pic>
        <p:nvPicPr>
          <p:cNvPr id="8" name="Imagen 7">
            <a:extLst>
              <a:ext uri="{FF2B5EF4-FFF2-40B4-BE49-F238E27FC236}">
                <a16:creationId xmlns:a16="http://schemas.microsoft.com/office/drawing/2014/main" id="{DE5DCBF1-CAF6-77B6-1A39-27CB479C330F}"/>
              </a:ext>
            </a:extLst>
          </p:cNvPr>
          <p:cNvPicPr>
            <a:picLocks noChangeAspect="1"/>
          </p:cNvPicPr>
          <p:nvPr/>
        </p:nvPicPr>
        <p:blipFill>
          <a:blip r:embed="rId3"/>
          <a:stretch>
            <a:fillRect/>
          </a:stretch>
        </p:blipFill>
        <p:spPr>
          <a:xfrm>
            <a:off x="2261241" y="1373106"/>
            <a:ext cx="4425629" cy="3616905"/>
          </a:xfrm>
          <a:prstGeom prst="rect">
            <a:avLst/>
          </a:prstGeom>
        </p:spPr>
      </p:pic>
    </p:spTree>
    <p:extLst>
      <p:ext uri="{BB962C8B-B14F-4D97-AF65-F5344CB8AC3E}">
        <p14:creationId xmlns:p14="http://schemas.microsoft.com/office/powerpoint/2010/main" val="13055040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084FE-7423-6CBB-0D9A-ECB03FA135CC}"/>
            </a:ext>
          </a:extLst>
        </p:cNvPr>
        <p:cNvGrpSpPr/>
        <p:nvPr/>
      </p:nvGrpSpPr>
      <p:grpSpPr>
        <a:xfrm>
          <a:off x="0" y="0"/>
          <a:ext cx="0" cy="0"/>
          <a:chOff x="0" y="0"/>
          <a:chExt cx="0" cy="0"/>
        </a:xfrm>
      </p:grpSpPr>
      <p:sp>
        <p:nvSpPr>
          <p:cNvPr id="7" name="CuadroTexto 6">
            <a:extLst>
              <a:ext uri="{FF2B5EF4-FFF2-40B4-BE49-F238E27FC236}">
                <a16:creationId xmlns:a16="http://schemas.microsoft.com/office/drawing/2014/main" id="{0B575E6A-CA38-DEBD-E634-A6469ACE67CC}"/>
              </a:ext>
            </a:extLst>
          </p:cNvPr>
          <p:cNvSpPr txBox="1"/>
          <p:nvPr/>
        </p:nvSpPr>
        <p:spPr>
          <a:xfrm>
            <a:off x="404947" y="357443"/>
            <a:ext cx="8013299" cy="1169551"/>
          </a:xfrm>
          <a:prstGeom prst="rect">
            <a:avLst/>
          </a:prstGeom>
          <a:noFill/>
        </p:spPr>
        <p:txBody>
          <a:bodyPr wrap="square">
            <a:spAutoFit/>
          </a:bodyPr>
          <a:lstStyle/>
          <a:p>
            <a:r>
              <a:rPr lang="es-ES" sz="1000" b="1" dirty="0">
                <a:solidFill>
                  <a:srgbClr val="5CBDCA"/>
                </a:solidFill>
              </a:rPr>
              <a:t>Resultados</a:t>
            </a:r>
          </a:p>
          <a:p>
            <a:endParaRPr lang="es-ES" sz="1000" b="1" dirty="0">
              <a:solidFill>
                <a:srgbClr val="5CBDCA"/>
              </a:solidFill>
            </a:endParaRPr>
          </a:p>
          <a:p>
            <a:r>
              <a:rPr lang="es-ES" sz="1000" b="1" dirty="0">
                <a:solidFill>
                  <a:srgbClr val="5CBDCA"/>
                </a:solidFill>
              </a:rPr>
              <a:t>3. Flujo de Interconexiones</a:t>
            </a:r>
          </a:p>
          <a:p>
            <a:pPr marL="228600" indent="-228600">
              <a:buAutoNum type="arabicPeriod"/>
            </a:pPr>
            <a:endParaRPr lang="es-ES" sz="1000" b="1" dirty="0">
              <a:solidFill>
                <a:srgbClr val="5CBDCA"/>
              </a:solidFill>
            </a:endParaRPr>
          </a:p>
          <a:p>
            <a:pPr marL="171450" indent="-171450">
              <a:buFont typeface="Arial" panose="020B0604020202020204" pitchFamily="34" charset="0"/>
              <a:buChar char="•"/>
            </a:pPr>
            <a:r>
              <a:rPr lang="es-ES" sz="1000" dirty="0"/>
              <a:t>Reducción del </a:t>
            </a:r>
            <a:r>
              <a:rPr lang="es-ES" sz="1000" b="1" dirty="0"/>
              <a:t>1% </a:t>
            </a:r>
            <a:r>
              <a:rPr lang="es-ES" sz="1000" dirty="0"/>
              <a:t>de la utilización de la interconexión de BarMar con dirección ESh2-FRh2 (9.6 GWh)</a:t>
            </a:r>
          </a:p>
          <a:p>
            <a:pPr marL="171450" indent="-171450">
              <a:buFont typeface="Arial" panose="020B0604020202020204" pitchFamily="34" charset="0"/>
              <a:buChar char="•"/>
            </a:pPr>
            <a:endParaRPr lang="es-ES" sz="1000" dirty="0"/>
          </a:p>
          <a:p>
            <a:pPr marL="171450" indent="-171450">
              <a:buFont typeface="Arial" panose="020B0604020202020204" pitchFamily="34" charset="0"/>
              <a:buChar char="•"/>
            </a:pPr>
            <a:r>
              <a:rPr lang="es-ES" sz="1000" dirty="0"/>
              <a:t>Aumento del </a:t>
            </a:r>
            <a:r>
              <a:rPr lang="es-ES" sz="1000" b="1" dirty="0"/>
              <a:t>46%</a:t>
            </a:r>
            <a:r>
              <a:rPr lang="es-ES" sz="1000" dirty="0"/>
              <a:t> de la utilización de la interconexión de BarMar con dirección FRh2-ESh2 (116.2 GWh)</a:t>
            </a:r>
          </a:p>
        </p:txBody>
      </p:sp>
      <p:pic>
        <p:nvPicPr>
          <p:cNvPr id="4" name="Imagen 3">
            <a:extLst>
              <a:ext uri="{FF2B5EF4-FFF2-40B4-BE49-F238E27FC236}">
                <a16:creationId xmlns:a16="http://schemas.microsoft.com/office/drawing/2014/main" id="{A4B7841B-9188-9722-ACD3-5AFAB49502A7}"/>
              </a:ext>
            </a:extLst>
          </p:cNvPr>
          <p:cNvPicPr>
            <a:picLocks noChangeAspect="1"/>
          </p:cNvPicPr>
          <p:nvPr/>
        </p:nvPicPr>
        <p:blipFill>
          <a:blip r:embed="rId3"/>
          <a:stretch>
            <a:fillRect/>
          </a:stretch>
        </p:blipFill>
        <p:spPr>
          <a:xfrm>
            <a:off x="1456829" y="1760378"/>
            <a:ext cx="5486400" cy="2836027"/>
          </a:xfrm>
          <a:prstGeom prst="rect">
            <a:avLst/>
          </a:prstGeom>
        </p:spPr>
      </p:pic>
    </p:spTree>
    <p:extLst>
      <p:ext uri="{BB962C8B-B14F-4D97-AF65-F5344CB8AC3E}">
        <p14:creationId xmlns:p14="http://schemas.microsoft.com/office/powerpoint/2010/main" val="39760491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B4678-5CB1-9108-7608-4A543DEE7A5D}"/>
            </a:ext>
          </a:extLst>
        </p:cNvPr>
        <p:cNvGrpSpPr/>
        <p:nvPr/>
      </p:nvGrpSpPr>
      <p:grpSpPr>
        <a:xfrm>
          <a:off x="0" y="0"/>
          <a:ext cx="0" cy="0"/>
          <a:chOff x="0" y="0"/>
          <a:chExt cx="0" cy="0"/>
        </a:xfrm>
      </p:grpSpPr>
      <p:graphicFrame>
        <p:nvGraphicFramePr>
          <p:cNvPr id="16" name="Tabla 15">
            <a:extLst>
              <a:ext uri="{FF2B5EF4-FFF2-40B4-BE49-F238E27FC236}">
                <a16:creationId xmlns:a16="http://schemas.microsoft.com/office/drawing/2014/main" id="{5318133A-51A1-C090-E658-FF964F9F0B88}"/>
              </a:ext>
            </a:extLst>
          </p:cNvPr>
          <p:cNvGraphicFramePr>
            <a:graphicFrameLocks noGrp="1"/>
          </p:cNvGraphicFramePr>
          <p:nvPr>
            <p:extLst>
              <p:ext uri="{D42A27DB-BD31-4B8C-83A1-F6EECF244321}">
                <p14:modId xmlns:p14="http://schemas.microsoft.com/office/powerpoint/2010/main" val="1534633686"/>
              </p:ext>
            </p:extLst>
          </p:nvPr>
        </p:nvGraphicFramePr>
        <p:xfrm>
          <a:off x="5190979" y="3711789"/>
          <a:ext cx="3241276" cy="464820"/>
        </p:xfrm>
        <a:graphic>
          <a:graphicData uri="http://schemas.openxmlformats.org/drawingml/2006/table">
            <a:tbl>
              <a:tblPr>
                <a:tableStyleId>{9D7B26C5-4107-4FEC-AEDC-1716B250A1EF}</a:tableStyleId>
              </a:tblPr>
              <a:tblGrid>
                <a:gridCol w="663934">
                  <a:extLst>
                    <a:ext uri="{9D8B030D-6E8A-4147-A177-3AD203B41FA5}">
                      <a16:colId xmlns:a16="http://schemas.microsoft.com/office/drawing/2014/main" val="1330702104"/>
                    </a:ext>
                  </a:extLst>
                </a:gridCol>
                <a:gridCol w="711786">
                  <a:extLst>
                    <a:ext uri="{9D8B030D-6E8A-4147-A177-3AD203B41FA5}">
                      <a16:colId xmlns:a16="http://schemas.microsoft.com/office/drawing/2014/main" val="2138787485"/>
                    </a:ext>
                  </a:extLst>
                </a:gridCol>
                <a:gridCol w="702018">
                  <a:extLst>
                    <a:ext uri="{9D8B030D-6E8A-4147-A177-3AD203B41FA5}">
                      <a16:colId xmlns:a16="http://schemas.microsoft.com/office/drawing/2014/main" val="295628490"/>
                    </a:ext>
                  </a:extLst>
                </a:gridCol>
                <a:gridCol w="510257">
                  <a:extLst>
                    <a:ext uri="{9D8B030D-6E8A-4147-A177-3AD203B41FA5}">
                      <a16:colId xmlns:a16="http://schemas.microsoft.com/office/drawing/2014/main" val="461530272"/>
                    </a:ext>
                  </a:extLst>
                </a:gridCol>
                <a:gridCol w="653281">
                  <a:extLst>
                    <a:ext uri="{9D8B030D-6E8A-4147-A177-3AD203B41FA5}">
                      <a16:colId xmlns:a16="http://schemas.microsoft.com/office/drawing/2014/main" val="1909422019"/>
                    </a:ext>
                  </a:extLst>
                </a:gridCol>
              </a:tblGrid>
              <a:tr h="184150">
                <a:tc>
                  <a:txBody>
                    <a:bodyPr/>
                    <a:lstStyle/>
                    <a:p>
                      <a:pPr algn="ctr" fontAlgn="b">
                        <a:buNone/>
                      </a:pPr>
                      <a:r>
                        <a:rPr lang="es-ES" sz="600" b="0" u="none" strike="noStrike" dirty="0">
                          <a:solidFill>
                            <a:srgbClr val="000000"/>
                          </a:solidFill>
                          <a:effectLst/>
                        </a:rPr>
                        <a:t>Electrolizadores SRES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Electrolizadores Emarket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Almacenamientos de Hidrógeno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Importación H2 Portugal</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Importación H2 BarMar FRh2S</a:t>
                      </a:r>
                      <a:endParaRPr lang="es-ES" sz="6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2385642373"/>
                  </a:ext>
                </a:extLst>
              </a:tr>
              <a:tr h="184150">
                <a:tc>
                  <a:txBody>
                    <a:bodyPr/>
                    <a:lstStyle/>
                    <a:p>
                      <a:pPr algn="ctr" fontAlgn="b">
                        <a:buNone/>
                      </a:pPr>
                      <a:r>
                        <a:rPr lang="es-ES" sz="800" b="0" i="0" u="none" strike="noStrike" dirty="0">
                          <a:solidFill>
                            <a:srgbClr val="000000"/>
                          </a:solidFill>
                          <a:effectLst/>
                          <a:latin typeface="+mj-lt"/>
                        </a:rPr>
                        <a:t>+ 123</a:t>
                      </a:r>
                    </a:p>
                  </a:txBody>
                  <a:tcPr marL="6350" marR="6350" marT="6350" marB="0" anchor="ctr"/>
                </a:tc>
                <a:tc>
                  <a:txBody>
                    <a:bodyPr/>
                    <a:lstStyle/>
                    <a:p>
                      <a:pPr algn="ctr" fontAlgn="b">
                        <a:buNone/>
                      </a:pPr>
                      <a:r>
                        <a:rPr lang="es-ES" sz="800" b="0" i="0" u="none" strike="noStrike" dirty="0">
                          <a:solidFill>
                            <a:srgbClr val="000000"/>
                          </a:solidFill>
                          <a:effectLst/>
                          <a:latin typeface="+mj-lt"/>
                        </a:rPr>
                        <a:t>+ 133</a:t>
                      </a:r>
                    </a:p>
                  </a:txBody>
                  <a:tcPr marL="6350" marR="6350" marT="6350" marB="0" anchor="ctr"/>
                </a:tc>
                <a:tc>
                  <a:txBody>
                    <a:bodyPr/>
                    <a:lstStyle/>
                    <a:p>
                      <a:pPr algn="ctr" fontAlgn="b">
                        <a:buNone/>
                      </a:pPr>
                      <a:r>
                        <a:rPr lang="es-ES" sz="800" b="0" i="0" u="none" strike="noStrike" dirty="0">
                          <a:solidFill>
                            <a:srgbClr val="000000"/>
                          </a:solidFill>
                          <a:effectLst/>
                          <a:latin typeface="+mj-lt"/>
                        </a:rPr>
                        <a:t>+ 21</a:t>
                      </a:r>
                    </a:p>
                  </a:txBody>
                  <a:tcPr marL="6350" marR="6350" marT="6350" marB="0" anchor="ctr"/>
                </a:tc>
                <a:tc>
                  <a:txBody>
                    <a:bodyPr/>
                    <a:lstStyle/>
                    <a:p>
                      <a:pPr algn="ctr" fontAlgn="b">
                        <a:buNone/>
                      </a:pPr>
                      <a:r>
                        <a:rPr lang="es-ES" sz="800" b="0" i="0" u="none" strike="noStrike" dirty="0">
                          <a:solidFill>
                            <a:srgbClr val="000000"/>
                          </a:solidFill>
                          <a:effectLst/>
                          <a:latin typeface="+mj-lt"/>
                        </a:rPr>
                        <a:t>0</a:t>
                      </a:r>
                    </a:p>
                  </a:txBody>
                  <a:tcPr marL="6350" marR="6350" marT="6350" marB="0" anchor="ctr"/>
                </a:tc>
                <a:tc>
                  <a:txBody>
                    <a:bodyPr/>
                    <a:lstStyle/>
                    <a:p>
                      <a:pPr algn="ctr" fontAlgn="b">
                        <a:buNone/>
                      </a:pPr>
                      <a:r>
                        <a:rPr lang="es-ES" sz="800" b="0" i="0" u="none" strike="noStrike" dirty="0">
                          <a:solidFill>
                            <a:srgbClr val="000000"/>
                          </a:solidFill>
                          <a:effectLst/>
                          <a:latin typeface="+mj-lt"/>
                        </a:rPr>
                        <a:t>+ 36</a:t>
                      </a:r>
                    </a:p>
                  </a:txBody>
                  <a:tcPr marL="6350" marR="6350" marT="6350" marB="0" anchor="ctr"/>
                </a:tc>
                <a:extLst>
                  <a:ext uri="{0D108BD9-81ED-4DB2-BD59-A6C34878D82A}">
                    <a16:rowId xmlns:a16="http://schemas.microsoft.com/office/drawing/2014/main" val="1596910548"/>
                  </a:ext>
                </a:extLst>
              </a:tr>
            </a:tbl>
          </a:graphicData>
        </a:graphic>
      </p:graphicFrame>
      <p:sp>
        <p:nvSpPr>
          <p:cNvPr id="18" name="CuadroTexto 17">
            <a:extLst>
              <a:ext uri="{FF2B5EF4-FFF2-40B4-BE49-F238E27FC236}">
                <a16:creationId xmlns:a16="http://schemas.microsoft.com/office/drawing/2014/main" id="{E9834FBF-5A9E-8AF7-1220-6C491056A753}"/>
              </a:ext>
            </a:extLst>
          </p:cNvPr>
          <p:cNvSpPr txBox="1"/>
          <p:nvPr/>
        </p:nvSpPr>
        <p:spPr>
          <a:xfrm>
            <a:off x="7521935" y="3511734"/>
            <a:ext cx="984739" cy="200055"/>
          </a:xfrm>
          <a:prstGeom prst="rect">
            <a:avLst/>
          </a:prstGeom>
          <a:noFill/>
        </p:spPr>
        <p:txBody>
          <a:bodyPr wrap="square">
            <a:spAutoFit/>
          </a:bodyPr>
          <a:lstStyle/>
          <a:p>
            <a:pPr algn="r"/>
            <a:r>
              <a:rPr lang="es-ES" sz="700" i="1" dirty="0">
                <a:solidFill>
                  <a:schemeClr val="tx1">
                    <a:lumMod val="50000"/>
                    <a:lumOff val="50000"/>
                  </a:schemeClr>
                </a:solidFill>
              </a:rPr>
              <a:t>Unidades en GWh</a:t>
            </a:r>
          </a:p>
        </p:txBody>
      </p:sp>
      <p:pic>
        <p:nvPicPr>
          <p:cNvPr id="6" name="Imagen 5">
            <a:extLst>
              <a:ext uri="{FF2B5EF4-FFF2-40B4-BE49-F238E27FC236}">
                <a16:creationId xmlns:a16="http://schemas.microsoft.com/office/drawing/2014/main" id="{6B0A2904-22DC-8BBB-B7E8-BF143A03124D}"/>
              </a:ext>
            </a:extLst>
          </p:cNvPr>
          <p:cNvPicPr>
            <a:picLocks noChangeAspect="1"/>
          </p:cNvPicPr>
          <p:nvPr/>
        </p:nvPicPr>
        <p:blipFill>
          <a:blip r:embed="rId3"/>
          <a:stretch>
            <a:fillRect/>
          </a:stretch>
        </p:blipFill>
        <p:spPr>
          <a:xfrm>
            <a:off x="5190980" y="1060178"/>
            <a:ext cx="3241275" cy="2378699"/>
          </a:xfrm>
          <a:prstGeom prst="rect">
            <a:avLst/>
          </a:prstGeom>
        </p:spPr>
      </p:pic>
      <p:pic>
        <p:nvPicPr>
          <p:cNvPr id="9" name="Imagen 8">
            <a:extLst>
              <a:ext uri="{FF2B5EF4-FFF2-40B4-BE49-F238E27FC236}">
                <a16:creationId xmlns:a16="http://schemas.microsoft.com/office/drawing/2014/main" id="{0441FBB7-CB63-14CE-1A40-4747006F4DEC}"/>
              </a:ext>
            </a:extLst>
          </p:cNvPr>
          <p:cNvPicPr>
            <a:picLocks noChangeAspect="1"/>
          </p:cNvPicPr>
          <p:nvPr/>
        </p:nvPicPr>
        <p:blipFill>
          <a:blip r:embed="rId4"/>
          <a:srcRect b="14531"/>
          <a:stretch>
            <a:fillRect/>
          </a:stretch>
        </p:blipFill>
        <p:spPr>
          <a:xfrm>
            <a:off x="181763" y="332349"/>
            <a:ext cx="4791870" cy="2033041"/>
          </a:xfrm>
          <a:prstGeom prst="rect">
            <a:avLst/>
          </a:prstGeom>
        </p:spPr>
      </p:pic>
      <p:pic>
        <p:nvPicPr>
          <p:cNvPr id="11" name="Imagen 10">
            <a:extLst>
              <a:ext uri="{FF2B5EF4-FFF2-40B4-BE49-F238E27FC236}">
                <a16:creationId xmlns:a16="http://schemas.microsoft.com/office/drawing/2014/main" id="{9328A4D8-78E7-D754-2317-A99FE66DE04A}"/>
              </a:ext>
            </a:extLst>
          </p:cNvPr>
          <p:cNvPicPr>
            <a:picLocks noChangeAspect="1"/>
          </p:cNvPicPr>
          <p:nvPr/>
        </p:nvPicPr>
        <p:blipFill>
          <a:blip r:embed="rId5"/>
          <a:srcRect b="14134"/>
          <a:stretch>
            <a:fillRect/>
          </a:stretch>
        </p:blipFill>
        <p:spPr>
          <a:xfrm>
            <a:off x="183276" y="2477438"/>
            <a:ext cx="4832561" cy="1922878"/>
          </a:xfrm>
          <a:prstGeom prst="rect">
            <a:avLst/>
          </a:prstGeom>
        </p:spPr>
      </p:pic>
    </p:spTree>
    <p:extLst>
      <p:ext uri="{BB962C8B-B14F-4D97-AF65-F5344CB8AC3E}">
        <p14:creationId xmlns:p14="http://schemas.microsoft.com/office/powerpoint/2010/main" val="29850015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C95B2-3D24-DF33-AA47-D249E4D21291}"/>
            </a:ext>
          </a:extLst>
        </p:cNvPr>
        <p:cNvGrpSpPr/>
        <p:nvPr/>
      </p:nvGrpSpPr>
      <p:grpSpPr>
        <a:xfrm>
          <a:off x="0" y="0"/>
          <a:ext cx="0" cy="0"/>
          <a:chOff x="0" y="0"/>
          <a:chExt cx="0" cy="0"/>
        </a:xfrm>
      </p:grpSpPr>
      <p:sp>
        <p:nvSpPr>
          <p:cNvPr id="20" name="CuadroTexto 19">
            <a:extLst>
              <a:ext uri="{FF2B5EF4-FFF2-40B4-BE49-F238E27FC236}">
                <a16:creationId xmlns:a16="http://schemas.microsoft.com/office/drawing/2014/main" id="{0C2506F0-E216-46EF-B6F8-BF65FB20F76E}"/>
              </a:ext>
            </a:extLst>
          </p:cNvPr>
          <p:cNvSpPr txBox="1"/>
          <p:nvPr/>
        </p:nvSpPr>
        <p:spPr>
          <a:xfrm>
            <a:off x="5102100" y="416486"/>
            <a:ext cx="3155635" cy="400110"/>
          </a:xfrm>
          <a:prstGeom prst="rect">
            <a:avLst/>
          </a:prstGeom>
          <a:noFill/>
        </p:spPr>
        <p:txBody>
          <a:bodyPr wrap="square">
            <a:spAutoFit/>
          </a:bodyPr>
          <a:lstStyle/>
          <a:p>
            <a:pPr algn="ctr"/>
            <a:r>
              <a:rPr lang="es-ES" sz="1000" b="1" i="1" dirty="0">
                <a:solidFill>
                  <a:schemeClr val="accent1"/>
                </a:solidFill>
              </a:rPr>
              <a:t>¿ Cómo se cubre el flujo de hidrógeno de Marruecos (310.79 GWh) ?</a:t>
            </a:r>
          </a:p>
        </p:txBody>
      </p:sp>
      <p:graphicFrame>
        <p:nvGraphicFramePr>
          <p:cNvPr id="21" name="Tabla 20">
            <a:extLst>
              <a:ext uri="{FF2B5EF4-FFF2-40B4-BE49-F238E27FC236}">
                <a16:creationId xmlns:a16="http://schemas.microsoft.com/office/drawing/2014/main" id="{1AFF6F2B-AC3C-5F2F-53E9-3CAE8850334A}"/>
              </a:ext>
            </a:extLst>
          </p:cNvPr>
          <p:cNvGraphicFramePr>
            <a:graphicFrameLocks noGrp="1"/>
          </p:cNvGraphicFramePr>
          <p:nvPr>
            <p:extLst>
              <p:ext uri="{D42A27DB-BD31-4B8C-83A1-F6EECF244321}">
                <p14:modId xmlns:p14="http://schemas.microsoft.com/office/powerpoint/2010/main" val="3083169054"/>
              </p:ext>
            </p:extLst>
          </p:nvPr>
        </p:nvGraphicFramePr>
        <p:xfrm>
          <a:off x="5009480" y="3911670"/>
          <a:ext cx="3545060" cy="631698"/>
        </p:xfrm>
        <a:graphic>
          <a:graphicData uri="http://schemas.openxmlformats.org/drawingml/2006/table">
            <a:tbl>
              <a:tblPr>
                <a:tableStyleId>{9D7B26C5-4107-4FEC-AEDC-1716B250A1EF}</a:tableStyleId>
              </a:tblPr>
              <a:tblGrid>
                <a:gridCol w="709012">
                  <a:extLst>
                    <a:ext uri="{9D8B030D-6E8A-4147-A177-3AD203B41FA5}">
                      <a16:colId xmlns:a16="http://schemas.microsoft.com/office/drawing/2014/main" val="2215875609"/>
                    </a:ext>
                  </a:extLst>
                </a:gridCol>
                <a:gridCol w="709012">
                  <a:extLst>
                    <a:ext uri="{9D8B030D-6E8A-4147-A177-3AD203B41FA5}">
                      <a16:colId xmlns:a16="http://schemas.microsoft.com/office/drawing/2014/main" val="1763088696"/>
                    </a:ext>
                  </a:extLst>
                </a:gridCol>
                <a:gridCol w="709012">
                  <a:extLst>
                    <a:ext uri="{9D8B030D-6E8A-4147-A177-3AD203B41FA5}">
                      <a16:colId xmlns:a16="http://schemas.microsoft.com/office/drawing/2014/main" val="4139933747"/>
                    </a:ext>
                  </a:extLst>
                </a:gridCol>
                <a:gridCol w="709012">
                  <a:extLst>
                    <a:ext uri="{9D8B030D-6E8A-4147-A177-3AD203B41FA5}">
                      <a16:colId xmlns:a16="http://schemas.microsoft.com/office/drawing/2014/main" val="3694719086"/>
                    </a:ext>
                  </a:extLst>
                </a:gridCol>
                <a:gridCol w="709012">
                  <a:extLst>
                    <a:ext uri="{9D8B030D-6E8A-4147-A177-3AD203B41FA5}">
                      <a16:colId xmlns:a16="http://schemas.microsoft.com/office/drawing/2014/main" val="2984763923"/>
                    </a:ext>
                  </a:extLst>
                </a:gridCol>
              </a:tblGrid>
              <a:tr h="363401">
                <a:tc>
                  <a:txBody>
                    <a:bodyPr/>
                    <a:lstStyle/>
                    <a:p>
                      <a:pPr algn="ctr" fontAlgn="b">
                        <a:buNone/>
                      </a:pPr>
                      <a:r>
                        <a:rPr lang="es-ES" sz="600" b="0" u="none" strike="noStrike" dirty="0">
                          <a:solidFill>
                            <a:srgbClr val="000000"/>
                          </a:solidFill>
                          <a:effectLst/>
                        </a:rPr>
                        <a:t>Electrolizadores SRES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Electrolizadores Emarket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Almacenamientos de Hidrógeno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Importación H2 Portugal</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Importación H2 BarMar FRh2S</a:t>
                      </a:r>
                      <a:endParaRPr lang="es-ES" sz="6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1305313826"/>
                  </a:ext>
                </a:extLst>
              </a:tr>
              <a:tr h="268297">
                <a:tc>
                  <a:txBody>
                    <a:bodyPr/>
                    <a:lstStyle/>
                    <a:p>
                      <a:pPr marL="0" algn="ctr" defTabSz="914400" rtl="0" eaLnBrk="1" fontAlgn="b" latinLnBrk="0" hangingPunct="1">
                        <a:buNone/>
                      </a:pPr>
                      <a:r>
                        <a:rPr lang="es-ES" sz="900" u="none" strike="noStrike" kern="1200" dirty="0">
                          <a:solidFill>
                            <a:schemeClr val="tx1"/>
                          </a:solidFill>
                          <a:effectLst/>
                          <a:latin typeface="+mn-lt"/>
                          <a:ea typeface="+mn-ea"/>
                          <a:cs typeface="+mn-cs"/>
                        </a:rPr>
                        <a:t>40%</a:t>
                      </a:r>
                    </a:p>
                  </a:txBody>
                  <a:tcPr marL="6350" marR="6350" marT="6350" marB="0" anchor="ctr"/>
                </a:tc>
                <a:tc>
                  <a:txBody>
                    <a:bodyPr/>
                    <a:lstStyle/>
                    <a:p>
                      <a:pPr marL="0" algn="ctr" defTabSz="914400" rtl="0" eaLnBrk="1" fontAlgn="b" latinLnBrk="0" hangingPunct="1">
                        <a:buNone/>
                      </a:pPr>
                      <a:r>
                        <a:rPr lang="es-ES" sz="900" u="none" strike="noStrike" kern="1200" dirty="0">
                          <a:solidFill>
                            <a:schemeClr val="tx1"/>
                          </a:solidFill>
                          <a:effectLst/>
                          <a:latin typeface="+mn-lt"/>
                          <a:ea typeface="+mn-ea"/>
                          <a:cs typeface="+mn-cs"/>
                        </a:rPr>
                        <a:t>43%</a:t>
                      </a:r>
                    </a:p>
                  </a:txBody>
                  <a:tcPr marL="6350" marR="6350" marT="6350" marB="0" anchor="ctr"/>
                </a:tc>
                <a:tc>
                  <a:txBody>
                    <a:bodyPr/>
                    <a:lstStyle/>
                    <a:p>
                      <a:pPr marL="0" algn="ctr" defTabSz="914400" rtl="0" eaLnBrk="1" fontAlgn="b" latinLnBrk="0" hangingPunct="1">
                        <a:buNone/>
                      </a:pPr>
                      <a:r>
                        <a:rPr lang="es-ES" sz="900" u="none" strike="noStrike" kern="1200" dirty="0">
                          <a:solidFill>
                            <a:schemeClr val="tx1"/>
                          </a:solidFill>
                          <a:effectLst/>
                          <a:latin typeface="+mn-lt"/>
                          <a:ea typeface="+mn-ea"/>
                          <a:cs typeface="+mn-cs"/>
                        </a:rPr>
                        <a:t>7%</a:t>
                      </a:r>
                    </a:p>
                  </a:txBody>
                  <a:tcPr marL="6350" marR="6350" marT="6350" marB="0" anchor="ctr"/>
                </a:tc>
                <a:tc>
                  <a:txBody>
                    <a:bodyPr/>
                    <a:lstStyle/>
                    <a:p>
                      <a:pPr marL="0" algn="ctr" defTabSz="914400" rtl="0" eaLnBrk="1" fontAlgn="b" latinLnBrk="0" hangingPunct="1">
                        <a:buNone/>
                      </a:pPr>
                      <a:r>
                        <a:rPr lang="es-ES" sz="900" u="none" strike="noStrike" kern="1200" dirty="0">
                          <a:solidFill>
                            <a:schemeClr val="tx1"/>
                          </a:solidFill>
                          <a:effectLst/>
                          <a:latin typeface="+mn-lt"/>
                          <a:ea typeface="+mn-ea"/>
                          <a:cs typeface="+mn-cs"/>
                        </a:rPr>
                        <a:t>0%</a:t>
                      </a:r>
                    </a:p>
                  </a:txBody>
                  <a:tcPr marL="6350" marR="6350" marT="6350" marB="0" anchor="ctr"/>
                </a:tc>
                <a:tc>
                  <a:txBody>
                    <a:bodyPr/>
                    <a:lstStyle/>
                    <a:p>
                      <a:pPr marL="0" algn="ctr" defTabSz="914400" rtl="0" eaLnBrk="1" fontAlgn="b" latinLnBrk="0" hangingPunct="1">
                        <a:buNone/>
                      </a:pPr>
                      <a:r>
                        <a:rPr lang="es-ES" sz="900" u="none" strike="noStrike" kern="1200" dirty="0">
                          <a:solidFill>
                            <a:schemeClr val="tx1"/>
                          </a:solidFill>
                          <a:effectLst/>
                          <a:latin typeface="+mn-lt"/>
                          <a:ea typeface="+mn-ea"/>
                          <a:cs typeface="+mn-cs"/>
                        </a:rPr>
                        <a:t>12%</a:t>
                      </a:r>
                    </a:p>
                  </a:txBody>
                  <a:tcPr marL="6350" marR="6350" marT="6350" marB="0" anchor="ctr"/>
                </a:tc>
                <a:extLst>
                  <a:ext uri="{0D108BD9-81ED-4DB2-BD59-A6C34878D82A}">
                    <a16:rowId xmlns:a16="http://schemas.microsoft.com/office/drawing/2014/main" val="1093912126"/>
                  </a:ext>
                </a:extLst>
              </a:tr>
            </a:tbl>
          </a:graphicData>
        </a:graphic>
      </p:graphicFrame>
      <p:graphicFrame>
        <p:nvGraphicFramePr>
          <p:cNvPr id="24" name="Tabla 23">
            <a:extLst>
              <a:ext uri="{FF2B5EF4-FFF2-40B4-BE49-F238E27FC236}">
                <a16:creationId xmlns:a16="http://schemas.microsoft.com/office/drawing/2014/main" id="{C8B1F1B6-4CBF-76A5-7726-444E9C48320D}"/>
              </a:ext>
            </a:extLst>
          </p:cNvPr>
          <p:cNvGraphicFramePr>
            <a:graphicFrameLocks noGrp="1"/>
          </p:cNvGraphicFramePr>
          <p:nvPr>
            <p:extLst>
              <p:ext uri="{D42A27DB-BD31-4B8C-83A1-F6EECF244321}">
                <p14:modId xmlns:p14="http://schemas.microsoft.com/office/powerpoint/2010/main" val="1940281904"/>
              </p:ext>
            </p:extLst>
          </p:nvPr>
        </p:nvGraphicFramePr>
        <p:xfrm>
          <a:off x="567641" y="3911670"/>
          <a:ext cx="3957284" cy="631698"/>
        </p:xfrm>
        <a:graphic>
          <a:graphicData uri="http://schemas.openxmlformats.org/drawingml/2006/table">
            <a:tbl>
              <a:tblPr>
                <a:tableStyleId>{9D7B26C5-4107-4FEC-AEDC-1716B250A1EF}</a:tableStyleId>
              </a:tblPr>
              <a:tblGrid>
                <a:gridCol w="744770">
                  <a:extLst>
                    <a:ext uri="{9D8B030D-6E8A-4147-A177-3AD203B41FA5}">
                      <a16:colId xmlns:a16="http://schemas.microsoft.com/office/drawing/2014/main" val="1330964890"/>
                    </a:ext>
                  </a:extLst>
                </a:gridCol>
                <a:gridCol w="910467">
                  <a:extLst>
                    <a:ext uri="{9D8B030D-6E8A-4147-A177-3AD203B41FA5}">
                      <a16:colId xmlns:a16="http://schemas.microsoft.com/office/drawing/2014/main" val="1691935996"/>
                    </a:ext>
                  </a:extLst>
                </a:gridCol>
                <a:gridCol w="901700">
                  <a:extLst>
                    <a:ext uri="{9D8B030D-6E8A-4147-A177-3AD203B41FA5}">
                      <a16:colId xmlns:a16="http://schemas.microsoft.com/office/drawing/2014/main" val="2543038972"/>
                    </a:ext>
                  </a:extLst>
                </a:gridCol>
                <a:gridCol w="602754">
                  <a:extLst>
                    <a:ext uri="{9D8B030D-6E8A-4147-A177-3AD203B41FA5}">
                      <a16:colId xmlns:a16="http://schemas.microsoft.com/office/drawing/2014/main" val="76313293"/>
                    </a:ext>
                  </a:extLst>
                </a:gridCol>
                <a:gridCol w="797593">
                  <a:extLst>
                    <a:ext uri="{9D8B030D-6E8A-4147-A177-3AD203B41FA5}">
                      <a16:colId xmlns:a16="http://schemas.microsoft.com/office/drawing/2014/main" val="1868381292"/>
                    </a:ext>
                  </a:extLst>
                </a:gridCol>
              </a:tblGrid>
              <a:tr h="385739">
                <a:tc>
                  <a:txBody>
                    <a:bodyPr/>
                    <a:lstStyle/>
                    <a:p>
                      <a:pPr algn="ctr" fontAlgn="b">
                        <a:buNone/>
                      </a:pPr>
                      <a:r>
                        <a:rPr lang="es-ES" sz="600" u="none" strike="noStrike" dirty="0">
                          <a:effectLst/>
                        </a:rPr>
                        <a:t>Electrolizadores SRES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Electrolizadores Emarket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Almacenamientos de Hidrógeno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Importación H2 Portugal</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Importación H2 BarMar FRh2S</a:t>
                      </a:r>
                      <a:endParaRPr lang="es-ES" sz="6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511260063"/>
                  </a:ext>
                </a:extLst>
              </a:tr>
              <a:tr h="245959">
                <a:tc>
                  <a:txBody>
                    <a:bodyPr/>
                    <a:lstStyle/>
                    <a:p>
                      <a:pPr algn="ctr" fontAlgn="b">
                        <a:buNone/>
                      </a:pPr>
                      <a:r>
                        <a:rPr lang="es-ES" sz="900" u="none" strike="noStrike">
                          <a:effectLst/>
                        </a:rPr>
                        <a:t>7%</a:t>
                      </a:r>
                      <a:endParaRPr lang="es-ES" sz="900" b="0" i="0" u="none" strike="noStrike">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900" u="none" strike="noStrike" dirty="0">
                          <a:effectLst/>
                        </a:rPr>
                        <a:t>30%</a:t>
                      </a:r>
                      <a:endParaRPr lang="es-ES" sz="9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900" u="none" strike="noStrike" dirty="0">
                          <a:effectLst/>
                        </a:rPr>
                        <a:t>11%</a:t>
                      </a:r>
                      <a:endParaRPr lang="es-ES" sz="9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900" u="none" strike="noStrike" dirty="0">
                          <a:effectLst/>
                        </a:rPr>
                        <a:t>0%</a:t>
                      </a:r>
                      <a:endParaRPr lang="es-ES" sz="9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900" u="none" strike="noStrike" dirty="0">
                          <a:effectLst/>
                        </a:rPr>
                        <a:t>45%</a:t>
                      </a:r>
                      <a:endParaRPr lang="es-ES" sz="9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2311921228"/>
                  </a:ext>
                </a:extLst>
              </a:tr>
            </a:tbl>
          </a:graphicData>
        </a:graphic>
      </p:graphicFrame>
      <p:pic>
        <p:nvPicPr>
          <p:cNvPr id="5" name="Imagen 4">
            <a:extLst>
              <a:ext uri="{FF2B5EF4-FFF2-40B4-BE49-F238E27FC236}">
                <a16:creationId xmlns:a16="http://schemas.microsoft.com/office/drawing/2014/main" id="{CD10C007-11D8-77FC-336B-4BC30D15C0C3}"/>
              </a:ext>
            </a:extLst>
          </p:cNvPr>
          <p:cNvPicPr>
            <a:picLocks noChangeAspect="1"/>
          </p:cNvPicPr>
          <p:nvPr/>
        </p:nvPicPr>
        <p:blipFill>
          <a:blip r:embed="rId3"/>
          <a:stretch>
            <a:fillRect/>
          </a:stretch>
        </p:blipFill>
        <p:spPr>
          <a:xfrm>
            <a:off x="414415" y="616541"/>
            <a:ext cx="4263735" cy="2992910"/>
          </a:xfrm>
          <a:prstGeom prst="rect">
            <a:avLst/>
          </a:prstGeom>
          <a:ln>
            <a:solidFill>
              <a:schemeClr val="bg2"/>
            </a:solidFill>
          </a:ln>
        </p:spPr>
      </p:pic>
      <p:pic>
        <p:nvPicPr>
          <p:cNvPr id="7" name="Imagen 6">
            <a:extLst>
              <a:ext uri="{FF2B5EF4-FFF2-40B4-BE49-F238E27FC236}">
                <a16:creationId xmlns:a16="http://schemas.microsoft.com/office/drawing/2014/main" id="{A11B2499-806A-04A7-AB0F-6F54B5438965}"/>
              </a:ext>
            </a:extLst>
          </p:cNvPr>
          <p:cNvPicPr>
            <a:picLocks noChangeAspect="1"/>
          </p:cNvPicPr>
          <p:nvPr/>
        </p:nvPicPr>
        <p:blipFill>
          <a:blip r:embed="rId4"/>
          <a:stretch>
            <a:fillRect/>
          </a:stretch>
        </p:blipFill>
        <p:spPr>
          <a:xfrm>
            <a:off x="4963644" y="888206"/>
            <a:ext cx="3590895" cy="2826659"/>
          </a:xfrm>
          <a:prstGeom prst="rect">
            <a:avLst/>
          </a:prstGeom>
        </p:spPr>
      </p:pic>
    </p:spTree>
    <p:extLst>
      <p:ext uri="{BB962C8B-B14F-4D97-AF65-F5344CB8AC3E}">
        <p14:creationId xmlns:p14="http://schemas.microsoft.com/office/powerpoint/2010/main" val="26658077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E7B77-E621-5BE5-BA28-9ACEB07324ED}"/>
            </a:ext>
          </a:extLst>
        </p:cNvPr>
        <p:cNvGrpSpPr/>
        <p:nvPr/>
      </p:nvGrpSpPr>
      <p:grpSpPr>
        <a:xfrm>
          <a:off x="0" y="0"/>
          <a:ext cx="0" cy="0"/>
          <a:chOff x="0" y="0"/>
          <a:chExt cx="0" cy="0"/>
        </a:xfrm>
      </p:grpSpPr>
      <p:sp>
        <p:nvSpPr>
          <p:cNvPr id="20" name="CuadroTexto 19">
            <a:extLst>
              <a:ext uri="{FF2B5EF4-FFF2-40B4-BE49-F238E27FC236}">
                <a16:creationId xmlns:a16="http://schemas.microsoft.com/office/drawing/2014/main" id="{38151918-3648-13FE-553B-26497169DCAE}"/>
              </a:ext>
            </a:extLst>
          </p:cNvPr>
          <p:cNvSpPr txBox="1"/>
          <p:nvPr/>
        </p:nvSpPr>
        <p:spPr>
          <a:xfrm>
            <a:off x="494801" y="340155"/>
            <a:ext cx="7840307" cy="400110"/>
          </a:xfrm>
          <a:prstGeom prst="rect">
            <a:avLst/>
          </a:prstGeom>
          <a:noFill/>
        </p:spPr>
        <p:txBody>
          <a:bodyPr wrap="square">
            <a:spAutoFit/>
          </a:bodyPr>
          <a:lstStyle/>
          <a:p>
            <a:pPr algn="just"/>
            <a:r>
              <a:rPr lang="es-ES" sz="1000" b="1" i="1" dirty="0">
                <a:solidFill>
                  <a:schemeClr val="accent1"/>
                </a:solidFill>
              </a:rPr>
              <a:t>¿ Qué supone en el balance energético el aumento del 30% (133 GWh) de la producción de hidrógeno con electrolizadores del Emarket en ESh2?</a:t>
            </a:r>
          </a:p>
        </p:txBody>
      </p:sp>
      <p:pic>
        <p:nvPicPr>
          <p:cNvPr id="3" name="Imagen 2">
            <a:extLst>
              <a:ext uri="{FF2B5EF4-FFF2-40B4-BE49-F238E27FC236}">
                <a16:creationId xmlns:a16="http://schemas.microsoft.com/office/drawing/2014/main" id="{4CD58996-9AB0-2A1C-C159-60975609E993}"/>
              </a:ext>
            </a:extLst>
          </p:cNvPr>
          <p:cNvPicPr>
            <a:picLocks noChangeAspect="1"/>
          </p:cNvPicPr>
          <p:nvPr/>
        </p:nvPicPr>
        <p:blipFill>
          <a:blip r:embed="rId3"/>
          <a:srcRect b="68296"/>
          <a:stretch>
            <a:fillRect/>
          </a:stretch>
        </p:blipFill>
        <p:spPr>
          <a:xfrm>
            <a:off x="2010176" y="2866289"/>
            <a:ext cx="5123645" cy="1874969"/>
          </a:xfrm>
          <a:prstGeom prst="rect">
            <a:avLst/>
          </a:prstGeom>
        </p:spPr>
      </p:pic>
      <p:pic>
        <p:nvPicPr>
          <p:cNvPr id="5" name="Imagen 4">
            <a:extLst>
              <a:ext uri="{FF2B5EF4-FFF2-40B4-BE49-F238E27FC236}">
                <a16:creationId xmlns:a16="http://schemas.microsoft.com/office/drawing/2014/main" id="{AAA4D552-31F2-53BB-C0F9-1316A643D17B}"/>
              </a:ext>
            </a:extLst>
          </p:cNvPr>
          <p:cNvPicPr>
            <a:picLocks noChangeAspect="1"/>
          </p:cNvPicPr>
          <p:nvPr/>
        </p:nvPicPr>
        <p:blipFill>
          <a:blip r:embed="rId4"/>
          <a:srcRect b="67852"/>
          <a:stretch>
            <a:fillRect/>
          </a:stretch>
        </p:blipFill>
        <p:spPr>
          <a:xfrm>
            <a:off x="2010177" y="908766"/>
            <a:ext cx="5123645" cy="1901253"/>
          </a:xfrm>
          <a:prstGeom prst="rect">
            <a:avLst/>
          </a:prstGeom>
        </p:spPr>
      </p:pic>
    </p:spTree>
    <p:extLst>
      <p:ext uri="{BB962C8B-B14F-4D97-AF65-F5344CB8AC3E}">
        <p14:creationId xmlns:p14="http://schemas.microsoft.com/office/powerpoint/2010/main" val="18313001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ACB98-7A86-3398-6562-952098A19C37}"/>
            </a:ext>
          </a:extLst>
        </p:cNvPr>
        <p:cNvGrpSpPr/>
        <p:nvPr/>
      </p:nvGrpSpPr>
      <p:grpSpPr>
        <a:xfrm>
          <a:off x="0" y="0"/>
          <a:ext cx="0" cy="0"/>
          <a:chOff x="0" y="0"/>
          <a:chExt cx="0" cy="0"/>
        </a:xfrm>
      </p:grpSpPr>
      <p:graphicFrame>
        <p:nvGraphicFramePr>
          <p:cNvPr id="7" name="Tabla 6">
            <a:extLst>
              <a:ext uri="{FF2B5EF4-FFF2-40B4-BE49-F238E27FC236}">
                <a16:creationId xmlns:a16="http://schemas.microsoft.com/office/drawing/2014/main" id="{DB58C7C6-F8DA-669A-0A07-1F2F0FBF5C16}"/>
              </a:ext>
            </a:extLst>
          </p:cNvPr>
          <p:cNvGraphicFramePr>
            <a:graphicFrameLocks noGrp="1"/>
          </p:cNvGraphicFramePr>
          <p:nvPr>
            <p:extLst>
              <p:ext uri="{D42A27DB-BD31-4B8C-83A1-F6EECF244321}">
                <p14:modId xmlns:p14="http://schemas.microsoft.com/office/powerpoint/2010/main" val="1656617087"/>
              </p:ext>
            </p:extLst>
          </p:nvPr>
        </p:nvGraphicFramePr>
        <p:xfrm>
          <a:off x="5540677" y="3127843"/>
          <a:ext cx="2961402" cy="431284"/>
        </p:xfrm>
        <a:graphic>
          <a:graphicData uri="http://schemas.openxmlformats.org/drawingml/2006/table">
            <a:tbl>
              <a:tblPr>
                <a:tableStyleId>{9D7B26C5-4107-4FEC-AEDC-1716B250A1EF}</a:tableStyleId>
              </a:tblPr>
              <a:tblGrid>
                <a:gridCol w="880506">
                  <a:extLst>
                    <a:ext uri="{9D8B030D-6E8A-4147-A177-3AD203B41FA5}">
                      <a16:colId xmlns:a16="http://schemas.microsoft.com/office/drawing/2014/main" val="3514000931"/>
                    </a:ext>
                  </a:extLst>
                </a:gridCol>
                <a:gridCol w="1057095">
                  <a:extLst>
                    <a:ext uri="{9D8B030D-6E8A-4147-A177-3AD203B41FA5}">
                      <a16:colId xmlns:a16="http://schemas.microsoft.com/office/drawing/2014/main" val="1821066324"/>
                    </a:ext>
                  </a:extLst>
                </a:gridCol>
                <a:gridCol w="1023801">
                  <a:extLst>
                    <a:ext uri="{9D8B030D-6E8A-4147-A177-3AD203B41FA5}">
                      <a16:colId xmlns:a16="http://schemas.microsoft.com/office/drawing/2014/main" val="2615538540"/>
                    </a:ext>
                  </a:extLst>
                </a:gridCol>
              </a:tblGrid>
              <a:tr h="215642">
                <a:tc>
                  <a:txBody>
                    <a:bodyPr/>
                    <a:lstStyle/>
                    <a:p>
                      <a:pPr marL="0" algn="ctr" defTabSz="914400" rtl="0" eaLnBrk="1" fontAlgn="b" latinLnBrk="0" hangingPunct="1">
                        <a:buNone/>
                      </a:pPr>
                      <a:r>
                        <a:rPr lang="es-ES" sz="600" u="none" strike="noStrike" kern="1200" dirty="0">
                          <a:solidFill>
                            <a:schemeClr val="tx1"/>
                          </a:solidFill>
                          <a:effectLst/>
                          <a:latin typeface="+mn-lt"/>
                          <a:ea typeface="+mn-ea"/>
                          <a:cs typeface="+mn-cs"/>
                        </a:rPr>
                        <a:t>Generador h2 FRh2SW</a:t>
                      </a:r>
                    </a:p>
                  </a:txBody>
                  <a:tcPr marL="6350" marR="6350" marT="6350" marB="0" anchor="ctr"/>
                </a:tc>
                <a:tc>
                  <a:txBody>
                    <a:bodyPr/>
                    <a:lstStyle/>
                    <a:p>
                      <a:pPr marL="0" algn="ctr" defTabSz="914400" rtl="0" eaLnBrk="1" fontAlgn="b" latinLnBrk="0" hangingPunct="1">
                        <a:buNone/>
                      </a:pPr>
                      <a:r>
                        <a:rPr lang="es-ES" sz="600" u="none" strike="noStrike" kern="1200" dirty="0">
                          <a:solidFill>
                            <a:schemeClr val="tx1"/>
                          </a:solidFill>
                          <a:effectLst/>
                          <a:latin typeface="+mn-lt"/>
                          <a:ea typeface="+mn-ea"/>
                          <a:cs typeface="+mn-cs"/>
                        </a:rPr>
                        <a:t>Descarga Almacenamiento</a:t>
                      </a:r>
                    </a:p>
                  </a:txBody>
                  <a:tcPr marL="6350" marR="6350" marT="6350" marB="0" anchor="ctr"/>
                </a:tc>
                <a:tc>
                  <a:txBody>
                    <a:bodyPr/>
                    <a:lstStyle/>
                    <a:p>
                      <a:pPr marL="0" algn="ctr" defTabSz="914400" rtl="0" eaLnBrk="1" fontAlgn="b" latinLnBrk="0" hangingPunct="1">
                        <a:buNone/>
                      </a:pPr>
                      <a:r>
                        <a:rPr lang="es-ES" sz="600" u="none" strike="noStrike" kern="1200" dirty="0">
                          <a:solidFill>
                            <a:schemeClr val="tx1"/>
                          </a:solidFill>
                          <a:effectLst/>
                          <a:latin typeface="+mn-lt"/>
                          <a:ea typeface="+mn-ea"/>
                          <a:cs typeface="+mn-cs"/>
                        </a:rPr>
                        <a:t>Importaciones Irún-</a:t>
                      </a:r>
                      <a:r>
                        <a:rPr lang="es-ES" sz="600" u="none" strike="noStrike" kern="1200" dirty="0" err="1">
                          <a:solidFill>
                            <a:schemeClr val="tx1"/>
                          </a:solidFill>
                          <a:effectLst/>
                          <a:latin typeface="+mn-lt"/>
                          <a:ea typeface="+mn-ea"/>
                          <a:cs typeface="+mn-cs"/>
                        </a:rPr>
                        <a:t>Larrau</a:t>
                      </a:r>
                      <a:endParaRPr lang="es-ES" sz="600" u="none" strike="noStrike" kern="1200" dirty="0">
                        <a:solidFill>
                          <a:schemeClr val="tx1"/>
                        </a:solidFill>
                        <a:effectLst/>
                        <a:latin typeface="+mn-lt"/>
                        <a:ea typeface="+mn-ea"/>
                        <a:cs typeface="+mn-cs"/>
                      </a:endParaRPr>
                    </a:p>
                  </a:txBody>
                  <a:tcPr marL="6350" marR="6350" marT="6350" marB="0" anchor="ctr"/>
                </a:tc>
                <a:extLst>
                  <a:ext uri="{0D108BD9-81ED-4DB2-BD59-A6C34878D82A}">
                    <a16:rowId xmlns:a16="http://schemas.microsoft.com/office/drawing/2014/main" val="2261331923"/>
                  </a:ext>
                </a:extLst>
              </a:tr>
              <a:tr h="215642">
                <a:tc>
                  <a:txBody>
                    <a:bodyPr/>
                    <a:lstStyle/>
                    <a:p>
                      <a:pPr marL="0" algn="ctr" defTabSz="914400" rtl="0" eaLnBrk="1" fontAlgn="b" latinLnBrk="0" hangingPunct="1">
                        <a:buNone/>
                      </a:pPr>
                      <a:r>
                        <a:rPr lang="es-ES" sz="800" u="none" strike="noStrike" kern="1200" dirty="0">
                          <a:solidFill>
                            <a:schemeClr val="tx1"/>
                          </a:solidFill>
                          <a:effectLst/>
                          <a:latin typeface="+mn-lt"/>
                          <a:ea typeface="+mn-ea"/>
                          <a:cs typeface="+mn-cs"/>
                        </a:rPr>
                        <a:t>0</a:t>
                      </a:r>
                    </a:p>
                  </a:txBody>
                  <a:tcPr marL="6350" marR="6350" marT="6350" marB="0" anchor="ctr"/>
                </a:tc>
                <a:tc>
                  <a:txBody>
                    <a:bodyPr/>
                    <a:lstStyle/>
                    <a:p>
                      <a:pPr marL="0" algn="ctr" defTabSz="914400" rtl="0" eaLnBrk="1" fontAlgn="b" latinLnBrk="0" hangingPunct="1">
                        <a:buNone/>
                      </a:pPr>
                      <a:r>
                        <a:rPr lang="es-ES" sz="800" u="none" strike="noStrike" kern="1200" dirty="0">
                          <a:solidFill>
                            <a:schemeClr val="tx1"/>
                          </a:solidFill>
                          <a:effectLst/>
                          <a:latin typeface="+mn-lt"/>
                          <a:ea typeface="+mn-ea"/>
                          <a:cs typeface="+mn-cs"/>
                        </a:rPr>
                        <a:t>3</a:t>
                      </a:r>
                    </a:p>
                  </a:txBody>
                  <a:tcPr marL="6350" marR="6350" marT="6350" marB="0" anchor="ctr"/>
                </a:tc>
                <a:tc>
                  <a:txBody>
                    <a:bodyPr/>
                    <a:lstStyle/>
                    <a:p>
                      <a:pPr marL="0" algn="ctr" defTabSz="914400" rtl="0" eaLnBrk="1" fontAlgn="b" latinLnBrk="0" hangingPunct="1">
                        <a:buNone/>
                      </a:pPr>
                      <a:r>
                        <a:rPr lang="es-ES" sz="800" u="none" strike="noStrike" kern="1200" dirty="0">
                          <a:solidFill>
                            <a:schemeClr val="tx1"/>
                          </a:solidFill>
                          <a:effectLst/>
                          <a:latin typeface="+mn-lt"/>
                          <a:ea typeface="+mn-ea"/>
                          <a:cs typeface="+mn-cs"/>
                        </a:rPr>
                        <a:t>- 10</a:t>
                      </a:r>
                    </a:p>
                  </a:txBody>
                  <a:tcPr marL="6350" marR="6350" marT="6350" marB="0" anchor="ctr"/>
                </a:tc>
                <a:extLst>
                  <a:ext uri="{0D108BD9-81ED-4DB2-BD59-A6C34878D82A}">
                    <a16:rowId xmlns:a16="http://schemas.microsoft.com/office/drawing/2014/main" val="4050412300"/>
                  </a:ext>
                </a:extLst>
              </a:tr>
            </a:tbl>
          </a:graphicData>
        </a:graphic>
      </p:graphicFrame>
      <p:pic>
        <p:nvPicPr>
          <p:cNvPr id="26" name="Imagen 25">
            <a:extLst>
              <a:ext uri="{FF2B5EF4-FFF2-40B4-BE49-F238E27FC236}">
                <a16:creationId xmlns:a16="http://schemas.microsoft.com/office/drawing/2014/main" id="{CECB689C-14A0-9F50-DC9C-EA288F68B0E9}"/>
              </a:ext>
            </a:extLst>
          </p:cNvPr>
          <p:cNvPicPr>
            <a:picLocks noChangeAspect="1"/>
          </p:cNvPicPr>
          <p:nvPr/>
        </p:nvPicPr>
        <p:blipFill>
          <a:blip r:embed="rId3"/>
          <a:srcRect b="68137"/>
          <a:stretch>
            <a:fillRect/>
          </a:stretch>
        </p:blipFill>
        <p:spPr>
          <a:xfrm>
            <a:off x="169433" y="2489982"/>
            <a:ext cx="5104677" cy="2096086"/>
          </a:xfrm>
          <a:prstGeom prst="rect">
            <a:avLst/>
          </a:prstGeom>
        </p:spPr>
      </p:pic>
      <p:pic>
        <p:nvPicPr>
          <p:cNvPr id="28" name="Imagen 27">
            <a:extLst>
              <a:ext uri="{FF2B5EF4-FFF2-40B4-BE49-F238E27FC236}">
                <a16:creationId xmlns:a16="http://schemas.microsoft.com/office/drawing/2014/main" id="{98F8713F-7B46-794F-5824-14DB9F13520D}"/>
              </a:ext>
            </a:extLst>
          </p:cNvPr>
          <p:cNvPicPr>
            <a:picLocks noChangeAspect="1"/>
          </p:cNvPicPr>
          <p:nvPr/>
        </p:nvPicPr>
        <p:blipFill>
          <a:blip r:embed="rId4"/>
          <a:srcRect b="67863"/>
          <a:stretch>
            <a:fillRect/>
          </a:stretch>
        </p:blipFill>
        <p:spPr>
          <a:xfrm>
            <a:off x="212878" y="274320"/>
            <a:ext cx="5061232" cy="2096086"/>
          </a:xfrm>
          <a:prstGeom prst="rect">
            <a:avLst/>
          </a:prstGeom>
        </p:spPr>
      </p:pic>
      <p:sp>
        <p:nvSpPr>
          <p:cNvPr id="29" name="CuadroTexto 28">
            <a:extLst>
              <a:ext uri="{FF2B5EF4-FFF2-40B4-BE49-F238E27FC236}">
                <a16:creationId xmlns:a16="http://schemas.microsoft.com/office/drawing/2014/main" id="{BD1ABB4A-14F8-EAA7-F427-9C038596CCB2}"/>
              </a:ext>
            </a:extLst>
          </p:cNvPr>
          <p:cNvSpPr txBox="1"/>
          <p:nvPr/>
        </p:nvSpPr>
        <p:spPr>
          <a:xfrm>
            <a:off x="7613268" y="2927788"/>
            <a:ext cx="984739" cy="200055"/>
          </a:xfrm>
          <a:prstGeom prst="rect">
            <a:avLst/>
          </a:prstGeom>
          <a:noFill/>
        </p:spPr>
        <p:txBody>
          <a:bodyPr wrap="square">
            <a:spAutoFit/>
          </a:bodyPr>
          <a:lstStyle/>
          <a:p>
            <a:pPr algn="r"/>
            <a:r>
              <a:rPr lang="es-ES" sz="700" i="1" dirty="0">
                <a:solidFill>
                  <a:schemeClr val="tx1">
                    <a:lumMod val="50000"/>
                    <a:lumOff val="50000"/>
                  </a:schemeClr>
                </a:solidFill>
              </a:rPr>
              <a:t>Unidades en GWh</a:t>
            </a:r>
          </a:p>
        </p:txBody>
      </p:sp>
      <p:pic>
        <p:nvPicPr>
          <p:cNvPr id="31" name="Imagen 30">
            <a:extLst>
              <a:ext uri="{FF2B5EF4-FFF2-40B4-BE49-F238E27FC236}">
                <a16:creationId xmlns:a16="http://schemas.microsoft.com/office/drawing/2014/main" id="{7D8587E0-8939-D157-F9A6-D02A75D221C6}"/>
              </a:ext>
            </a:extLst>
          </p:cNvPr>
          <p:cNvPicPr>
            <a:picLocks noChangeAspect="1"/>
          </p:cNvPicPr>
          <p:nvPr/>
        </p:nvPicPr>
        <p:blipFill>
          <a:blip r:embed="rId5"/>
          <a:stretch>
            <a:fillRect/>
          </a:stretch>
        </p:blipFill>
        <p:spPr>
          <a:xfrm>
            <a:off x="5540677" y="1001529"/>
            <a:ext cx="2961402" cy="1776841"/>
          </a:xfrm>
          <a:prstGeom prst="rect">
            <a:avLst/>
          </a:prstGeom>
          <a:ln>
            <a:solidFill>
              <a:schemeClr val="bg2"/>
            </a:solidFill>
          </a:ln>
        </p:spPr>
      </p:pic>
    </p:spTree>
    <p:extLst>
      <p:ext uri="{BB962C8B-B14F-4D97-AF65-F5344CB8AC3E}">
        <p14:creationId xmlns:p14="http://schemas.microsoft.com/office/powerpoint/2010/main" val="20560403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8B64B-8FC5-32D0-7D34-81D9CDEEC71B}"/>
            </a:ext>
          </a:extLst>
        </p:cNvPr>
        <p:cNvGrpSpPr/>
        <p:nvPr/>
      </p:nvGrpSpPr>
      <p:grpSpPr>
        <a:xfrm>
          <a:off x="0" y="0"/>
          <a:ext cx="0" cy="0"/>
          <a:chOff x="0" y="0"/>
          <a:chExt cx="0" cy="0"/>
        </a:xfrm>
      </p:grpSpPr>
      <p:pic>
        <p:nvPicPr>
          <p:cNvPr id="26" name="Imagen 25">
            <a:extLst>
              <a:ext uri="{FF2B5EF4-FFF2-40B4-BE49-F238E27FC236}">
                <a16:creationId xmlns:a16="http://schemas.microsoft.com/office/drawing/2014/main" id="{995B1D56-7E50-5667-836B-26D359EF6F81}"/>
              </a:ext>
            </a:extLst>
          </p:cNvPr>
          <p:cNvPicPr>
            <a:picLocks noChangeAspect="1"/>
          </p:cNvPicPr>
          <p:nvPr/>
        </p:nvPicPr>
        <p:blipFill>
          <a:blip r:embed="rId3"/>
          <a:srcRect t="32318" b="35178"/>
          <a:stretch>
            <a:fillRect/>
          </a:stretch>
        </p:blipFill>
        <p:spPr>
          <a:xfrm>
            <a:off x="169433" y="2571750"/>
            <a:ext cx="5104677" cy="2138289"/>
          </a:xfrm>
          <a:prstGeom prst="rect">
            <a:avLst/>
          </a:prstGeom>
        </p:spPr>
      </p:pic>
      <p:pic>
        <p:nvPicPr>
          <p:cNvPr id="28" name="Imagen 27">
            <a:extLst>
              <a:ext uri="{FF2B5EF4-FFF2-40B4-BE49-F238E27FC236}">
                <a16:creationId xmlns:a16="http://schemas.microsoft.com/office/drawing/2014/main" id="{07C5069A-478F-1000-A87C-8F4ACEB1342F}"/>
              </a:ext>
            </a:extLst>
          </p:cNvPr>
          <p:cNvPicPr>
            <a:picLocks noChangeAspect="1"/>
          </p:cNvPicPr>
          <p:nvPr/>
        </p:nvPicPr>
        <p:blipFill>
          <a:blip r:embed="rId4"/>
          <a:srcRect t="32245" b="35618"/>
          <a:stretch>
            <a:fillRect/>
          </a:stretch>
        </p:blipFill>
        <p:spPr>
          <a:xfrm>
            <a:off x="212878" y="274320"/>
            <a:ext cx="5061232" cy="2096086"/>
          </a:xfrm>
          <a:prstGeom prst="rect">
            <a:avLst/>
          </a:prstGeom>
        </p:spPr>
      </p:pic>
      <p:sp>
        <p:nvSpPr>
          <p:cNvPr id="29" name="CuadroTexto 28">
            <a:extLst>
              <a:ext uri="{FF2B5EF4-FFF2-40B4-BE49-F238E27FC236}">
                <a16:creationId xmlns:a16="http://schemas.microsoft.com/office/drawing/2014/main" id="{F7E54681-8444-0B47-71CD-0E3F000F656D}"/>
              </a:ext>
            </a:extLst>
          </p:cNvPr>
          <p:cNvSpPr txBox="1"/>
          <p:nvPr/>
        </p:nvSpPr>
        <p:spPr>
          <a:xfrm>
            <a:off x="7697674" y="2858114"/>
            <a:ext cx="984739" cy="200055"/>
          </a:xfrm>
          <a:prstGeom prst="rect">
            <a:avLst/>
          </a:prstGeom>
          <a:noFill/>
        </p:spPr>
        <p:txBody>
          <a:bodyPr wrap="square">
            <a:spAutoFit/>
          </a:bodyPr>
          <a:lstStyle/>
          <a:p>
            <a:pPr algn="r"/>
            <a:r>
              <a:rPr lang="es-ES" sz="700" i="1" dirty="0">
                <a:solidFill>
                  <a:schemeClr val="tx1">
                    <a:lumMod val="50000"/>
                    <a:lumOff val="50000"/>
                  </a:schemeClr>
                </a:solidFill>
              </a:rPr>
              <a:t>Unidades en GWh</a:t>
            </a:r>
          </a:p>
        </p:txBody>
      </p:sp>
      <p:graphicFrame>
        <p:nvGraphicFramePr>
          <p:cNvPr id="3" name="Tabla 2">
            <a:extLst>
              <a:ext uri="{FF2B5EF4-FFF2-40B4-BE49-F238E27FC236}">
                <a16:creationId xmlns:a16="http://schemas.microsoft.com/office/drawing/2014/main" id="{F0D3BC15-9518-094A-2F80-6D05F8C0926D}"/>
              </a:ext>
            </a:extLst>
          </p:cNvPr>
          <p:cNvGraphicFramePr>
            <a:graphicFrameLocks noGrp="1"/>
          </p:cNvGraphicFramePr>
          <p:nvPr>
            <p:extLst>
              <p:ext uri="{D42A27DB-BD31-4B8C-83A1-F6EECF244321}">
                <p14:modId xmlns:p14="http://schemas.microsoft.com/office/powerpoint/2010/main" val="3909341857"/>
              </p:ext>
            </p:extLst>
          </p:nvPr>
        </p:nvGraphicFramePr>
        <p:xfrm>
          <a:off x="5406519" y="3058170"/>
          <a:ext cx="3205468" cy="479856"/>
        </p:xfrm>
        <a:graphic>
          <a:graphicData uri="http://schemas.openxmlformats.org/drawingml/2006/table">
            <a:tbl>
              <a:tblPr>
                <a:tableStyleId>{9D7B26C5-4107-4FEC-AEDC-1716B250A1EF}</a:tableStyleId>
              </a:tblPr>
              <a:tblGrid>
                <a:gridCol w="801367">
                  <a:extLst>
                    <a:ext uri="{9D8B030D-6E8A-4147-A177-3AD203B41FA5}">
                      <a16:colId xmlns:a16="http://schemas.microsoft.com/office/drawing/2014/main" val="1255791963"/>
                    </a:ext>
                  </a:extLst>
                </a:gridCol>
                <a:gridCol w="801367">
                  <a:extLst>
                    <a:ext uri="{9D8B030D-6E8A-4147-A177-3AD203B41FA5}">
                      <a16:colId xmlns:a16="http://schemas.microsoft.com/office/drawing/2014/main" val="3066490090"/>
                    </a:ext>
                  </a:extLst>
                </a:gridCol>
                <a:gridCol w="801367">
                  <a:extLst>
                    <a:ext uri="{9D8B030D-6E8A-4147-A177-3AD203B41FA5}">
                      <a16:colId xmlns:a16="http://schemas.microsoft.com/office/drawing/2014/main" val="3561752426"/>
                    </a:ext>
                  </a:extLst>
                </a:gridCol>
                <a:gridCol w="801367">
                  <a:extLst>
                    <a:ext uri="{9D8B030D-6E8A-4147-A177-3AD203B41FA5}">
                      <a16:colId xmlns:a16="http://schemas.microsoft.com/office/drawing/2014/main" val="1284164935"/>
                    </a:ext>
                  </a:extLst>
                </a:gridCol>
              </a:tblGrid>
              <a:tr h="315036">
                <a:tc>
                  <a:txBody>
                    <a:bodyPr/>
                    <a:lstStyle/>
                    <a:p>
                      <a:pPr algn="ctr" fontAlgn="b">
                        <a:buNone/>
                      </a:pPr>
                      <a:r>
                        <a:rPr lang="es-ES" sz="600" u="none" strike="noStrike" dirty="0">
                          <a:effectLst/>
                        </a:rPr>
                        <a:t>Importaciones desde ESh2 </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Importaciones desde FRh2SW</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Descarga Almacenamientos FRh2S</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Importaciones desde FRh2</a:t>
                      </a:r>
                      <a:endParaRPr lang="es-ES" sz="6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298268056"/>
                  </a:ext>
                </a:extLst>
              </a:tr>
              <a:tr h="164820">
                <a:tc>
                  <a:txBody>
                    <a:bodyPr/>
                    <a:lstStyle/>
                    <a:p>
                      <a:pPr algn="ctr" fontAlgn="b">
                        <a:buNone/>
                      </a:pPr>
                      <a:r>
                        <a:rPr lang="es-ES" sz="800" u="none" strike="noStrike" dirty="0">
                          <a:effectLst/>
                        </a:rPr>
                        <a:t>- 10</a:t>
                      </a:r>
                      <a:endParaRPr lang="es-ES" sz="8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800" u="none" strike="noStrike" dirty="0">
                          <a:effectLst/>
                        </a:rPr>
                        <a:t>- 10</a:t>
                      </a:r>
                      <a:endParaRPr lang="es-ES" sz="8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800" u="none" strike="noStrike" dirty="0">
                          <a:effectLst/>
                        </a:rPr>
                        <a:t>+ 10</a:t>
                      </a:r>
                      <a:endParaRPr lang="es-ES" sz="8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800" u="none" strike="noStrike" dirty="0">
                          <a:effectLst/>
                        </a:rPr>
                        <a:t>+ 17</a:t>
                      </a:r>
                      <a:endParaRPr lang="es-ES" sz="8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2540243059"/>
                  </a:ext>
                </a:extLst>
              </a:tr>
            </a:tbl>
          </a:graphicData>
        </a:graphic>
      </p:graphicFrame>
      <p:pic>
        <p:nvPicPr>
          <p:cNvPr id="9" name="Imagen 8">
            <a:extLst>
              <a:ext uri="{FF2B5EF4-FFF2-40B4-BE49-F238E27FC236}">
                <a16:creationId xmlns:a16="http://schemas.microsoft.com/office/drawing/2014/main" id="{C0FDD527-27DD-69E4-FD72-690AF986093D}"/>
              </a:ext>
            </a:extLst>
          </p:cNvPr>
          <p:cNvPicPr>
            <a:picLocks noChangeAspect="1"/>
          </p:cNvPicPr>
          <p:nvPr/>
        </p:nvPicPr>
        <p:blipFill>
          <a:blip r:embed="rId5"/>
          <a:stretch>
            <a:fillRect/>
          </a:stretch>
        </p:blipFill>
        <p:spPr>
          <a:xfrm>
            <a:off x="5491015" y="749865"/>
            <a:ext cx="3036475" cy="1821885"/>
          </a:xfrm>
          <a:prstGeom prst="rect">
            <a:avLst/>
          </a:prstGeom>
          <a:ln>
            <a:solidFill>
              <a:schemeClr val="bg2"/>
            </a:solidFill>
          </a:ln>
        </p:spPr>
      </p:pic>
    </p:spTree>
    <p:extLst>
      <p:ext uri="{BB962C8B-B14F-4D97-AF65-F5344CB8AC3E}">
        <p14:creationId xmlns:p14="http://schemas.microsoft.com/office/powerpoint/2010/main" val="26958234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82E83-6340-ECFE-B98E-3544FAAD7DDB}"/>
            </a:ext>
          </a:extLst>
        </p:cNvPr>
        <p:cNvGrpSpPr/>
        <p:nvPr/>
      </p:nvGrpSpPr>
      <p:grpSpPr>
        <a:xfrm>
          <a:off x="0" y="0"/>
          <a:ext cx="0" cy="0"/>
          <a:chOff x="0" y="0"/>
          <a:chExt cx="0" cy="0"/>
        </a:xfrm>
      </p:grpSpPr>
      <p:pic>
        <p:nvPicPr>
          <p:cNvPr id="26" name="Imagen 25">
            <a:extLst>
              <a:ext uri="{FF2B5EF4-FFF2-40B4-BE49-F238E27FC236}">
                <a16:creationId xmlns:a16="http://schemas.microsoft.com/office/drawing/2014/main" id="{3B1CDB6B-3DDE-D6E7-34F3-C78044000350}"/>
              </a:ext>
            </a:extLst>
          </p:cNvPr>
          <p:cNvPicPr>
            <a:picLocks noChangeAspect="1"/>
          </p:cNvPicPr>
          <p:nvPr/>
        </p:nvPicPr>
        <p:blipFill>
          <a:blip r:embed="rId3"/>
          <a:srcRect t="63900" b="1565"/>
          <a:stretch>
            <a:fillRect/>
          </a:stretch>
        </p:blipFill>
        <p:spPr>
          <a:xfrm>
            <a:off x="169433" y="2447778"/>
            <a:ext cx="5104677" cy="2271933"/>
          </a:xfrm>
          <a:prstGeom prst="rect">
            <a:avLst/>
          </a:prstGeom>
        </p:spPr>
      </p:pic>
      <p:pic>
        <p:nvPicPr>
          <p:cNvPr id="28" name="Imagen 27">
            <a:extLst>
              <a:ext uri="{FF2B5EF4-FFF2-40B4-BE49-F238E27FC236}">
                <a16:creationId xmlns:a16="http://schemas.microsoft.com/office/drawing/2014/main" id="{0812C9BD-42CD-1A86-E59C-A6D0F8F5EED9}"/>
              </a:ext>
            </a:extLst>
          </p:cNvPr>
          <p:cNvPicPr>
            <a:picLocks noChangeAspect="1"/>
          </p:cNvPicPr>
          <p:nvPr/>
        </p:nvPicPr>
        <p:blipFill>
          <a:blip r:embed="rId4"/>
          <a:srcRect t="64022" b="3626"/>
          <a:stretch>
            <a:fillRect/>
          </a:stretch>
        </p:blipFill>
        <p:spPr>
          <a:xfrm>
            <a:off x="212878" y="225083"/>
            <a:ext cx="5061232" cy="2110154"/>
          </a:xfrm>
          <a:prstGeom prst="rect">
            <a:avLst/>
          </a:prstGeom>
        </p:spPr>
      </p:pic>
      <p:sp>
        <p:nvSpPr>
          <p:cNvPr id="29" name="CuadroTexto 28">
            <a:extLst>
              <a:ext uri="{FF2B5EF4-FFF2-40B4-BE49-F238E27FC236}">
                <a16:creationId xmlns:a16="http://schemas.microsoft.com/office/drawing/2014/main" id="{37937476-201D-06DA-5102-7427B68581A6}"/>
              </a:ext>
            </a:extLst>
          </p:cNvPr>
          <p:cNvSpPr txBox="1"/>
          <p:nvPr/>
        </p:nvSpPr>
        <p:spPr>
          <a:xfrm>
            <a:off x="7613267" y="2765081"/>
            <a:ext cx="984739" cy="200055"/>
          </a:xfrm>
          <a:prstGeom prst="rect">
            <a:avLst/>
          </a:prstGeom>
          <a:noFill/>
        </p:spPr>
        <p:txBody>
          <a:bodyPr wrap="square">
            <a:spAutoFit/>
          </a:bodyPr>
          <a:lstStyle/>
          <a:p>
            <a:pPr algn="r"/>
            <a:r>
              <a:rPr lang="es-ES" sz="700" i="1" dirty="0">
                <a:solidFill>
                  <a:schemeClr val="tx1">
                    <a:lumMod val="50000"/>
                    <a:lumOff val="50000"/>
                  </a:schemeClr>
                </a:solidFill>
              </a:rPr>
              <a:t>Unidades en GWh</a:t>
            </a:r>
          </a:p>
        </p:txBody>
      </p:sp>
      <p:graphicFrame>
        <p:nvGraphicFramePr>
          <p:cNvPr id="5" name="Tabla 4">
            <a:extLst>
              <a:ext uri="{FF2B5EF4-FFF2-40B4-BE49-F238E27FC236}">
                <a16:creationId xmlns:a16="http://schemas.microsoft.com/office/drawing/2014/main" id="{62886491-BF0A-59C4-E97C-64B86F228E27}"/>
              </a:ext>
            </a:extLst>
          </p:cNvPr>
          <p:cNvGraphicFramePr>
            <a:graphicFrameLocks noGrp="1"/>
          </p:cNvGraphicFramePr>
          <p:nvPr>
            <p:extLst>
              <p:ext uri="{D42A27DB-BD31-4B8C-83A1-F6EECF244321}">
                <p14:modId xmlns:p14="http://schemas.microsoft.com/office/powerpoint/2010/main" val="3072802982"/>
              </p:ext>
            </p:extLst>
          </p:nvPr>
        </p:nvGraphicFramePr>
        <p:xfrm>
          <a:off x="5479166" y="2965136"/>
          <a:ext cx="3041469" cy="501964"/>
        </p:xfrm>
        <a:graphic>
          <a:graphicData uri="http://schemas.openxmlformats.org/drawingml/2006/table">
            <a:tbl>
              <a:tblPr>
                <a:tableStyleId>{9D7B26C5-4107-4FEC-AEDC-1716B250A1EF}</a:tableStyleId>
              </a:tblPr>
              <a:tblGrid>
                <a:gridCol w="1013823">
                  <a:extLst>
                    <a:ext uri="{9D8B030D-6E8A-4147-A177-3AD203B41FA5}">
                      <a16:colId xmlns:a16="http://schemas.microsoft.com/office/drawing/2014/main" val="957430166"/>
                    </a:ext>
                  </a:extLst>
                </a:gridCol>
                <a:gridCol w="1013823">
                  <a:extLst>
                    <a:ext uri="{9D8B030D-6E8A-4147-A177-3AD203B41FA5}">
                      <a16:colId xmlns:a16="http://schemas.microsoft.com/office/drawing/2014/main" val="1202029126"/>
                    </a:ext>
                  </a:extLst>
                </a:gridCol>
                <a:gridCol w="1013823">
                  <a:extLst>
                    <a:ext uri="{9D8B030D-6E8A-4147-A177-3AD203B41FA5}">
                      <a16:colId xmlns:a16="http://schemas.microsoft.com/office/drawing/2014/main" val="229021213"/>
                    </a:ext>
                  </a:extLst>
                </a:gridCol>
              </a:tblGrid>
              <a:tr h="289143">
                <a:tc>
                  <a:txBody>
                    <a:bodyPr/>
                    <a:lstStyle/>
                    <a:p>
                      <a:pPr marL="0" algn="ctr" defTabSz="914400" rtl="0" eaLnBrk="1" fontAlgn="b" latinLnBrk="0" hangingPunct="1">
                        <a:buNone/>
                      </a:pPr>
                      <a:r>
                        <a:rPr lang="es-ES" sz="600" u="none" strike="noStrike" kern="1200" dirty="0">
                          <a:solidFill>
                            <a:schemeClr val="tx1"/>
                          </a:solidFill>
                          <a:effectLst/>
                          <a:latin typeface="+mn-lt"/>
                          <a:ea typeface="+mn-ea"/>
                          <a:cs typeface="+mn-cs"/>
                        </a:rPr>
                        <a:t>Importaciones de FRh2S</a:t>
                      </a:r>
                    </a:p>
                  </a:txBody>
                  <a:tcPr marL="6350" marR="6350" marT="6350" marB="0" anchor="ctr"/>
                </a:tc>
                <a:tc>
                  <a:txBody>
                    <a:bodyPr/>
                    <a:lstStyle/>
                    <a:p>
                      <a:pPr marL="0" algn="ctr" defTabSz="914400" rtl="0" eaLnBrk="1" fontAlgn="b" latinLnBrk="0" hangingPunct="1">
                        <a:buNone/>
                      </a:pPr>
                      <a:r>
                        <a:rPr lang="es-ES" sz="600" u="none" strike="noStrike" kern="1200" dirty="0">
                          <a:solidFill>
                            <a:schemeClr val="tx1"/>
                          </a:solidFill>
                          <a:effectLst/>
                          <a:latin typeface="+mn-lt"/>
                          <a:ea typeface="+mn-ea"/>
                          <a:cs typeface="+mn-cs"/>
                        </a:rPr>
                        <a:t>Importaciones de EUh2</a:t>
                      </a:r>
                    </a:p>
                  </a:txBody>
                  <a:tcPr marL="6350" marR="6350" marT="6350" marB="0" anchor="ctr"/>
                </a:tc>
                <a:tc>
                  <a:txBody>
                    <a:bodyPr/>
                    <a:lstStyle/>
                    <a:p>
                      <a:pPr marL="0" algn="ctr" defTabSz="914400" rtl="0" eaLnBrk="1" fontAlgn="b" latinLnBrk="0" hangingPunct="1">
                        <a:buNone/>
                      </a:pPr>
                      <a:r>
                        <a:rPr lang="es-ES" sz="600" u="none" strike="noStrike" kern="1200" dirty="0">
                          <a:solidFill>
                            <a:schemeClr val="tx1"/>
                          </a:solidFill>
                          <a:effectLst/>
                          <a:latin typeface="+mn-lt"/>
                          <a:ea typeface="+mn-ea"/>
                          <a:cs typeface="+mn-cs"/>
                        </a:rPr>
                        <a:t>Generación H2 FRh2</a:t>
                      </a:r>
                    </a:p>
                  </a:txBody>
                  <a:tcPr marL="6350" marR="6350" marT="6350" marB="0" anchor="ctr"/>
                </a:tc>
                <a:extLst>
                  <a:ext uri="{0D108BD9-81ED-4DB2-BD59-A6C34878D82A}">
                    <a16:rowId xmlns:a16="http://schemas.microsoft.com/office/drawing/2014/main" val="2973688382"/>
                  </a:ext>
                </a:extLst>
              </a:tr>
              <a:tr h="212821">
                <a:tc>
                  <a:txBody>
                    <a:bodyPr/>
                    <a:lstStyle/>
                    <a:p>
                      <a:pPr marL="0" algn="ctr" defTabSz="914400" rtl="0" eaLnBrk="1" fontAlgn="b" latinLnBrk="0" hangingPunct="1">
                        <a:buNone/>
                      </a:pPr>
                      <a:r>
                        <a:rPr lang="es-ES" sz="800" u="none" strike="noStrike" kern="1200" dirty="0">
                          <a:solidFill>
                            <a:schemeClr val="tx1"/>
                          </a:solidFill>
                          <a:effectLst/>
                          <a:latin typeface="+mn-lt"/>
                          <a:ea typeface="+mn-ea"/>
                          <a:cs typeface="+mn-cs"/>
                        </a:rPr>
                        <a:t>- 38</a:t>
                      </a:r>
                    </a:p>
                  </a:txBody>
                  <a:tcPr marL="6350" marR="6350" marT="6350" marB="0" anchor="ctr"/>
                </a:tc>
                <a:tc>
                  <a:txBody>
                    <a:bodyPr/>
                    <a:lstStyle/>
                    <a:p>
                      <a:pPr marL="0" algn="ctr" defTabSz="914400" rtl="0" eaLnBrk="1" fontAlgn="b" latinLnBrk="0" hangingPunct="1">
                        <a:buNone/>
                      </a:pPr>
                      <a:r>
                        <a:rPr lang="es-ES" sz="800" u="none" strike="noStrike" kern="1200" dirty="0">
                          <a:solidFill>
                            <a:schemeClr val="tx1"/>
                          </a:solidFill>
                          <a:effectLst/>
                          <a:latin typeface="+mn-lt"/>
                          <a:ea typeface="+mn-ea"/>
                          <a:cs typeface="+mn-cs"/>
                        </a:rPr>
                        <a:t>+ 56</a:t>
                      </a:r>
                    </a:p>
                  </a:txBody>
                  <a:tcPr marL="6350" marR="6350" marT="6350" marB="0" anchor="ctr"/>
                </a:tc>
                <a:tc>
                  <a:txBody>
                    <a:bodyPr/>
                    <a:lstStyle/>
                    <a:p>
                      <a:pPr marL="0" algn="ctr" defTabSz="914400" rtl="0" eaLnBrk="1" fontAlgn="b" latinLnBrk="0" hangingPunct="1">
                        <a:buNone/>
                      </a:pPr>
                      <a:r>
                        <a:rPr lang="es-ES" sz="800" u="none" strike="noStrike" kern="1200" dirty="0">
                          <a:solidFill>
                            <a:schemeClr val="tx1"/>
                          </a:solidFill>
                          <a:effectLst/>
                          <a:latin typeface="+mn-lt"/>
                          <a:ea typeface="+mn-ea"/>
                          <a:cs typeface="+mn-cs"/>
                        </a:rPr>
                        <a:t>+ 0</a:t>
                      </a:r>
                    </a:p>
                  </a:txBody>
                  <a:tcPr marL="6350" marR="6350" marT="6350" marB="0" anchor="ctr"/>
                </a:tc>
                <a:extLst>
                  <a:ext uri="{0D108BD9-81ED-4DB2-BD59-A6C34878D82A}">
                    <a16:rowId xmlns:a16="http://schemas.microsoft.com/office/drawing/2014/main" val="2823128903"/>
                  </a:ext>
                </a:extLst>
              </a:tr>
            </a:tbl>
          </a:graphicData>
        </a:graphic>
      </p:graphicFrame>
      <p:pic>
        <p:nvPicPr>
          <p:cNvPr id="7" name="Imagen 6">
            <a:extLst>
              <a:ext uri="{FF2B5EF4-FFF2-40B4-BE49-F238E27FC236}">
                <a16:creationId xmlns:a16="http://schemas.microsoft.com/office/drawing/2014/main" id="{A0C7D4BA-E77E-405A-8C3D-07C15724E352}"/>
              </a:ext>
            </a:extLst>
          </p:cNvPr>
          <p:cNvPicPr>
            <a:picLocks noChangeAspect="1"/>
          </p:cNvPicPr>
          <p:nvPr/>
        </p:nvPicPr>
        <p:blipFill>
          <a:blip r:embed="rId5"/>
          <a:stretch>
            <a:fillRect/>
          </a:stretch>
        </p:blipFill>
        <p:spPr>
          <a:xfrm>
            <a:off x="5479166" y="814253"/>
            <a:ext cx="3046393" cy="1827836"/>
          </a:xfrm>
          <a:prstGeom prst="rect">
            <a:avLst/>
          </a:prstGeom>
          <a:ln>
            <a:solidFill>
              <a:schemeClr val="bg2"/>
            </a:solidFill>
          </a:ln>
        </p:spPr>
      </p:pic>
    </p:spTree>
    <p:extLst>
      <p:ext uri="{BB962C8B-B14F-4D97-AF65-F5344CB8AC3E}">
        <p14:creationId xmlns:p14="http://schemas.microsoft.com/office/powerpoint/2010/main" val="30646592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8C9B6-6DE3-DDEE-3593-48A598476588}"/>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CB57BC4F-3599-E633-A2F5-6D04B39D3CF7}"/>
              </a:ext>
            </a:extLst>
          </p:cNvPr>
          <p:cNvSpPr txBox="1"/>
          <p:nvPr/>
        </p:nvSpPr>
        <p:spPr>
          <a:xfrm>
            <a:off x="404947" y="357443"/>
            <a:ext cx="8013299" cy="861774"/>
          </a:xfrm>
          <a:prstGeom prst="rect">
            <a:avLst/>
          </a:prstGeom>
          <a:noFill/>
        </p:spPr>
        <p:txBody>
          <a:bodyPr wrap="square">
            <a:spAutoFit/>
          </a:bodyPr>
          <a:lstStyle/>
          <a:p>
            <a:r>
              <a:rPr lang="es-ES" sz="1000" b="1" dirty="0">
                <a:solidFill>
                  <a:srgbClr val="5CBDCA"/>
                </a:solidFill>
              </a:rPr>
              <a:t>Resultados</a:t>
            </a:r>
          </a:p>
          <a:p>
            <a:endParaRPr lang="es-ES" sz="1000" b="1" dirty="0">
              <a:solidFill>
                <a:srgbClr val="5CBDCA"/>
              </a:solidFill>
            </a:endParaRPr>
          </a:p>
          <a:p>
            <a:r>
              <a:rPr lang="es-ES" sz="1000" b="1" dirty="0">
                <a:solidFill>
                  <a:srgbClr val="5CBDCA"/>
                </a:solidFill>
              </a:rPr>
              <a:t>4. Precios Marginales</a:t>
            </a:r>
          </a:p>
          <a:p>
            <a:endParaRPr lang="es-ES" sz="1000" b="1" dirty="0">
              <a:solidFill>
                <a:srgbClr val="5CBDCA"/>
              </a:solidFill>
            </a:endParaRPr>
          </a:p>
          <a:p>
            <a:endParaRPr lang="es-ES" sz="1000" dirty="0"/>
          </a:p>
        </p:txBody>
      </p:sp>
      <p:pic>
        <p:nvPicPr>
          <p:cNvPr id="6" name="Imagen 5">
            <a:extLst>
              <a:ext uri="{FF2B5EF4-FFF2-40B4-BE49-F238E27FC236}">
                <a16:creationId xmlns:a16="http://schemas.microsoft.com/office/drawing/2014/main" id="{10DA5A27-CCC8-8575-7121-D373E9AA977C}"/>
              </a:ext>
            </a:extLst>
          </p:cNvPr>
          <p:cNvPicPr>
            <a:picLocks noChangeAspect="1"/>
          </p:cNvPicPr>
          <p:nvPr/>
        </p:nvPicPr>
        <p:blipFill>
          <a:blip r:embed="rId3"/>
          <a:stretch>
            <a:fillRect/>
          </a:stretch>
        </p:blipFill>
        <p:spPr>
          <a:xfrm>
            <a:off x="728311" y="1475823"/>
            <a:ext cx="3423445" cy="1515027"/>
          </a:xfrm>
          <a:prstGeom prst="rect">
            <a:avLst/>
          </a:prstGeom>
        </p:spPr>
      </p:pic>
      <p:pic>
        <p:nvPicPr>
          <p:cNvPr id="9" name="Imagen 8">
            <a:extLst>
              <a:ext uri="{FF2B5EF4-FFF2-40B4-BE49-F238E27FC236}">
                <a16:creationId xmlns:a16="http://schemas.microsoft.com/office/drawing/2014/main" id="{195A6C6E-D02E-9234-8080-44953D12ABCE}"/>
              </a:ext>
            </a:extLst>
          </p:cNvPr>
          <p:cNvPicPr>
            <a:picLocks noChangeAspect="1"/>
          </p:cNvPicPr>
          <p:nvPr/>
        </p:nvPicPr>
        <p:blipFill>
          <a:blip r:embed="rId4"/>
          <a:stretch>
            <a:fillRect/>
          </a:stretch>
        </p:blipFill>
        <p:spPr>
          <a:xfrm>
            <a:off x="728311" y="3202512"/>
            <a:ext cx="3423445" cy="1515027"/>
          </a:xfrm>
          <a:prstGeom prst="rect">
            <a:avLst/>
          </a:prstGeom>
        </p:spPr>
      </p:pic>
      <p:pic>
        <p:nvPicPr>
          <p:cNvPr id="11" name="Imagen 10">
            <a:extLst>
              <a:ext uri="{FF2B5EF4-FFF2-40B4-BE49-F238E27FC236}">
                <a16:creationId xmlns:a16="http://schemas.microsoft.com/office/drawing/2014/main" id="{3F51D11D-6618-678A-BB81-15F4982019BC}"/>
              </a:ext>
            </a:extLst>
          </p:cNvPr>
          <p:cNvPicPr>
            <a:picLocks noChangeAspect="1"/>
          </p:cNvPicPr>
          <p:nvPr/>
        </p:nvPicPr>
        <p:blipFill>
          <a:blip r:embed="rId5"/>
          <a:stretch>
            <a:fillRect/>
          </a:stretch>
        </p:blipFill>
        <p:spPr>
          <a:xfrm>
            <a:off x="4992245" y="1463473"/>
            <a:ext cx="3423444" cy="1534997"/>
          </a:xfrm>
          <a:prstGeom prst="rect">
            <a:avLst/>
          </a:prstGeom>
        </p:spPr>
      </p:pic>
      <p:pic>
        <p:nvPicPr>
          <p:cNvPr id="13" name="Imagen 12">
            <a:extLst>
              <a:ext uri="{FF2B5EF4-FFF2-40B4-BE49-F238E27FC236}">
                <a16:creationId xmlns:a16="http://schemas.microsoft.com/office/drawing/2014/main" id="{8EDEB277-0858-8085-4474-E50E4991C9B2}"/>
              </a:ext>
            </a:extLst>
          </p:cNvPr>
          <p:cNvPicPr>
            <a:picLocks noChangeAspect="1"/>
          </p:cNvPicPr>
          <p:nvPr/>
        </p:nvPicPr>
        <p:blipFill>
          <a:blip r:embed="rId6"/>
          <a:stretch>
            <a:fillRect/>
          </a:stretch>
        </p:blipFill>
        <p:spPr>
          <a:xfrm>
            <a:off x="4992245" y="3202512"/>
            <a:ext cx="3423444" cy="1534998"/>
          </a:xfrm>
          <a:prstGeom prst="rect">
            <a:avLst/>
          </a:prstGeom>
        </p:spPr>
      </p:pic>
      <p:sp>
        <p:nvSpPr>
          <p:cNvPr id="15" name="CuadroTexto 14">
            <a:extLst>
              <a:ext uri="{FF2B5EF4-FFF2-40B4-BE49-F238E27FC236}">
                <a16:creationId xmlns:a16="http://schemas.microsoft.com/office/drawing/2014/main" id="{79B31246-0E2A-8CEF-5AFE-BD6C8B6930C2}"/>
              </a:ext>
            </a:extLst>
          </p:cNvPr>
          <p:cNvSpPr txBox="1"/>
          <p:nvPr/>
        </p:nvSpPr>
        <p:spPr>
          <a:xfrm>
            <a:off x="472440" y="973410"/>
            <a:ext cx="7867049" cy="246221"/>
          </a:xfrm>
          <a:prstGeom prst="rect">
            <a:avLst/>
          </a:prstGeom>
          <a:noFill/>
        </p:spPr>
        <p:txBody>
          <a:bodyPr wrap="square">
            <a:spAutoFit/>
          </a:bodyPr>
          <a:lstStyle/>
          <a:p>
            <a:pPr marL="171450" indent="-171450">
              <a:buFont typeface="Arial" panose="020B0604020202020204" pitchFamily="34" charset="0"/>
              <a:buChar char="•"/>
            </a:pPr>
            <a:r>
              <a:rPr lang="es-ES" sz="1000" dirty="0"/>
              <a:t>Leve aumento del precio en algunas horas en España y Portugal para electricidad e hidrógeno. </a:t>
            </a:r>
          </a:p>
        </p:txBody>
      </p:sp>
    </p:spTree>
    <p:extLst>
      <p:ext uri="{BB962C8B-B14F-4D97-AF65-F5344CB8AC3E}">
        <p14:creationId xmlns:p14="http://schemas.microsoft.com/office/powerpoint/2010/main" val="26355698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0251E-5827-62B9-A3DE-AD900D549ED4}"/>
            </a:ext>
          </a:extLst>
        </p:cNvPr>
        <p:cNvGrpSpPr/>
        <p:nvPr/>
      </p:nvGrpSpPr>
      <p:grpSpPr>
        <a:xfrm>
          <a:off x="0" y="0"/>
          <a:ext cx="0" cy="0"/>
          <a:chOff x="0" y="0"/>
          <a:chExt cx="0" cy="0"/>
        </a:xfrm>
      </p:grpSpPr>
      <p:sp>
        <p:nvSpPr>
          <p:cNvPr id="2" name="Marcador de texto 8">
            <a:extLst>
              <a:ext uri="{FF2B5EF4-FFF2-40B4-BE49-F238E27FC236}">
                <a16:creationId xmlns:a16="http://schemas.microsoft.com/office/drawing/2014/main" id="{4F0E3322-4524-0982-8241-865495A2040F}"/>
              </a:ext>
            </a:extLst>
          </p:cNvPr>
          <p:cNvSpPr txBox="1">
            <a:spLocks/>
          </p:cNvSpPr>
          <p:nvPr/>
        </p:nvSpPr>
        <p:spPr>
          <a:xfrm>
            <a:off x="378257" y="448814"/>
            <a:ext cx="7105755" cy="127330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b="1" dirty="0">
                <a:solidFill>
                  <a:srgbClr val="5CBDCA"/>
                </a:solidFill>
              </a:rPr>
              <a:t>Conclusiones</a:t>
            </a:r>
          </a:p>
          <a:p>
            <a:pPr marL="171450" indent="-171450" algn="just">
              <a:lnSpc>
                <a:spcPct val="150000"/>
              </a:lnSpc>
            </a:pPr>
            <a:r>
              <a:rPr lang="es-ES" dirty="0"/>
              <a:t>Reducción de las exportaciones de hidrógeno de España </a:t>
            </a:r>
          </a:p>
          <a:p>
            <a:pPr marL="0" indent="0" algn="just">
              <a:lnSpc>
                <a:spcPct val="150000"/>
              </a:lnSpc>
              <a:buNone/>
            </a:pPr>
            <a:r>
              <a:rPr lang="es-ES" dirty="0">
                <a:solidFill>
                  <a:srgbClr val="0070C0"/>
                </a:solidFill>
              </a:rPr>
              <a:t>Reducción del </a:t>
            </a:r>
            <a:r>
              <a:rPr lang="es-ES" b="1" dirty="0">
                <a:solidFill>
                  <a:srgbClr val="0070C0"/>
                </a:solidFill>
              </a:rPr>
              <a:t>100%</a:t>
            </a:r>
            <a:r>
              <a:rPr lang="es-ES" dirty="0">
                <a:solidFill>
                  <a:srgbClr val="0070C0"/>
                </a:solidFill>
              </a:rPr>
              <a:t> del flujo por </a:t>
            </a:r>
            <a:r>
              <a:rPr lang="es-ES" b="1" dirty="0">
                <a:solidFill>
                  <a:srgbClr val="0070C0"/>
                </a:solidFill>
              </a:rPr>
              <a:t>Irún-</a:t>
            </a:r>
            <a:r>
              <a:rPr lang="es-ES" b="1" dirty="0" err="1">
                <a:solidFill>
                  <a:srgbClr val="0070C0"/>
                </a:solidFill>
              </a:rPr>
              <a:t>Larrau</a:t>
            </a:r>
            <a:r>
              <a:rPr lang="es-ES" b="1" dirty="0">
                <a:solidFill>
                  <a:srgbClr val="0070C0"/>
                </a:solidFill>
              </a:rPr>
              <a:t>. </a:t>
            </a:r>
            <a:r>
              <a:rPr lang="es-ES" dirty="0">
                <a:solidFill>
                  <a:srgbClr val="0070C0"/>
                </a:solidFill>
              </a:rPr>
              <a:t>Corresponden a 10 GWh en 168 h.</a:t>
            </a:r>
          </a:p>
          <a:p>
            <a:pPr marL="0" indent="0" algn="just">
              <a:lnSpc>
                <a:spcPct val="150000"/>
              </a:lnSpc>
              <a:buNone/>
            </a:pPr>
            <a:r>
              <a:rPr lang="es-ES" dirty="0">
                <a:solidFill>
                  <a:srgbClr val="0070C0"/>
                </a:solidFill>
              </a:rPr>
              <a:t>Reducción de </a:t>
            </a:r>
            <a:r>
              <a:rPr lang="es-ES" b="1" dirty="0">
                <a:solidFill>
                  <a:srgbClr val="0070C0"/>
                </a:solidFill>
              </a:rPr>
              <a:t>1.39% </a:t>
            </a:r>
            <a:r>
              <a:rPr lang="es-ES" dirty="0">
                <a:solidFill>
                  <a:srgbClr val="0070C0"/>
                </a:solidFill>
              </a:rPr>
              <a:t>del flujo por </a:t>
            </a:r>
            <a:r>
              <a:rPr lang="es-ES" b="1" dirty="0">
                <a:solidFill>
                  <a:srgbClr val="0070C0"/>
                </a:solidFill>
              </a:rPr>
              <a:t>BarMar</a:t>
            </a:r>
            <a:r>
              <a:rPr lang="es-ES" dirty="0">
                <a:solidFill>
                  <a:srgbClr val="0070C0"/>
                </a:solidFill>
              </a:rPr>
              <a:t> (dirección ESh2-FRh2S). Corresponden a 10 GWh en 168 h.</a:t>
            </a:r>
          </a:p>
          <a:p>
            <a:pPr marL="0" indent="0" algn="just">
              <a:buNone/>
            </a:pPr>
            <a:endParaRPr lang="es-ES" dirty="0">
              <a:solidFill>
                <a:srgbClr val="0070C0"/>
              </a:solidFill>
            </a:endParaRPr>
          </a:p>
          <a:p>
            <a:pPr marL="0" indent="0" algn="just">
              <a:buNone/>
            </a:pPr>
            <a:endParaRPr lang="es-ES" dirty="0">
              <a:solidFill>
                <a:srgbClr val="0070C0"/>
              </a:solidFill>
            </a:endParaRPr>
          </a:p>
          <a:p>
            <a:pPr marL="0" indent="0" algn="just">
              <a:buNone/>
            </a:pPr>
            <a:endParaRPr lang="es-ES" dirty="0">
              <a:solidFill>
                <a:srgbClr val="0070C0"/>
              </a:solidFill>
            </a:endParaRPr>
          </a:p>
          <a:p>
            <a:pPr marL="0" indent="0" algn="just">
              <a:buNone/>
            </a:pPr>
            <a:endParaRPr lang="es-ES" dirty="0">
              <a:solidFill>
                <a:srgbClr val="0070C0"/>
              </a:solidFill>
            </a:endParaRPr>
          </a:p>
          <a:p>
            <a:pPr marL="0" indent="0" algn="just">
              <a:buNone/>
            </a:pPr>
            <a:endParaRPr lang="es-ES" dirty="0">
              <a:solidFill>
                <a:srgbClr val="0070C0"/>
              </a:solidFill>
            </a:endParaRPr>
          </a:p>
          <a:p>
            <a:pPr marL="0" indent="0" algn="just">
              <a:buNone/>
            </a:pPr>
            <a:endParaRPr lang="es-ES" dirty="0">
              <a:solidFill>
                <a:srgbClr val="0070C0"/>
              </a:solidFill>
            </a:endParaRPr>
          </a:p>
          <a:p>
            <a:pPr marL="0" indent="0" algn="just">
              <a:buNone/>
            </a:pPr>
            <a:endParaRPr lang="es-ES" dirty="0">
              <a:solidFill>
                <a:srgbClr val="0070C0"/>
              </a:solidFill>
            </a:endParaRPr>
          </a:p>
          <a:p>
            <a:pPr marL="0" indent="0" algn="just">
              <a:buNone/>
            </a:pPr>
            <a:endParaRPr lang="es-ES" dirty="0">
              <a:solidFill>
                <a:srgbClr val="0070C0"/>
              </a:solidFill>
            </a:endParaRPr>
          </a:p>
          <a:p>
            <a:pPr marL="0" indent="0" algn="just">
              <a:buNone/>
            </a:pPr>
            <a:endParaRPr lang="es-ES" dirty="0">
              <a:solidFill>
                <a:srgbClr val="0070C0"/>
              </a:solidFill>
            </a:endParaRPr>
          </a:p>
          <a:p>
            <a:pPr marL="0" indent="0" algn="just">
              <a:buNone/>
            </a:pPr>
            <a:endParaRPr lang="es-ES" dirty="0">
              <a:solidFill>
                <a:srgbClr val="0070C0"/>
              </a:solidFill>
            </a:endParaRPr>
          </a:p>
          <a:p>
            <a:pPr algn="just"/>
            <a:endParaRPr lang="es-ES" dirty="0"/>
          </a:p>
        </p:txBody>
      </p:sp>
      <p:pic>
        <p:nvPicPr>
          <p:cNvPr id="11" name="Gráfico 10" descr="Casilla marcada con relleno sólido">
            <a:extLst>
              <a:ext uri="{FF2B5EF4-FFF2-40B4-BE49-F238E27FC236}">
                <a16:creationId xmlns:a16="http://schemas.microsoft.com/office/drawing/2014/main" id="{CF191445-B4AD-6F06-9CAB-3089C274041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14007" y="648670"/>
            <a:ext cx="257993" cy="257993"/>
          </a:xfrm>
          <a:prstGeom prst="rect">
            <a:avLst/>
          </a:prstGeom>
        </p:spPr>
      </p:pic>
      <p:pic>
        <p:nvPicPr>
          <p:cNvPr id="7" name="Imagen 6">
            <a:extLst>
              <a:ext uri="{FF2B5EF4-FFF2-40B4-BE49-F238E27FC236}">
                <a16:creationId xmlns:a16="http://schemas.microsoft.com/office/drawing/2014/main" id="{DFA9524A-B2A0-88DE-1BD9-8DB8B253FEB2}"/>
              </a:ext>
            </a:extLst>
          </p:cNvPr>
          <p:cNvPicPr>
            <a:picLocks noChangeAspect="1"/>
          </p:cNvPicPr>
          <p:nvPr/>
        </p:nvPicPr>
        <p:blipFill>
          <a:blip r:embed="rId4"/>
          <a:stretch>
            <a:fillRect/>
          </a:stretch>
        </p:blipFill>
        <p:spPr>
          <a:xfrm>
            <a:off x="575113" y="1997616"/>
            <a:ext cx="3644628" cy="2166421"/>
          </a:xfrm>
          <a:prstGeom prst="rect">
            <a:avLst/>
          </a:prstGeom>
        </p:spPr>
      </p:pic>
      <p:pic>
        <p:nvPicPr>
          <p:cNvPr id="12" name="Imagen 11">
            <a:extLst>
              <a:ext uri="{FF2B5EF4-FFF2-40B4-BE49-F238E27FC236}">
                <a16:creationId xmlns:a16="http://schemas.microsoft.com/office/drawing/2014/main" id="{960897C5-23AF-FC38-7094-9C8A7DCE5381}"/>
              </a:ext>
            </a:extLst>
          </p:cNvPr>
          <p:cNvPicPr>
            <a:picLocks noChangeAspect="1"/>
          </p:cNvPicPr>
          <p:nvPr/>
        </p:nvPicPr>
        <p:blipFill>
          <a:blip r:embed="rId5"/>
          <a:stretch>
            <a:fillRect/>
          </a:stretch>
        </p:blipFill>
        <p:spPr>
          <a:xfrm>
            <a:off x="4599915" y="1997616"/>
            <a:ext cx="3644629" cy="2171269"/>
          </a:xfrm>
          <a:prstGeom prst="rect">
            <a:avLst/>
          </a:prstGeom>
        </p:spPr>
      </p:pic>
    </p:spTree>
    <p:extLst>
      <p:ext uri="{BB962C8B-B14F-4D97-AF65-F5344CB8AC3E}">
        <p14:creationId xmlns:p14="http://schemas.microsoft.com/office/powerpoint/2010/main" val="7652594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AE0B63-E83A-7F80-72A4-4E5F0DD7BC2A}"/>
            </a:ext>
          </a:extLst>
        </p:cNvPr>
        <p:cNvGrpSpPr/>
        <p:nvPr/>
      </p:nvGrpSpPr>
      <p:grpSpPr>
        <a:xfrm>
          <a:off x="0" y="0"/>
          <a:ext cx="0" cy="0"/>
          <a:chOff x="0" y="0"/>
          <a:chExt cx="0" cy="0"/>
        </a:xfrm>
      </p:grpSpPr>
      <p:sp>
        <p:nvSpPr>
          <p:cNvPr id="2" name="Marcador de texto 8">
            <a:extLst>
              <a:ext uri="{FF2B5EF4-FFF2-40B4-BE49-F238E27FC236}">
                <a16:creationId xmlns:a16="http://schemas.microsoft.com/office/drawing/2014/main" id="{F01EC9EF-A8AE-94F6-951F-85D9A7EC4EAB}"/>
              </a:ext>
            </a:extLst>
          </p:cNvPr>
          <p:cNvSpPr txBox="1">
            <a:spLocks/>
          </p:cNvSpPr>
          <p:nvPr/>
        </p:nvSpPr>
        <p:spPr>
          <a:xfrm>
            <a:off x="378257" y="448814"/>
            <a:ext cx="4742383" cy="188290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b="1" dirty="0">
                <a:solidFill>
                  <a:srgbClr val="5CBDCA"/>
                </a:solidFill>
              </a:rPr>
              <a:t>Conclusiones</a:t>
            </a:r>
          </a:p>
          <a:p>
            <a:pPr marL="171450" indent="-171450" algn="just">
              <a:lnSpc>
                <a:spcPct val="150000"/>
              </a:lnSpc>
            </a:pPr>
            <a:r>
              <a:rPr lang="es-ES" dirty="0"/>
              <a:t>Aumento de la generación propia de hidrógeno en España </a:t>
            </a:r>
          </a:p>
          <a:p>
            <a:pPr marL="0" indent="0" algn="just">
              <a:lnSpc>
                <a:spcPct val="150000"/>
              </a:lnSpc>
              <a:buNone/>
            </a:pPr>
            <a:r>
              <a:rPr lang="es-ES" dirty="0">
                <a:solidFill>
                  <a:srgbClr val="0070C0"/>
                </a:solidFill>
              </a:rPr>
              <a:t>Sin el flujo de hidrógeno de Marruecos hacia España, aumenta la producción de hidrógeno por electrolizadores SRES, electrolizadores Emarket. </a:t>
            </a:r>
          </a:p>
          <a:p>
            <a:pPr marL="0" indent="0" algn="just">
              <a:lnSpc>
                <a:spcPct val="150000"/>
              </a:lnSpc>
              <a:buNone/>
            </a:pPr>
            <a:r>
              <a:rPr lang="es-ES" dirty="0">
                <a:solidFill>
                  <a:srgbClr val="0070C0"/>
                </a:solidFill>
              </a:rPr>
              <a:t>Además, Portugal no aumenta su producción de hidrógeno para importación a España.</a:t>
            </a:r>
          </a:p>
        </p:txBody>
      </p:sp>
      <p:pic>
        <p:nvPicPr>
          <p:cNvPr id="5" name="Gráfico 4" descr="Casilla marcada con relleno sólido">
            <a:extLst>
              <a:ext uri="{FF2B5EF4-FFF2-40B4-BE49-F238E27FC236}">
                <a16:creationId xmlns:a16="http://schemas.microsoft.com/office/drawing/2014/main" id="{9FB4E833-F29D-3830-0E9D-2E29A9D281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56456" y="659549"/>
            <a:ext cx="257993" cy="257993"/>
          </a:xfrm>
          <a:prstGeom prst="rect">
            <a:avLst/>
          </a:prstGeom>
        </p:spPr>
      </p:pic>
      <p:pic>
        <p:nvPicPr>
          <p:cNvPr id="6" name="Imagen 5">
            <a:extLst>
              <a:ext uri="{FF2B5EF4-FFF2-40B4-BE49-F238E27FC236}">
                <a16:creationId xmlns:a16="http://schemas.microsoft.com/office/drawing/2014/main" id="{7622FCAD-091F-1563-CE0E-21247EDE4F90}"/>
              </a:ext>
            </a:extLst>
          </p:cNvPr>
          <p:cNvPicPr>
            <a:picLocks noChangeAspect="1"/>
          </p:cNvPicPr>
          <p:nvPr/>
        </p:nvPicPr>
        <p:blipFill>
          <a:blip r:embed="rId4"/>
          <a:stretch>
            <a:fillRect/>
          </a:stretch>
        </p:blipFill>
        <p:spPr>
          <a:xfrm>
            <a:off x="5389210" y="448814"/>
            <a:ext cx="2836718" cy="2082832"/>
          </a:xfrm>
          <a:prstGeom prst="rect">
            <a:avLst/>
          </a:prstGeom>
        </p:spPr>
      </p:pic>
      <p:pic>
        <p:nvPicPr>
          <p:cNvPr id="8" name="Imagen 7">
            <a:extLst>
              <a:ext uri="{FF2B5EF4-FFF2-40B4-BE49-F238E27FC236}">
                <a16:creationId xmlns:a16="http://schemas.microsoft.com/office/drawing/2014/main" id="{40FC58D2-125F-4B54-D95D-D2D4F0C19F5B}"/>
              </a:ext>
            </a:extLst>
          </p:cNvPr>
          <p:cNvPicPr>
            <a:picLocks noChangeAspect="1"/>
          </p:cNvPicPr>
          <p:nvPr/>
        </p:nvPicPr>
        <p:blipFill>
          <a:blip r:embed="rId5"/>
          <a:stretch>
            <a:fillRect/>
          </a:stretch>
        </p:blipFill>
        <p:spPr>
          <a:xfrm>
            <a:off x="5387111" y="2718249"/>
            <a:ext cx="2838817" cy="2036541"/>
          </a:xfrm>
          <a:prstGeom prst="rect">
            <a:avLst/>
          </a:prstGeom>
        </p:spPr>
      </p:pic>
      <p:pic>
        <p:nvPicPr>
          <p:cNvPr id="15" name="Imagen 14">
            <a:extLst>
              <a:ext uri="{FF2B5EF4-FFF2-40B4-BE49-F238E27FC236}">
                <a16:creationId xmlns:a16="http://schemas.microsoft.com/office/drawing/2014/main" id="{F39C19EF-5D2D-FB59-64DC-7863C5A8596D}"/>
              </a:ext>
            </a:extLst>
          </p:cNvPr>
          <p:cNvPicPr>
            <a:picLocks noChangeAspect="1"/>
          </p:cNvPicPr>
          <p:nvPr/>
        </p:nvPicPr>
        <p:blipFill>
          <a:blip r:embed="rId6"/>
          <a:stretch>
            <a:fillRect/>
          </a:stretch>
        </p:blipFill>
        <p:spPr>
          <a:xfrm>
            <a:off x="1060753" y="2403937"/>
            <a:ext cx="3236927" cy="2290749"/>
          </a:xfrm>
          <a:prstGeom prst="rect">
            <a:avLst/>
          </a:prstGeom>
        </p:spPr>
      </p:pic>
    </p:spTree>
    <p:extLst>
      <p:ext uri="{BB962C8B-B14F-4D97-AF65-F5344CB8AC3E}">
        <p14:creationId xmlns:p14="http://schemas.microsoft.com/office/powerpoint/2010/main" val="27620917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0EF0C3-A585-A721-C40B-8904E007F36E}"/>
            </a:ext>
          </a:extLst>
        </p:cNvPr>
        <p:cNvGrpSpPr/>
        <p:nvPr/>
      </p:nvGrpSpPr>
      <p:grpSpPr>
        <a:xfrm>
          <a:off x="0" y="0"/>
          <a:ext cx="0" cy="0"/>
          <a:chOff x="0" y="0"/>
          <a:chExt cx="0" cy="0"/>
        </a:xfrm>
      </p:grpSpPr>
      <p:sp>
        <p:nvSpPr>
          <p:cNvPr id="2" name="Marcador de texto 8">
            <a:extLst>
              <a:ext uri="{FF2B5EF4-FFF2-40B4-BE49-F238E27FC236}">
                <a16:creationId xmlns:a16="http://schemas.microsoft.com/office/drawing/2014/main" id="{629937DA-65DE-2D41-7411-C925146799C7}"/>
              </a:ext>
            </a:extLst>
          </p:cNvPr>
          <p:cNvSpPr txBox="1">
            <a:spLocks/>
          </p:cNvSpPr>
          <p:nvPr/>
        </p:nvSpPr>
        <p:spPr>
          <a:xfrm>
            <a:off x="378257" y="448814"/>
            <a:ext cx="8129492" cy="13418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b="1" dirty="0">
                <a:solidFill>
                  <a:srgbClr val="5CBDCA"/>
                </a:solidFill>
              </a:rPr>
              <a:t>Conclusiones</a:t>
            </a:r>
          </a:p>
          <a:p>
            <a:pPr marL="171450" indent="-171450" algn="just">
              <a:lnSpc>
                <a:spcPct val="150000"/>
              </a:lnSpc>
            </a:pPr>
            <a:r>
              <a:rPr lang="es-ES" dirty="0"/>
              <a:t>Aumento del flujo de importaciones de hidrógeno en España</a:t>
            </a:r>
          </a:p>
          <a:p>
            <a:pPr marL="0" indent="0" algn="just">
              <a:lnSpc>
                <a:spcPct val="150000"/>
              </a:lnSpc>
              <a:buNone/>
            </a:pPr>
            <a:r>
              <a:rPr lang="es-ES" dirty="0">
                <a:solidFill>
                  <a:srgbClr val="0070C0"/>
                </a:solidFill>
              </a:rPr>
              <a:t>Las exportaciones de Francia aumentan un 45% (36.6 GWh).</a:t>
            </a:r>
          </a:p>
          <a:p>
            <a:pPr marL="0" indent="0" algn="just">
              <a:lnSpc>
                <a:spcPct val="150000"/>
              </a:lnSpc>
              <a:buNone/>
            </a:pPr>
            <a:r>
              <a:rPr lang="es-ES" dirty="0">
                <a:solidFill>
                  <a:srgbClr val="0070C0"/>
                </a:solidFill>
              </a:rPr>
              <a:t>Portugal no aumenta sus exportaciones de hidrógeno hacia España. </a:t>
            </a:r>
          </a:p>
          <a:p>
            <a:pPr marL="0" indent="0" algn="just">
              <a:lnSpc>
                <a:spcPct val="150000"/>
              </a:lnSpc>
              <a:buNone/>
            </a:pPr>
            <a:r>
              <a:rPr lang="es-ES" dirty="0">
                <a:solidFill>
                  <a:srgbClr val="0070C0"/>
                </a:solidFill>
              </a:rPr>
              <a:t> </a:t>
            </a:r>
            <a:endParaRPr lang="es-ES" b="1" dirty="0">
              <a:solidFill>
                <a:srgbClr val="0070C0"/>
              </a:solidFill>
            </a:endParaRPr>
          </a:p>
          <a:p>
            <a:pPr algn="just"/>
            <a:endParaRPr lang="es-ES" dirty="0"/>
          </a:p>
        </p:txBody>
      </p:sp>
      <p:pic>
        <p:nvPicPr>
          <p:cNvPr id="5" name="Gráfico 4" descr="Casilla marcada con relleno sólido">
            <a:extLst>
              <a:ext uri="{FF2B5EF4-FFF2-40B4-BE49-F238E27FC236}">
                <a16:creationId xmlns:a16="http://schemas.microsoft.com/office/drawing/2014/main" id="{1857E298-C1CC-CCD8-4169-F4F974A540B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659834"/>
            <a:ext cx="257993" cy="257993"/>
          </a:xfrm>
          <a:prstGeom prst="rect">
            <a:avLst/>
          </a:prstGeom>
        </p:spPr>
      </p:pic>
      <p:pic>
        <p:nvPicPr>
          <p:cNvPr id="11" name="Imagen 10">
            <a:extLst>
              <a:ext uri="{FF2B5EF4-FFF2-40B4-BE49-F238E27FC236}">
                <a16:creationId xmlns:a16="http://schemas.microsoft.com/office/drawing/2014/main" id="{FA20DEB8-98E2-18DF-DD7C-70CD864554F5}"/>
              </a:ext>
            </a:extLst>
          </p:cNvPr>
          <p:cNvPicPr>
            <a:picLocks noChangeAspect="1"/>
          </p:cNvPicPr>
          <p:nvPr/>
        </p:nvPicPr>
        <p:blipFill>
          <a:blip r:embed="rId4"/>
          <a:stretch>
            <a:fillRect/>
          </a:stretch>
        </p:blipFill>
        <p:spPr>
          <a:xfrm>
            <a:off x="712967" y="2000074"/>
            <a:ext cx="3545317" cy="2130962"/>
          </a:xfrm>
          <a:prstGeom prst="rect">
            <a:avLst/>
          </a:prstGeom>
        </p:spPr>
      </p:pic>
      <p:pic>
        <p:nvPicPr>
          <p:cNvPr id="13" name="Imagen 12">
            <a:extLst>
              <a:ext uri="{FF2B5EF4-FFF2-40B4-BE49-F238E27FC236}">
                <a16:creationId xmlns:a16="http://schemas.microsoft.com/office/drawing/2014/main" id="{FB35C5B9-9582-3913-7A5D-4E4D49184A66}"/>
              </a:ext>
            </a:extLst>
          </p:cNvPr>
          <p:cNvPicPr>
            <a:picLocks noChangeAspect="1"/>
          </p:cNvPicPr>
          <p:nvPr/>
        </p:nvPicPr>
        <p:blipFill>
          <a:blip r:embed="rId5"/>
          <a:stretch>
            <a:fillRect/>
          </a:stretch>
        </p:blipFill>
        <p:spPr>
          <a:xfrm>
            <a:off x="4647656" y="2000074"/>
            <a:ext cx="3545317" cy="2130962"/>
          </a:xfrm>
          <a:prstGeom prst="rect">
            <a:avLst/>
          </a:prstGeom>
        </p:spPr>
      </p:pic>
    </p:spTree>
    <p:extLst>
      <p:ext uri="{BB962C8B-B14F-4D97-AF65-F5344CB8AC3E}">
        <p14:creationId xmlns:p14="http://schemas.microsoft.com/office/powerpoint/2010/main" val="313085716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DF37E-02E9-2AD7-D024-3CCE5C8F9808}"/>
            </a:ext>
          </a:extLst>
        </p:cNvPr>
        <p:cNvGrpSpPr/>
        <p:nvPr/>
      </p:nvGrpSpPr>
      <p:grpSpPr>
        <a:xfrm>
          <a:off x="0" y="0"/>
          <a:ext cx="0" cy="0"/>
          <a:chOff x="0" y="0"/>
          <a:chExt cx="0" cy="0"/>
        </a:xfrm>
      </p:grpSpPr>
      <p:sp>
        <p:nvSpPr>
          <p:cNvPr id="2" name="Marcador de texto 8">
            <a:extLst>
              <a:ext uri="{FF2B5EF4-FFF2-40B4-BE49-F238E27FC236}">
                <a16:creationId xmlns:a16="http://schemas.microsoft.com/office/drawing/2014/main" id="{C99609ED-8054-6177-ECD4-1E5FC36039B7}"/>
              </a:ext>
            </a:extLst>
          </p:cNvPr>
          <p:cNvSpPr txBox="1">
            <a:spLocks/>
          </p:cNvSpPr>
          <p:nvPr/>
        </p:nvSpPr>
        <p:spPr>
          <a:xfrm>
            <a:off x="378257" y="448814"/>
            <a:ext cx="8129492" cy="349014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50000"/>
              </a:lnSpc>
              <a:buNone/>
            </a:pPr>
            <a:r>
              <a:rPr lang="es-ES" b="1" dirty="0">
                <a:solidFill>
                  <a:srgbClr val="5CBDCA"/>
                </a:solidFill>
              </a:rPr>
              <a:t>Conclusiones</a:t>
            </a:r>
          </a:p>
          <a:p>
            <a:pPr marL="171450" indent="-171450" algn="just">
              <a:lnSpc>
                <a:spcPct val="150000"/>
              </a:lnSpc>
            </a:pPr>
            <a:r>
              <a:rPr lang="es-ES" dirty="0"/>
              <a:t>Aumento del Precio Marginal horario</a:t>
            </a:r>
          </a:p>
          <a:p>
            <a:pPr marL="0" indent="0" algn="just">
              <a:lnSpc>
                <a:spcPct val="150000"/>
              </a:lnSpc>
              <a:buNone/>
            </a:pPr>
            <a:r>
              <a:rPr lang="es-ES" dirty="0">
                <a:solidFill>
                  <a:srgbClr val="0070C0"/>
                </a:solidFill>
              </a:rPr>
              <a:t>Se observa un aumento del precio marginal para los nodos de hidrógeno y electricidad para Portugal y España.</a:t>
            </a:r>
          </a:p>
        </p:txBody>
      </p:sp>
      <p:pic>
        <p:nvPicPr>
          <p:cNvPr id="9" name="Gráfico 8" descr="Casilla marcada con relleno sólido">
            <a:extLst>
              <a:ext uri="{FF2B5EF4-FFF2-40B4-BE49-F238E27FC236}">
                <a16:creationId xmlns:a16="http://schemas.microsoft.com/office/drawing/2014/main" id="{BE883FEE-E4F4-0BE5-541E-420B6C45ABD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21183" y="742179"/>
            <a:ext cx="257993" cy="257993"/>
          </a:xfrm>
          <a:prstGeom prst="rect">
            <a:avLst/>
          </a:prstGeom>
        </p:spPr>
      </p:pic>
      <p:pic>
        <p:nvPicPr>
          <p:cNvPr id="4" name="Imagen 3">
            <a:extLst>
              <a:ext uri="{FF2B5EF4-FFF2-40B4-BE49-F238E27FC236}">
                <a16:creationId xmlns:a16="http://schemas.microsoft.com/office/drawing/2014/main" id="{952ED084-019D-E1A1-E335-35DCBD00C5DB}"/>
              </a:ext>
            </a:extLst>
          </p:cNvPr>
          <p:cNvPicPr>
            <a:picLocks noChangeAspect="1"/>
          </p:cNvPicPr>
          <p:nvPr/>
        </p:nvPicPr>
        <p:blipFill>
          <a:blip r:embed="rId4"/>
          <a:stretch>
            <a:fillRect/>
          </a:stretch>
        </p:blipFill>
        <p:spPr>
          <a:xfrm>
            <a:off x="535019" y="1642970"/>
            <a:ext cx="3921357" cy="2356986"/>
          </a:xfrm>
          <a:prstGeom prst="rect">
            <a:avLst/>
          </a:prstGeom>
        </p:spPr>
      </p:pic>
      <p:pic>
        <p:nvPicPr>
          <p:cNvPr id="7" name="Imagen 6">
            <a:extLst>
              <a:ext uri="{FF2B5EF4-FFF2-40B4-BE49-F238E27FC236}">
                <a16:creationId xmlns:a16="http://schemas.microsoft.com/office/drawing/2014/main" id="{4B968C4E-FEC4-7538-665F-1E9A5C497A44}"/>
              </a:ext>
            </a:extLst>
          </p:cNvPr>
          <p:cNvPicPr>
            <a:picLocks noChangeAspect="1"/>
          </p:cNvPicPr>
          <p:nvPr/>
        </p:nvPicPr>
        <p:blipFill>
          <a:blip r:embed="rId5"/>
          <a:stretch>
            <a:fillRect/>
          </a:stretch>
        </p:blipFill>
        <p:spPr>
          <a:xfrm>
            <a:off x="4687626" y="1642970"/>
            <a:ext cx="3921356" cy="2356986"/>
          </a:xfrm>
          <a:prstGeom prst="rect">
            <a:avLst/>
          </a:prstGeom>
        </p:spPr>
      </p:pic>
    </p:spTree>
    <p:extLst>
      <p:ext uri="{BB962C8B-B14F-4D97-AF65-F5344CB8AC3E}">
        <p14:creationId xmlns:p14="http://schemas.microsoft.com/office/powerpoint/2010/main" val="238274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A33D4-7DE0-5744-2BAC-383F36647FD1}"/>
            </a:ext>
          </a:extLst>
        </p:cNvPr>
        <p:cNvGrpSpPr/>
        <p:nvPr/>
      </p:nvGrpSpPr>
      <p:grpSpPr>
        <a:xfrm>
          <a:off x="0" y="0"/>
          <a:ext cx="0" cy="0"/>
          <a:chOff x="0" y="0"/>
          <a:chExt cx="0" cy="0"/>
        </a:xfrm>
      </p:grpSpPr>
      <p:sp>
        <p:nvSpPr>
          <p:cNvPr id="4" name="Marcador de texto 3">
            <a:extLst>
              <a:ext uri="{FF2B5EF4-FFF2-40B4-BE49-F238E27FC236}">
                <a16:creationId xmlns:a16="http://schemas.microsoft.com/office/drawing/2014/main" id="{086B61F2-A876-7C37-3503-C04CF4CCD560}"/>
              </a:ext>
            </a:extLst>
          </p:cNvPr>
          <p:cNvSpPr>
            <a:spLocks noGrp="1"/>
          </p:cNvSpPr>
          <p:nvPr>
            <p:ph type="body" sz="quarter" idx="19"/>
          </p:nvPr>
        </p:nvSpPr>
        <p:spPr>
          <a:xfrm>
            <a:off x="1174778" y="2200785"/>
            <a:ext cx="6794443" cy="741930"/>
          </a:xfrm>
        </p:spPr>
        <p:txBody>
          <a:bodyPr/>
          <a:lstStyle/>
          <a:p>
            <a:pPr algn="ctr">
              <a:spcBef>
                <a:spcPct val="20000"/>
              </a:spcBef>
            </a:pPr>
            <a:r>
              <a:rPr lang="es-ES" sz="2200" b="1" dirty="0">
                <a:solidFill>
                  <a:srgbClr val="5CBDCA"/>
                </a:solidFill>
                <a:latin typeface="+mn-lt"/>
                <a:ea typeface="+mn-ea"/>
              </a:rPr>
              <a:t>Sensibilidad 2: </a:t>
            </a:r>
          </a:p>
          <a:p>
            <a:pPr algn="ctr">
              <a:spcBef>
                <a:spcPct val="20000"/>
              </a:spcBef>
            </a:pPr>
            <a:r>
              <a:rPr lang="es-ES" sz="2200" b="1" dirty="0">
                <a:solidFill>
                  <a:srgbClr val="5CBDCA"/>
                </a:solidFill>
                <a:latin typeface="+mn-lt"/>
                <a:ea typeface="+mn-ea"/>
              </a:rPr>
              <a:t>Reducción Demanda de Eliquids H2 España</a:t>
            </a:r>
          </a:p>
        </p:txBody>
      </p:sp>
    </p:spTree>
    <p:extLst>
      <p:ext uri="{BB962C8B-B14F-4D97-AF65-F5344CB8AC3E}">
        <p14:creationId xmlns:p14="http://schemas.microsoft.com/office/powerpoint/2010/main" val="42422768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5FB0D-0BE2-B648-2634-5832EC057246}"/>
            </a:ext>
          </a:extLst>
        </p:cNvPr>
        <p:cNvGrpSpPr/>
        <p:nvPr/>
      </p:nvGrpSpPr>
      <p:grpSpPr>
        <a:xfrm>
          <a:off x="0" y="0"/>
          <a:ext cx="0" cy="0"/>
          <a:chOff x="0" y="0"/>
          <a:chExt cx="0" cy="0"/>
        </a:xfrm>
      </p:grpSpPr>
      <p:sp>
        <p:nvSpPr>
          <p:cNvPr id="5" name="Elipse 4">
            <a:extLst>
              <a:ext uri="{FF2B5EF4-FFF2-40B4-BE49-F238E27FC236}">
                <a16:creationId xmlns:a16="http://schemas.microsoft.com/office/drawing/2014/main" id="{AC45AEA1-98D6-03F3-4B9C-625B12257ABD}"/>
              </a:ext>
            </a:extLst>
          </p:cNvPr>
          <p:cNvSpPr/>
          <p:nvPr/>
        </p:nvSpPr>
        <p:spPr>
          <a:xfrm>
            <a:off x="7354923" y="785345"/>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8" name="CuadroTexto 7">
            <a:extLst>
              <a:ext uri="{FF2B5EF4-FFF2-40B4-BE49-F238E27FC236}">
                <a16:creationId xmlns:a16="http://schemas.microsoft.com/office/drawing/2014/main" id="{A3B3D7D5-0935-BA2C-2805-CE0E6109187C}"/>
              </a:ext>
            </a:extLst>
          </p:cNvPr>
          <p:cNvSpPr txBox="1"/>
          <p:nvPr/>
        </p:nvSpPr>
        <p:spPr>
          <a:xfrm>
            <a:off x="7361454" y="896425"/>
            <a:ext cx="927463" cy="215444"/>
          </a:xfrm>
          <a:prstGeom prst="rect">
            <a:avLst/>
          </a:prstGeom>
          <a:noFill/>
        </p:spPr>
        <p:txBody>
          <a:bodyPr wrap="square" rtlCol="0">
            <a:spAutoFit/>
          </a:bodyPr>
          <a:lstStyle/>
          <a:p>
            <a:r>
              <a:rPr lang="es-ES" sz="800" dirty="0"/>
              <a:t>FRh2</a:t>
            </a:r>
          </a:p>
        </p:txBody>
      </p:sp>
      <p:sp>
        <p:nvSpPr>
          <p:cNvPr id="9" name="Elipse 8">
            <a:extLst>
              <a:ext uri="{FF2B5EF4-FFF2-40B4-BE49-F238E27FC236}">
                <a16:creationId xmlns:a16="http://schemas.microsoft.com/office/drawing/2014/main" id="{FE79BB76-DE51-F362-051C-519A7D5D813C}"/>
              </a:ext>
            </a:extLst>
          </p:cNvPr>
          <p:cNvSpPr/>
          <p:nvPr/>
        </p:nvSpPr>
        <p:spPr>
          <a:xfrm>
            <a:off x="7825186" y="1603951"/>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0" name="CuadroTexto 9">
            <a:extLst>
              <a:ext uri="{FF2B5EF4-FFF2-40B4-BE49-F238E27FC236}">
                <a16:creationId xmlns:a16="http://schemas.microsoft.com/office/drawing/2014/main" id="{D58C3DFE-B806-409F-57A5-2B5E3D9BD3DD}"/>
              </a:ext>
            </a:extLst>
          </p:cNvPr>
          <p:cNvSpPr txBox="1"/>
          <p:nvPr/>
        </p:nvSpPr>
        <p:spPr>
          <a:xfrm>
            <a:off x="7805592" y="1715031"/>
            <a:ext cx="927463" cy="215444"/>
          </a:xfrm>
          <a:prstGeom prst="rect">
            <a:avLst/>
          </a:prstGeom>
          <a:noFill/>
        </p:spPr>
        <p:txBody>
          <a:bodyPr wrap="square" rtlCol="0">
            <a:spAutoFit/>
          </a:bodyPr>
          <a:lstStyle/>
          <a:p>
            <a:r>
              <a:rPr lang="es-ES" sz="800" dirty="0"/>
              <a:t>FRh2S</a:t>
            </a:r>
          </a:p>
        </p:txBody>
      </p:sp>
      <p:sp>
        <p:nvSpPr>
          <p:cNvPr id="11" name="Elipse 10">
            <a:extLst>
              <a:ext uri="{FF2B5EF4-FFF2-40B4-BE49-F238E27FC236}">
                <a16:creationId xmlns:a16="http://schemas.microsoft.com/office/drawing/2014/main" id="{A6E5E96A-D24B-BBBD-D997-11BF73603F0E}"/>
              </a:ext>
            </a:extLst>
          </p:cNvPr>
          <p:cNvSpPr/>
          <p:nvPr/>
        </p:nvSpPr>
        <p:spPr>
          <a:xfrm>
            <a:off x="6861801" y="1603951"/>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2" name="CuadroTexto 11">
            <a:extLst>
              <a:ext uri="{FF2B5EF4-FFF2-40B4-BE49-F238E27FC236}">
                <a16:creationId xmlns:a16="http://schemas.microsoft.com/office/drawing/2014/main" id="{A24B5273-B008-C81F-4F5E-505AE46D6BA6}"/>
              </a:ext>
            </a:extLst>
          </p:cNvPr>
          <p:cNvSpPr txBox="1"/>
          <p:nvPr/>
        </p:nvSpPr>
        <p:spPr>
          <a:xfrm>
            <a:off x="6796487" y="1715031"/>
            <a:ext cx="927463" cy="215444"/>
          </a:xfrm>
          <a:prstGeom prst="rect">
            <a:avLst/>
          </a:prstGeom>
          <a:noFill/>
        </p:spPr>
        <p:txBody>
          <a:bodyPr wrap="square" rtlCol="0">
            <a:spAutoFit/>
          </a:bodyPr>
          <a:lstStyle/>
          <a:p>
            <a:r>
              <a:rPr lang="es-ES" sz="800" dirty="0"/>
              <a:t>FRh2SW</a:t>
            </a:r>
          </a:p>
        </p:txBody>
      </p:sp>
      <p:sp>
        <p:nvSpPr>
          <p:cNvPr id="13" name="Elipse 12">
            <a:extLst>
              <a:ext uri="{FF2B5EF4-FFF2-40B4-BE49-F238E27FC236}">
                <a16:creationId xmlns:a16="http://schemas.microsoft.com/office/drawing/2014/main" id="{58FE5CF9-4595-5502-F8A7-501B6ED87136}"/>
              </a:ext>
            </a:extLst>
          </p:cNvPr>
          <p:cNvSpPr/>
          <p:nvPr/>
        </p:nvSpPr>
        <p:spPr>
          <a:xfrm>
            <a:off x="6992430" y="2709985"/>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4" name="CuadroTexto 13">
            <a:extLst>
              <a:ext uri="{FF2B5EF4-FFF2-40B4-BE49-F238E27FC236}">
                <a16:creationId xmlns:a16="http://schemas.microsoft.com/office/drawing/2014/main" id="{776D5885-9B82-E9F1-F8EE-E3BAB24B23C0}"/>
              </a:ext>
            </a:extLst>
          </p:cNvPr>
          <p:cNvSpPr txBox="1"/>
          <p:nvPr/>
        </p:nvSpPr>
        <p:spPr>
          <a:xfrm>
            <a:off x="7005492" y="2817707"/>
            <a:ext cx="470263" cy="215444"/>
          </a:xfrm>
          <a:prstGeom prst="rect">
            <a:avLst/>
          </a:prstGeom>
          <a:noFill/>
        </p:spPr>
        <p:txBody>
          <a:bodyPr wrap="square" rtlCol="0">
            <a:spAutoFit/>
          </a:bodyPr>
          <a:lstStyle/>
          <a:p>
            <a:r>
              <a:rPr lang="es-ES" sz="800" dirty="0"/>
              <a:t>ESh2</a:t>
            </a:r>
          </a:p>
        </p:txBody>
      </p:sp>
      <p:sp>
        <p:nvSpPr>
          <p:cNvPr id="15" name="Elipse 14">
            <a:extLst>
              <a:ext uri="{FF2B5EF4-FFF2-40B4-BE49-F238E27FC236}">
                <a16:creationId xmlns:a16="http://schemas.microsoft.com/office/drawing/2014/main" id="{0B8A5164-8082-2768-9F4D-E42C404C74C0}"/>
              </a:ext>
            </a:extLst>
          </p:cNvPr>
          <p:cNvSpPr/>
          <p:nvPr/>
        </p:nvSpPr>
        <p:spPr>
          <a:xfrm>
            <a:off x="5767785" y="2709985"/>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6" name="CuadroTexto 15">
            <a:extLst>
              <a:ext uri="{FF2B5EF4-FFF2-40B4-BE49-F238E27FC236}">
                <a16:creationId xmlns:a16="http://schemas.microsoft.com/office/drawing/2014/main" id="{63FDC073-A7ED-D3DD-EE48-55CC9DAAF6BB}"/>
              </a:ext>
            </a:extLst>
          </p:cNvPr>
          <p:cNvSpPr txBox="1"/>
          <p:nvPr/>
        </p:nvSpPr>
        <p:spPr>
          <a:xfrm>
            <a:off x="5780847" y="2817707"/>
            <a:ext cx="470263" cy="215444"/>
          </a:xfrm>
          <a:prstGeom prst="rect">
            <a:avLst/>
          </a:prstGeom>
          <a:noFill/>
        </p:spPr>
        <p:txBody>
          <a:bodyPr wrap="square" rtlCol="0">
            <a:spAutoFit/>
          </a:bodyPr>
          <a:lstStyle/>
          <a:p>
            <a:r>
              <a:rPr lang="es-ES" sz="800" dirty="0"/>
              <a:t>PTh2</a:t>
            </a:r>
          </a:p>
        </p:txBody>
      </p:sp>
      <p:sp>
        <p:nvSpPr>
          <p:cNvPr id="17" name="Elipse 16">
            <a:extLst>
              <a:ext uri="{FF2B5EF4-FFF2-40B4-BE49-F238E27FC236}">
                <a16:creationId xmlns:a16="http://schemas.microsoft.com/office/drawing/2014/main" id="{61078FAF-50B6-FC69-BF93-4AAF31F70524}"/>
              </a:ext>
            </a:extLst>
          </p:cNvPr>
          <p:cNvSpPr/>
          <p:nvPr/>
        </p:nvSpPr>
        <p:spPr>
          <a:xfrm>
            <a:off x="6142254" y="3966197"/>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8" name="CuadroTexto 17">
            <a:extLst>
              <a:ext uri="{FF2B5EF4-FFF2-40B4-BE49-F238E27FC236}">
                <a16:creationId xmlns:a16="http://schemas.microsoft.com/office/drawing/2014/main" id="{CAC9D026-CFCA-FB97-3DAE-8B0DC37FB5F5}"/>
              </a:ext>
            </a:extLst>
          </p:cNvPr>
          <p:cNvSpPr txBox="1"/>
          <p:nvPr/>
        </p:nvSpPr>
        <p:spPr>
          <a:xfrm>
            <a:off x="6142254" y="4073919"/>
            <a:ext cx="470263" cy="215444"/>
          </a:xfrm>
          <a:prstGeom prst="rect">
            <a:avLst/>
          </a:prstGeom>
          <a:noFill/>
        </p:spPr>
        <p:txBody>
          <a:bodyPr wrap="square" rtlCol="0">
            <a:spAutoFit/>
          </a:bodyPr>
          <a:lstStyle/>
          <a:p>
            <a:r>
              <a:rPr lang="es-ES" sz="800" dirty="0"/>
              <a:t>MAh2</a:t>
            </a:r>
          </a:p>
        </p:txBody>
      </p:sp>
      <p:sp>
        <p:nvSpPr>
          <p:cNvPr id="19" name="Elipse 18">
            <a:extLst>
              <a:ext uri="{FF2B5EF4-FFF2-40B4-BE49-F238E27FC236}">
                <a16:creationId xmlns:a16="http://schemas.microsoft.com/office/drawing/2014/main" id="{BB41661A-5806-4C12-5AA1-E399D28364B9}"/>
              </a:ext>
            </a:extLst>
          </p:cNvPr>
          <p:cNvSpPr/>
          <p:nvPr/>
        </p:nvSpPr>
        <p:spPr>
          <a:xfrm>
            <a:off x="5950667" y="559445"/>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20" name="CuadroTexto 19">
            <a:extLst>
              <a:ext uri="{FF2B5EF4-FFF2-40B4-BE49-F238E27FC236}">
                <a16:creationId xmlns:a16="http://schemas.microsoft.com/office/drawing/2014/main" id="{5CE211D7-302D-87FF-0774-813CEE4E5A1C}"/>
              </a:ext>
            </a:extLst>
          </p:cNvPr>
          <p:cNvSpPr txBox="1"/>
          <p:nvPr/>
        </p:nvSpPr>
        <p:spPr>
          <a:xfrm>
            <a:off x="5957198" y="670525"/>
            <a:ext cx="927463" cy="215444"/>
          </a:xfrm>
          <a:prstGeom prst="rect">
            <a:avLst/>
          </a:prstGeom>
          <a:noFill/>
        </p:spPr>
        <p:txBody>
          <a:bodyPr wrap="square" rtlCol="0">
            <a:spAutoFit/>
          </a:bodyPr>
          <a:lstStyle/>
          <a:p>
            <a:r>
              <a:rPr lang="es-ES" sz="800" dirty="0"/>
              <a:t>EUh2</a:t>
            </a:r>
          </a:p>
        </p:txBody>
      </p:sp>
      <p:cxnSp>
        <p:nvCxnSpPr>
          <p:cNvPr id="52" name="Conector recto de flecha 51">
            <a:extLst>
              <a:ext uri="{FF2B5EF4-FFF2-40B4-BE49-F238E27FC236}">
                <a16:creationId xmlns:a16="http://schemas.microsoft.com/office/drawing/2014/main" id="{2AAE16CE-C81A-77C6-2093-07FA61161DA1}"/>
              </a:ext>
            </a:extLst>
          </p:cNvPr>
          <p:cNvCxnSpPr/>
          <p:nvPr/>
        </p:nvCxnSpPr>
        <p:spPr>
          <a:xfrm>
            <a:off x="6612517" y="821108"/>
            <a:ext cx="574766" cy="11108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3" name="Conector recto de flecha 52">
            <a:extLst>
              <a:ext uri="{FF2B5EF4-FFF2-40B4-BE49-F238E27FC236}">
                <a16:creationId xmlns:a16="http://schemas.microsoft.com/office/drawing/2014/main" id="{E93C2E33-53FA-64AD-1A39-AA77D6552580}"/>
              </a:ext>
            </a:extLst>
          </p:cNvPr>
          <p:cNvCxnSpPr>
            <a:cxnSpLocks/>
          </p:cNvCxnSpPr>
          <p:nvPr/>
        </p:nvCxnSpPr>
        <p:spPr>
          <a:xfrm>
            <a:off x="7805592" y="1231685"/>
            <a:ext cx="130773" cy="29168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Conector recto de flecha 56">
            <a:extLst>
              <a:ext uri="{FF2B5EF4-FFF2-40B4-BE49-F238E27FC236}">
                <a16:creationId xmlns:a16="http://schemas.microsoft.com/office/drawing/2014/main" id="{861549B9-04BE-05FF-CCB0-5D455A6B5DCB}"/>
              </a:ext>
            </a:extLst>
          </p:cNvPr>
          <p:cNvCxnSpPr>
            <a:cxnSpLocks/>
          </p:cNvCxnSpPr>
          <p:nvPr/>
        </p:nvCxnSpPr>
        <p:spPr>
          <a:xfrm>
            <a:off x="6354525" y="2903612"/>
            <a:ext cx="507276" cy="1192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1" name="Conector recto de flecha 60">
            <a:extLst>
              <a:ext uri="{FF2B5EF4-FFF2-40B4-BE49-F238E27FC236}">
                <a16:creationId xmlns:a16="http://schemas.microsoft.com/office/drawing/2014/main" id="{C241BA7F-28BC-2A3F-3680-9E5C2B52AB8E}"/>
              </a:ext>
            </a:extLst>
          </p:cNvPr>
          <p:cNvCxnSpPr>
            <a:cxnSpLocks/>
          </p:cNvCxnSpPr>
          <p:nvPr/>
        </p:nvCxnSpPr>
        <p:spPr>
          <a:xfrm flipV="1">
            <a:off x="7429747" y="2110182"/>
            <a:ext cx="441231" cy="54594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6" name="Conector recto de flecha 65">
            <a:extLst>
              <a:ext uri="{FF2B5EF4-FFF2-40B4-BE49-F238E27FC236}">
                <a16:creationId xmlns:a16="http://schemas.microsoft.com/office/drawing/2014/main" id="{F5B9B1BB-27F5-EBC0-CA2E-27A37DE1812D}"/>
              </a:ext>
            </a:extLst>
          </p:cNvPr>
          <p:cNvCxnSpPr>
            <a:cxnSpLocks/>
          </p:cNvCxnSpPr>
          <p:nvPr/>
        </p:nvCxnSpPr>
        <p:spPr>
          <a:xfrm flipH="1" flipV="1">
            <a:off x="7133399" y="2110182"/>
            <a:ext cx="53884" cy="46156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8" name="Conector recto de flecha 67">
            <a:extLst>
              <a:ext uri="{FF2B5EF4-FFF2-40B4-BE49-F238E27FC236}">
                <a16:creationId xmlns:a16="http://schemas.microsoft.com/office/drawing/2014/main" id="{5DF37CB1-5813-DDAF-38DE-A69B7312C507}"/>
              </a:ext>
            </a:extLst>
          </p:cNvPr>
          <p:cNvCxnSpPr>
            <a:cxnSpLocks/>
            <a:endCxn id="12" idx="3"/>
          </p:cNvCxnSpPr>
          <p:nvPr/>
        </p:nvCxnSpPr>
        <p:spPr>
          <a:xfrm>
            <a:off x="7390465" y="1812471"/>
            <a:ext cx="333485" cy="1028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1" name="Conector recto de flecha 70">
            <a:extLst>
              <a:ext uri="{FF2B5EF4-FFF2-40B4-BE49-F238E27FC236}">
                <a16:creationId xmlns:a16="http://schemas.microsoft.com/office/drawing/2014/main" id="{53F5D186-84D9-FD0D-FE97-498972D6318A}"/>
              </a:ext>
            </a:extLst>
          </p:cNvPr>
          <p:cNvCxnSpPr>
            <a:cxnSpLocks/>
          </p:cNvCxnSpPr>
          <p:nvPr/>
        </p:nvCxnSpPr>
        <p:spPr>
          <a:xfrm flipV="1">
            <a:off x="6608163" y="3254223"/>
            <a:ext cx="397329" cy="634453"/>
          </a:xfrm>
          <a:prstGeom prst="straightConnector1">
            <a:avLst/>
          </a:prstGeom>
          <a:ln>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78" name="CuadroTexto 77">
            <a:extLst>
              <a:ext uri="{FF2B5EF4-FFF2-40B4-BE49-F238E27FC236}">
                <a16:creationId xmlns:a16="http://schemas.microsoft.com/office/drawing/2014/main" id="{C5F92221-8F84-855D-8870-7CA4FE179B31}"/>
              </a:ext>
            </a:extLst>
          </p:cNvPr>
          <p:cNvSpPr txBox="1"/>
          <p:nvPr/>
        </p:nvSpPr>
        <p:spPr>
          <a:xfrm>
            <a:off x="410945" y="321013"/>
            <a:ext cx="4907277" cy="4555093"/>
          </a:xfrm>
          <a:prstGeom prst="rect">
            <a:avLst/>
          </a:prstGeom>
          <a:noFill/>
        </p:spPr>
        <p:txBody>
          <a:bodyPr wrap="square" rtlCol="0">
            <a:spAutoFit/>
          </a:bodyPr>
          <a:lstStyle/>
          <a:p>
            <a:r>
              <a:rPr lang="es-ES" sz="1000" b="1" dirty="0">
                <a:solidFill>
                  <a:srgbClr val="5CBDCA"/>
                </a:solidFill>
              </a:rPr>
              <a:t>Sensibilidad</a:t>
            </a:r>
          </a:p>
          <a:p>
            <a:endParaRPr lang="es-ES" sz="1000" b="1" dirty="0"/>
          </a:p>
          <a:p>
            <a:pPr marL="171450" indent="-171450">
              <a:buFont typeface="Arial" panose="020B0604020202020204" pitchFamily="34" charset="0"/>
              <a:buChar char="•"/>
            </a:pPr>
            <a:r>
              <a:rPr lang="es-ES" sz="1000" dirty="0"/>
              <a:t>Reducción de la demanda de hidrógeno para la producción de E-</a:t>
            </a:r>
            <a:r>
              <a:rPr lang="es-ES" sz="1000" dirty="0" err="1"/>
              <a:t>liquids</a:t>
            </a:r>
            <a:r>
              <a:rPr lang="es-ES" sz="1000" dirty="0"/>
              <a:t> en España.</a:t>
            </a:r>
          </a:p>
          <a:p>
            <a:pPr algn="just"/>
            <a:endParaRPr lang="es-ES" sz="1000" b="1" dirty="0">
              <a:solidFill>
                <a:srgbClr val="5CBDCA"/>
              </a:solidFill>
            </a:endParaRPr>
          </a:p>
          <a:p>
            <a:pPr algn="just"/>
            <a:r>
              <a:rPr lang="es-ES" sz="1000" b="1" dirty="0">
                <a:solidFill>
                  <a:srgbClr val="5CBDCA"/>
                </a:solidFill>
              </a:rPr>
              <a:t>Contexto</a:t>
            </a:r>
          </a:p>
          <a:p>
            <a:pPr algn="just"/>
            <a:endParaRPr lang="es-ES" sz="1000" b="1" dirty="0"/>
          </a:p>
          <a:p>
            <a:pPr marL="171450" indent="-171450" algn="just">
              <a:buFont typeface="Arial" panose="020B0604020202020204" pitchFamily="34" charset="0"/>
              <a:buChar char="•"/>
            </a:pPr>
            <a:r>
              <a:rPr lang="es-ES" sz="1000" dirty="0"/>
              <a:t> Se aplica una </a:t>
            </a:r>
            <a:r>
              <a:rPr lang="es-ES" sz="1000" b="1" dirty="0"/>
              <a:t>reducción del 37% (57.6 GWh) </a:t>
            </a:r>
            <a:r>
              <a:rPr lang="es-ES" sz="1000" dirty="0"/>
              <a:t>a la demanda de E-</a:t>
            </a:r>
            <a:r>
              <a:rPr lang="es-ES" sz="1000" dirty="0" err="1"/>
              <a:t>liquids</a:t>
            </a:r>
            <a:r>
              <a:rPr lang="es-ES" sz="1000" dirty="0"/>
              <a:t>, que baja la demanda total de hidrógeno de España.</a:t>
            </a:r>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endParaRPr lang="es-ES" sz="1000" dirty="0"/>
          </a:p>
          <a:p>
            <a:pPr algn="just"/>
            <a:r>
              <a:rPr lang="es-ES" sz="1000" b="1" dirty="0">
                <a:solidFill>
                  <a:srgbClr val="5CBDCA"/>
                </a:solidFill>
              </a:rPr>
              <a:t>Análisis Previo: ¿Qué podemos esperar con esta modificación?</a:t>
            </a:r>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r>
              <a:rPr lang="es-ES" sz="1000" dirty="0"/>
              <a:t>¿ Mayor producción de hidrógeno en España ?</a:t>
            </a:r>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r>
              <a:rPr lang="es-ES" sz="1000" dirty="0"/>
              <a:t>¿ Aumento de la exportación de ESh2 y, por tanto, reducción de la generación del competidor de EUh2 ?</a:t>
            </a:r>
          </a:p>
          <a:p>
            <a:pPr marL="171450" indent="-171450" algn="just">
              <a:buFont typeface="Arial" panose="020B0604020202020204" pitchFamily="34" charset="0"/>
              <a:buChar char="•"/>
            </a:pPr>
            <a:endParaRPr lang="es-ES" sz="1000" dirty="0"/>
          </a:p>
          <a:p>
            <a:pPr algn="just"/>
            <a:r>
              <a:rPr lang="es-ES" sz="1000" b="1" dirty="0">
                <a:solidFill>
                  <a:schemeClr val="accent1"/>
                </a:solidFill>
              </a:rPr>
              <a:t>¿ Cuánto afectará a nuestras predicciones el escenario competidor ?</a:t>
            </a:r>
          </a:p>
        </p:txBody>
      </p:sp>
      <p:pic>
        <p:nvPicPr>
          <p:cNvPr id="2" name="Imagen 1">
            <a:extLst>
              <a:ext uri="{FF2B5EF4-FFF2-40B4-BE49-F238E27FC236}">
                <a16:creationId xmlns:a16="http://schemas.microsoft.com/office/drawing/2014/main" id="{AA37F5C0-9153-5B11-6BD9-6AE8D10AD29D}"/>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051204" y="1930475"/>
            <a:ext cx="2216621" cy="1343592"/>
          </a:xfrm>
          <a:prstGeom prst="rect">
            <a:avLst/>
          </a:prstGeom>
          <a:noFill/>
        </p:spPr>
      </p:pic>
      <p:pic>
        <p:nvPicPr>
          <p:cNvPr id="21" name="Imagen 20">
            <a:extLst>
              <a:ext uri="{FF2B5EF4-FFF2-40B4-BE49-F238E27FC236}">
                <a16:creationId xmlns:a16="http://schemas.microsoft.com/office/drawing/2014/main" id="{FB2E6DDC-AC1E-0981-0E5C-56CF4CE81140}"/>
              </a:ext>
            </a:extLst>
          </p:cNvPr>
          <p:cNvPicPr>
            <a:picLocks noChangeAspect="1"/>
          </p:cNvPicPr>
          <p:nvPr/>
        </p:nvPicPr>
        <p:blipFill>
          <a:blip r:embed="rId4"/>
          <a:stretch>
            <a:fillRect/>
          </a:stretch>
        </p:blipFill>
        <p:spPr>
          <a:xfrm>
            <a:off x="512833" y="1930475"/>
            <a:ext cx="2356741" cy="1332514"/>
          </a:xfrm>
          <a:prstGeom prst="rect">
            <a:avLst/>
          </a:prstGeom>
        </p:spPr>
      </p:pic>
    </p:spTree>
    <p:extLst>
      <p:ext uri="{BB962C8B-B14F-4D97-AF65-F5344CB8AC3E}">
        <p14:creationId xmlns:p14="http://schemas.microsoft.com/office/powerpoint/2010/main" val="22040707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A7D7C-1902-1BBC-22B5-3A57980A6432}"/>
            </a:ext>
          </a:extLst>
        </p:cNvPr>
        <p:cNvGrpSpPr/>
        <p:nvPr/>
      </p:nvGrpSpPr>
      <p:grpSpPr>
        <a:xfrm>
          <a:off x="0" y="0"/>
          <a:ext cx="0" cy="0"/>
          <a:chOff x="0" y="0"/>
          <a:chExt cx="0" cy="0"/>
        </a:xfrm>
      </p:grpSpPr>
      <p:sp>
        <p:nvSpPr>
          <p:cNvPr id="6" name="CuadroTexto 5">
            <a:extLst>
              <a:ext uri="{FF2B5EF4-FFF2-40B4-BE49-F238E27FC236}">
                <a16:creationId xmlns:a16="http://schemas.microsoft.com/office/drawing/2014/main" id="{2A9F181D-32C2-FAA4-E625-3B6F86ACAE23}"/>
              </a:ext>
            </a:extLst>
          </p:cNvPr>
          <p:cNvSpPr txBox="1"/>
          <p:nvPr/>
        </p:nvSpPr>
        <p:spPr>
          <a:xfrm>
            <a:off x="404947" y="357443"/>
            <a:ext cx="8013299" cy="1215397"/>
          </a:xfrm>
          <a:prstGeom prst="rect">
            <a:avLst/>
          </a:prstGeom>
          <a:noFill/>
        </p:spPr>
        <p:txBody>
          <a:bodyPr wrap="square">
            <a:spAutoFit/>
          </a:bodyPr>
          <a:lstStyle/>
          <a:p>
            <a:pPr>
              <a:lnSpc>
                <a:spcPct val="150000"/>
              </a:lnSpc>
            </a:pPr>
            <a:r>
              <a:rPr lang="es-ES" sz="1000" b="1" dirty="0">
                <a:solidFill>
                  <a:srgbClr val="5CBDCA"/>
                </a:solidFill>
              </a:rPr>
              <a:t>Resultados</a:t>
            </a:r>
          </a:p>
          <a:p>
            <a:pPr>
              <a:lnSpc>
                <a:spcPct val="150000"/>
              </a:lnSpc>
            </a:pPr>
            <a:r>
              <a:rPr lang="es-ES" sz="1000" dirty="0"/>
              <a:t>Actuación de los agentes competidores</a:t>
            </a:r>
          </a:p>
          <a:p>
            <a:pPr>
              <a:lnSpc>
                <a:spcPct val="150000"/>
              </a:lnSpc>
            </a:pPr>
            <a:r>
              <a:rPr lang="es-ES" sz="1000" dirty="0">
                <a:solidFill>
                  <a:srgbClr val="0070C0"/>
                </a:solidFill>
              </a:rPr>
              <a:t>El generador competidor de Europa reduce su producción 530.4 MWh, que se sustituyen por la importación de ese valor de hidrógeno desde el resto de la red (Francia, España, Portugal).</a:t>
            </a:r>
          </a:p>
          <a:p>
            <a:pPr>
              <a:lnSpc>
                <a:spcPct val="150000"/>
              </a:lnSpc>
            </a:pPr>
            <a:r>
              <a:rPr lang="es-ES" sz="1000" dirty="0">
                <a:solidFill>
                  <a:srgbClr val="0070C0"/>
                </a:solidFill>
              </a:rPr>
              <a:t>530 MWh suponen una reducción de 0.03% de la generación en el nodo de Europa de hidrógeno</a:t>
            </a:r>
            <a:endParaRPr lang="es-ES" sz="1000" dirty="0"/>
          </a:p>
        </p:txBody>
      </p:sp>
      <p:pic>
        <p:nvPicPr>
          <p:cNvPr id="3" name="Imagen 2">
            <a:extLst>
              <a:ext uri="{FF2B5EF4-FFF2-40B4-BE49-F238E27FC236}">
                <a16:creationId xmlns:a16="http://schemas.microsoft.com/office/drawing/2014/main" id="{DF0F88F9-C1C3-7D15-F768-FD4FFBF965BD}"/>
              </a:ext>
            </a:extLst>
          </p:cNvPr>
          <p:cNvPicPr>
            <a:picLocks noChangeAspect="1"/>
          </p:cNvPicPr>
          <p:nvPr/>
        </p:nvPicPr>
        <p:blipFill>
          <a:blip r:embed="rId3"/>
          <a:stretch>
            <a:fillRect/>
          </a:stretch>
        </p:blipFill>
        <p:spPr>
          <a:xfrm>
            <a:off x="2360721" y="1616463"/>
            <a:ext cx="3878301" cy="3169594"/>
          </a:xfrm>
          <a:prstGeom prst="rect">
            <a:avLst/>
          </a:prstGeom>
        </p:spPr>
      </p:pic>
    </p:spTree>
    <p:extLst>
      <p:ext uri="{BB962C8B-B14F-4D97-AF65-F5344CB8AC3E}">
        <p14:creationId xmlns:p14="http://schemas.microsoft.com/office/powerpoint/2010/main" val="12637567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80972-5ABD-3896-6D57-69E771DC5751}"/>
            </a:ext>
          </a:extLst>
        </p:cNvPr>
        <p:cNvGrpSpPr/>
        <p:nvPr/>
      </p:nvGrpSpPr>
      <p:grpSpPr>
        <a:xfrm>
          <a:off x="0" y="0"/>
          <a:ext cx="0" cy="0"/>
          <a:chOff x="0" y="0"/>
          <a:chExt cx="0" cy="0"/>
        </a:xfrm>
      </p:grpSpPr>
      <p:graphicFrame>
        <p:nvGraphicFramePr>
          <p:cNvPr id="16" name="Tabla 15">
            <a:extLst>
              <a:ext uri="{FF2B5EF4-FFF2-40B4-BE49-F238E27FC236}">
                <a16:creationId xmlns:a16="http://schemas.microsoft.com/office/drawing/2014/main" id="{9A43FE1D-5F90-92B7-6669-EE0A657B0D81}"/>
              </a:ext>
            </a:extLst>
          </p:cNvPr>
          <p:cNvGraphicFramePr>
            <a:graphicFrameLocks noGrp="1"/>
          </p:cNvGraphicFramePr>
          <p:nvPr>
            <p:extLst>
              <p:ext uri="{D42A27DB-BD31-4B8C-83A1-F6EECF244321}">
                <p14:modId xmlns:p14="http://schemas.microsoft.com/office/powerpoint/2010/main" val="3609840107"/>
              </p:ext>
            </p:extLst>
          </p:nvPr>
        </p:nvGraphicFramePr>
        <p:xfrm>
          <a:off x="4814845" y="3648484"/>
          <a:ext cx="3565291" cy="373380"/>
        </p:xfrm>
        <a:graphic>
          <a:graphicData uri="http://schemas.openxmlformats.org/drawingml/2006/table">
            <a:tbl>
              <a:tblPr>
                <a:tableStyleId>{9D7B26C5-4107-4FEC-AEDC-1716B250A1EF}</a:tableStyleId>
              </a:tblPr>
              <a:tblGrid>
                <a:gridCol w="662171">
                  <a:extLst>
                    <a:ext uri="{9D8B030D-6E8A-4147-A177-3AD203B41FA5}">
                      <a16:colId xmlns:a16="http://schemas.microsoft.com/office/drawing/2014/main" val="1330702104"/>
                    </a:ext>
                  </a:extLst>
                </a:gridCol>
                <a:gridCol w="851073">
                  <a:extLst>
                    <a:ext uri="{9D8B030D-6E8A-4147-A177-3AD203B41FA5}">
                      <a16:colId xmlns:a16="http://schemas.microsoft.com/office/drawing/2014/main" val="2138787485"/>
                    </a:ext>
                  </a:extLst>
                </a:gridCol>
                <a:gridCol w="842331">
                  <a:extLst>
                    <a:ext uri="{9D8B030D-6E8A-4147-A177-3AD203B41FA5}">
                      <a16:colId xmlns:a16="http://schemas.microsoft.com/office/drawing/2014/main" val="295628490"/>
                    </a:ext>
                  </a:extLst>
                </a:gridCol>
                <a:gridCol w="491129">
                  <a:extLst>
                    <a:ext uri="{9D8B030D-6E8A-4147-A177-3AD203B41FA5}">
                      <a16:colId xmlns:a16="http://schemas.microsoft.com/office/drawing/2014/main" val="461530272"/>
                    </a:ext>
                  </a:extLst>
                </a:gridCol>
                <a:gridCol w="718587">
                  <a:extLst>
                    <a:ext uri="{9D8B030D-6E8A-4147-A177-3AD203B41FA5}">
                      <a16:colId xmlns:a16="http://schemas.microsoft.com/office/drawing/2014/main" val="1909422019"/>
                    </a:ext>
                  </a:extLst>
                </a:gridCol>
              </a:tblGrid>
              <a:tr h="184150">
                <a:tc>
                  <a:txBody>
                    <a:bodyPr/>
                    <a:lstStyle/>
                    <a:p>
                      <a:pPr algn="ctr" fontAlgn="b">
                        <a:buNone/>
                      </a:pPr>
                      <a:r>
                        <a:rPr lang="es-ES" sz="600" b="0" u="none" strike="noStrike" dirty="0">
                          <a:solidFill>
                            <a:srgbClr val="000000"/>
                          </a:solidFill>
                          <a:effectLst/>
                        </a:rPr>
                        <a:t>Electrolizadores SRES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Electrolizadores Emarket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Almacenamientos de Hidrógeno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Importación H2 Portugal</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Importación H2 BarMar FRh2S</a:t>
                      </a:r>
                      <a:endParaRPr lang="es-ES" sz="6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2385642373"/>
                  </a:ext>
                </a:extLst>
              </a:tr>
              <a:tr h="184150">
                <a:tc>
                  <a:txBody>
                    <a:bodyPr/>
                    <a:lstStyle/>
                    <a:p>
                      <a:pPr algn="ctr" fontAlgn="b">
                        <a:buNone/>
                      </a:pPr>
                      <a:r>
                        <a:rPr lang="es-ES" sz="800" b="0" i="0" u="none" strike="noStrike" dirty="0">
                          <a:solidFill>
                            <a:srgbClr val="000000"/>
                          </a:solidFill>
                          <a:effectLst/>
                          <a:latin typeface="+mj-lt"/>
                        </a:rPr>
                        <a:t>- 44</a:t>
                      </a:r>
                    </a:p>
                  </a:txBody>
                  <a:tcPr marL="6350" marR="6350" marT="6350" marB="0" anchor="ctr"/>
                </a:tc>
                <a:tc>
                  <a:txBody>
                    <a:bodyPr/>
                    <a:lstStyle/>
                    <a:p>
                      <a:pPr algn="ctr" fontAlgn="b">
                        <a:buNone/>
                      </a:pPr>
                      <a:r>
                        <a:rPr lang="es-ES" sz="800" b="0" i="0" u="none" strike="noStrike" dirty="0">
                          <a:solidFill>
                            <a:srgbClr val="000000"/>
                          </a:solidFill>
                          <a:effectLst/>
                          <a:latin typeface="+mj-lt"/>
                        </a:rPr>
                        <a:t>-10</a:t>
                      </a:r>
                    </a:p>
                  </a:txBody>
                  <a:tcPr marL="6350" marR="6350" marT="6350" marB="0" anchor="ctr"/>
                </a:tc>
                <a:tc>
                  <a:txBody>
                    <a:bodyPr/>
                    <a:lstStyle/>
                    <a:p>
                      <a:pPr algn="ctr" fontAlgn="b">
                        <a:buNone/>
                      </a:pPr>
                      <a:r>
                        <a:rPr lang="es-ES" sz="800" b="0" i="0" u="none" strike="noStrike" dirty="0">
                          <a:solidFill>
                            <a:srgbClr val="000000"/>
                          </a:solidFill>
                          <a:effectLst/>
                          <a:latin typeface="+mj-lt"/>
                        </a:rPr>
                        <a:t>- 7</a:t>
                      </a:r>
                    </a:p>
                  </a:txBody>
                  <a:tcPr marL="6350" marR="6350" marT="6350" marB="0" anchor="ctr"/>
                </a:tc>
                <a:tc>
                  <a:txBody>
                    <a:bodyPr/>
                    <a:lstStyle/>
                    <a:p>
                      <a:pPr algn="ctr" fontAlgn="b">
                        <a:buNone/>
                      </a:pPr>
                      <a:r>
                        <a:rPr lang="es-ES" sz="800" b="0" i="0" u="none" strike="noStrike">
                          <a:solidFill>
                            <a:srgbClr val="000000"/>
                          </a:solidFill>
                          <a:effectLst/>
                          <a:latin typeface="+mj-lt"/>
                        </a:rPr>
                        <a:t>0</a:t>
                      </a:r>
                    </a:p>
                  </a:txBody>
                  <a:tcPr marL="6350" marR="6350" marT="6350" marB="0" anchor="ctr"/>
                </a:tc>
                <a:tc>
                  <a:txBody>
                    <a:bodyPr/>
                    <a:lstStyle/>
                    <a:p>
                      <a:pPr algn="ctr" fontAlgn="b">
                        <a:buNone/>
                      </a:pPr>
                      <a:r>
                        <a:rPr lang="es-ES" sz="800" b="0" i="0" u="none" strike="noStrike" dirty="0">
                          <a:solidFill>
                            <a:srgbClr val="000000"/>
                          </a:solidFill>
                          <a:effectLst/>
                          <a:latin typeface="+mj-lt"/>
                        </a:rPr>
                        <a:t>0</a:t>
                      </a:r>
                    </a:p>
                  </a:txBody>
                  <a:tcPr marL="6350" marR="6350" marT="6350" marB="0" anchor="ctr"/>
                </a:tc>
                <a:extLst>
                  <a:ext uri="{0D108BD9-81ED-4DB2-BD59-A6C34878D82A}">
                    <a16:rowId xmlns:a16="http://schemas.microsoft.com/office/drawing/2014/main" val="1596910548"/>
                  </a:ext>
                </a:extLst>
              </a:tr>
            </a:tbl>
          </a:graphicData>
        </a:graphic>
      </p:graphicFrame>
      <p:sp>
        <p:nvSpPr>
          <p:cNvPr id="18" name="CuadroTexto 17">
            <a:extLst>
              <a:ext uri="{FF2B5EF4-FFF2-40B4-BE49-F238E27FC236}">
                <a16:creationId xmlns:a16="http://schemas.microsoft.com/office/drawing/2014/main" id="{2281B6A7-B10A-6648-C7BE-4FEB86210D74}"/>
              </a:ext>
            </a:extLst>
          </p:cNvPr>
          <p:cNvSpPr txBox="1"/>
          <p:nvPr/>
        </p:nvSpPr>
        <p:spPr>
          <a:xfrm>
            <a:off x="7315200" y="3448429"/>
            <a:ext cx="984739" cy="200055"/>
          </a:xfrm>
          <a:prstGeom prst="rect">
            <a:avLst/>
          </a:prstGeom>
          <a:noFill/>
        </p:spPr>
        <p:txBody>
          <a:bodyPr wrap="square">
            <a:spAutoFit/>
          </a:bodyPr>
          <a:lstStyle/>
          <a:p>
            <a:pPr algn="r"/>
            <a:r>
              <a:rPr lang="es-ES" sz="700" i="1" dirty="0">
                <a:solidFill>
                  <a:schemeClr val="tx1">
                    <a:lumMod val="50000"/>
                    <a:lumOff val="50000"/>
                  </a:schemeClr>
                </a:solidFill>
              </a:rPr>
              <a:t>Unidades en GWh</a:t>
            </a:r>
          </a:p>
        </p:txBody>
      </p:sp>
      <p:pic>
        <p:nvPicPr>
          <p:cNvPr id="5" name="Imagen 4">
            <a:extLst>
              <a:ext uri="{FF2B5EF4-FFF2-40B4-BE49-F238E27FC236}">
                <a16:creationId xmlns:a16="http://schemas.microsoft.com/office/drawing/2014/main" id="{52C824E7-A647-6256-8B7C-3FB08E00A723}"/>
              </a:ext>
            </a:extLst>
          </p:cNvPr>
          <p:cNvPicPr>
            <a:picLocks noChangeAspect="1"/>
          </p:cNvPicPr>
          <p:nvPr/>
        </p:nvPicPr>
        <p:blipFill>
          <a:blip r:embed="rId3"/>
          <a:stretch>
            <a:fillRect/>
          </a:stretch>
        </p:blipFill>
        <p:spPr>
          <a:xfrm>
            <a:off x="182019" y="2513103"/>
            <a:ext cx="4450942" cy="2062559"/>
          </a:xfrm>
          <a:prstGeom prst="rect">
            <a:avLst/>
          </a:prstGeom>
        </p:spPr>
      </p:pic>
      <p:pic>
        <p:nvPicPr>
          <p:cNvPr id="10" name="Imagen 9">
            <a:extLst>
              <a:ext uri="{FF2B5EF4-FFF2-40B4-BE49-F238E27FC236}">
                <a16:creationId xmlns:a16="http://schemas.microsoft.com/office/drawing/2014/main" id="{40B1EDA5-E04A-681A-8792-6CACFFC4B547}"/>
              </a:ext>
            </a:extLst>
          </p:cNvPr>
          <p:cNvPicPr>
            <a:picLocks noChangeAspect="1"/>
          </p:cNvPicPr>
          <p:nvPr/>
        </p:nvPicPr>
        <p:blipFill>
          <a:blip r:embed="rId4"/>
          <a:srcRect b="15156"/>
          <a:stretch>
            <a:fillRect/>
          </a:stretch>
        </p:blipFill>
        <p:spPr>
          <a:xfrm>
            <a:off x="182019" y="457123"/>
            <a:ext cx="4450942" cy="1874597"/>
          </a:xfrm>
          <a:prstGeom prst="rect">
            <a:avLst/>
          </a:prstGeom>
        </p:spPr>
      </p:pic>
      <p:pic>
        <p:nvPicPr>
          <p:cNvPr id="19" name="Imagen 18">
            <a:extLst>
              <a:ext uri="{FF2B5EF4-FFF2-40B4-BE49-F238E27FC236}">
                <a16:creationId xmlns:a16="http://schemas.microsoft.com/office/drawing/2014/main" id="{EC0D45EF-6F40-2E47-05A7-59F0B94BAFDE}"/>
              </a:ext>
            </a:extLst>
          </p:cNvPr>
          <p:cNvPicPr>
            <a:picLocks noChangeAspect="1"/>
          </p:cNvPicPr>
          <p:nvPr/>
        </p:nvPicPr>
        <p:blipFill>
          <a:blip r:embed="rId5"/>
          <a:stretch>
            <a:fillRect/>
          </a:stretch>
        </p:blipFill>
        <p:spPr>
          <a:xfrm>
            <a:off x="4814845" y="668216"/>
            <a:ext cx="3565292" cy="2616488"/>
          </a:xfrm>
          <a:prstGeom prst="rect">
            <a:avLst/>
          </a:prstGeom>
          <a:ln>
            <a:solidFill>
              <a:schemeClr val="bg2"/>
            </a:solidFill>
          </a:ln>
        </p:spPr>
      </p:pic>
    </p:spTree>
    <p:extLst>
      <p:ext uri="{BB962C8B-B14F-4D97-AF65-F5344CB8AC3E}">
        <p14:creationId xmlns:p14="http://schemas.microsoft.com/office/powerpoint/2010/main" val="5643598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90DB4-1EB7-D172-3DFC-8B9AFE633865}"/>
            </a:ext>
          </a:extLst>
        </p:cNvPr>
        <p:cNvGrpSpPr/>
        <p:nvPr/>
      </p:nvGrpSpPr>
      <p:grpSpPr>
        <a:xfrm>
          <a:off x="0" y="0"/>
          <a:ext cx="0" cy="0"/>
          <a:chOff x="0" y="0"/>
          <a:chExt cx="0" cy="0"/>
        </a:xfrm>
      </p:grpSpPr>
      <p:graphicFrame>
        <p:nvGraphicFramePr>
          <p:cNvPr id="7" name="Tabla 6">
            <a:extLst>
              <a:ext uri="{FF2B5EF4-FFF2-40B4-BE49-F238E27FC236}">
                <a16:creationId xmlns:a16="http://schemas.microsoft.com/office/drawing/2014/main" id="{AD3D7849-84CD-BA74-89F8-88C89DEE8F21}"/>
              </a:ext>
            </a:extLst>
          </p:cNvPr>
          <p:cNvGraphicFramePr>
            <a:graphicFrameLocks noGrp="1"/>
          </p:cNvGraphicFramePr>
          <p:nvPr>
            <p:extLst>
              <p:ext uri="{D42A27DB-BD31-4B8C-83A1-F6EECF244321}">
                <p14:modId xmlns:p14="http://schemas.microsoft.com/office/powerpoint/2010/main" val="929661076"/>
              </p:ext>
            </p:extLst>
          </p:nvPr>
        </p:nvGraphicFramePr>
        <p:xfrm>
          <a:off x="5467842" y="3127843"/>
          <a:ext cx="3130165" cy="431284"/>
        </p:xfrm>
        <a:graphic>
          <a:graphicData uri="http://schemas.openxmlformats.org/drawingml/2006/table">
            <a:tbl>
              <a:tblPr>
                <a:tableStyleId>{9D7B26C5-4107-4FEC-AEDC-1716B250A1EF}</a:tableStyleId>
              </a:tblPr>
              <a:tblGrid>
                <a:gridCol w="930684">
                  <a:extLst>
                    <a:ext uri="{9D8B030D-6E8A-4147-A177-3AD203B41FA5}">
                      <a16:colId xmlns:a16="http://schemas.microsoft.com/office/drawing/2014/main" val="3514000931"/>
                    </a:ext>
                  </a:extLst>
                </a:gridCol>
                <a:gridCol w="1117336">
                  <a:extLst>
                    <a:ext uri="{9D8B030D-6E8A-4147-A177-3AD203B41FA5}">
                      <a16:colId xmlns:a16="http://schemas.microsoft.com/office/drawing/2014/main" val="1821066324"/>
                    </a:ext>
                  </a:extLst>
                </a:gridCol>
                <a:gridCol w="1082145">
                  <a:extLst>
                    <a:ext uri="{9D8B030D-6E8A-4147-A177-3AD203B41FA5}">
                      <a16:colId xmlns:a16="http://schemas.microsoft.com/office/drawing/2014/main" val="2615538540"/>
                    </a:ext>
                  </a:extLst>
                </a:gridCol>
              </a:tblGrid>
              <a:tr h="215642">
                <a:tc>
                  <a:txBody>
                    <a:bodyPr/>
                    <a:lstStyle/>
                    <a:p>
                      <a:pPr marL="0" algn="ctr" defTabSz="914400" rtl="0" eaLnBrk="1" fontAlgn="b" latinLnBrk="0" hangingPunct="1">
                        <a:buNone/>
                      </a:pPr>
                      <a:r>
                        <a:rPr lang="es-ES" sz="600" u="none" strike="noStrike" kern="1200" dirty="0">
                          <a:solidFill>
                            <a:schemeClr val="tx1"/>
                          </a:solidFill>
                          <a:effectLst/>
                          <a:latin typeface="+mn-lt"/>
                          <a:ea typeface="+mn-ea"/>
                          <a:cs typeface="+mn-cs"/>
                        </a:rPr>
                        <a:t>Generador h2 FRh2SW</a:t>
                      </a:r>
                    </a:p>
                  </a:txBody>
                  <a:tcPr marL="6350" marR="6350" marT="6350" marB="0" anchor="ctr"/>
                </a:tc>
                <a:tc>
                  <a:txBody>
                    <a:bodyPr/>
                    <a:lstStyle/>
                    <a:p>
                      <a:pPr marL="0" algn="ctr" defTabSz="914400" rtl="0" eaLnBrk="1" fontAlgn="b" latinLnBrk="0" hangingPunct="1">
                        <a:buNone/>
                      </a:pPr>
                      <a:r>
                        <a:rPr lang="es-ES" sz="600" u="none" strike="noStrike" kern="1200" dirty="0">
                          <a:solidFill>
                            <a:schemeClr val="tx1"/>
                          </a:solidFill>
                          <a:effectLst/>
                          <a:latin typeface="+mn-lt"/>
                          <a:ea typeface="+mn-ea"/>
                          <a:cs typeface="+mn-cs"/>
                        </a:rPr>
                        <a:t>Descarga Almacenamiento</a:t>
                      </a:r>
                    </a:p>
                  </a:txBody>
                  <a:tcPr marL="6350" marR="6350" marT="6350" marB="0" anchor="ctr"/>
                </a:tc>
                <a:tc>
                  <a:txBody>
                    <a:bodyPr/>
                    <a:lstStyle/>
                    <a:p>
                      <a:pPr marL="0" algn="ctr" defTabSz="914400" rtl="0" eaLnBrk="1" fontAlgn="b" latinLnBrk="0" hangingPunct="1">
                        <a:buNone/>
                      </a:pPr>
                      <a:r>
                        <a:rPr lang="es-ES" sz="600" u="none" strike="noStrike" kern="1200" dirty="0">
                          <a:solidFill>
                            <a:schemeClr val="tx1"/>
                          </a:solidFill>
                          <a:effectLst/>
                          <a:latin typeface="+mn-lt"/>
                          <a:ea typeface="+mn-ea"/>
                          <a:cs typeface="+mn-cs"/>
                        </a:rPr>
                        <a:t>Importaciones Irún-</a:t>
                      </a:r>
                      <a:r>
                        <a:rPr lang="es-ES" sz="600" u="none" strike="noStrike" kern="1200" dirty="0" err="1">
                          <a:solidFill>
                            <a:schemeClr val="tx1"/>
                          </a:solidFill>
                          <a:effectLst/>
                          <a:latin typeface="+mn-lt"/>
                          <a:ea typeface="+mn-ea"/>
                          <a:cs typeface="+mn-cs"/>
                        </a:rPr>
                        <a:t>Larrau</a:t>
                      </a:r>
                      <a:endParaRPr lang="es-ES" sz="600" u="none" strike="noStrike" kern="1200" dirty="0">
                        <a:solidFill>
                          <a:schemeClr val="tx1"/>
                        </a:solidFill>
                        <a:effectLst/>
                        <a:latin typeface="+mn-lt"/>
                        <a:ea typeface="+mn-ea"/>
                        <a:cs typeface="+mn-cs"/>
                      </a:endParaRPr>
                    </a:p>
                  </a:txBody>
                  <a:tcPr marL="6350" marR="6350" marT="6350" marB="0" anchor="ctr"/>
                </a:tc>
                <a:extLst>
                  <a:ext uri="{0D108BD9-81ED-4DB2-BD59-A6C34878D82A}">
                    <a16:rowId xmlns:a16="http://schemas.microsoft.com/office/drawing/2014/main" val="2261331923"/>
                  </a:ext>
                </a:extLst>
              </a:tr>
              <a:tr h="215642">
                <a:tc>
                  <a:txBody>
                    <a:bodyPr/>
                    <a:lstStyle/>
                    <a:p>
                      <a:pPr algn="ctr" fontAlgn="b">
                        <a:buNone/>
                      </a:pPr>
                      <a:r>
                        <a:rPr lang="es-ES" sz="800" b="0" i="0" u="none" strike="noStrike" dirty="0">
                          <a:solidFill>
                            <a:srgbClr val="000000"/>
                          </a:solidFill>
                          <a:effectLst/>
                          <a:latin typeface="+mj-lt"/>
                        </a:rPr>
                        <a:t>0</a:t>
                      </a:r>
                    </a:p>
                  </a:txBody>
                  <a:tcPr marL="6350" marR="6350" marT="6350" marB="0" anchor="ctr"/>
                </a:tc>
                <a:tc>
                  <a:txBody>
                    <a:bodyPr/>
                    <a:lstStyle/>
                    <a:p>
                      <a:pPr algn="ctr" fontAlgn="b">
                        <a:buNone/>
                      </a:pPr>
                      <a:r>
                        <a:rPr lang="es-ES" sz="800" b="0" i="0" u="none" strike="noStrike" dirty="0">
                          <a:solidFill>
                            <a:srgbClr val="000000"/>
                          </a:solidFill>
                          <a:effectLst/>
                          <a:latin typeface="+mj-lt"/>
                        </a:rPr>
                        <a:t>- 1</a:t>
                      </a:r>
                    </a:p>
                  </a:txBody>
                  <a:tcPr marL="6350" marR="6350" marT="6350" marB="0" anchor="ctr"/>
                </a:tc>
                <a:tc>
                  <a:txBody>
                    <a:bodyPr/>
                    <a:lstStyle/>
                    <a:p>
                      <a:pPr algn="ctr" fontAlgn="b">
                        <a:buNone/>
                      </a:pPr>
                      <a:r>
                        <a:rPr lang="es-ES" sz="800" b="0" i="0" u="none" strike="noStrike" dirty="0">
                          <a:solidFill>
                            <a:srgbClr val="000000"/>
                          </a:solidFill>
                          <a:effectLst/>
                          <a:latin typeface="+mj-lt"/>
                        </a:rPr>
                        <a:t>- 10</a:t>
                      </a:r>
                    </a:p>
                  </a:txBody>
                  <a:tcPr marL="6350" marR="6350" marT="6350" marB="0" anchor="ctr"/>
                </a:tc>
                <a:extLst>
                  <a:ext uri="{0D108BD9-81ED-4DB2-BD59-A6C34878D82A}">
                    <a16:rowId xmlns:a16="http://schemas.microsoft.com/office/drawing/2014/main" val="4050412300"/>
                  </a:ext>
                </a:extLst>
              </a:tr>
            </a:tbl>
          </a:graphicData>
        </a:graphic>
      </p:graphicFrame>
      <p:sp>
        <p:nvSpPr>
          <p:cNvPr id="29" name="CuadroTexto 28">
            <a:extLst>
              <a:ext uri="{FF2B5EF4-FFF2-40B4-BE49-F238E27FC236}">
                <a16:creationId xmlns:a16="http://schemas.microsoft.com/office/drawing/2014/main" id="{09B80BE4-9DFA-39EE-EC29-C9CB5E77BE51}"/>
              </a:ext>
            </a:extLst>
          </p:cNvPr>
          <p:cNvSpPr txBox="1"/>
          <p:nvPr/>
        </p:nvSpPr>
        <p:spPr>
          <a:xfrm>
            <a:off x="7718775" y="2927788"/>
            <a:ext cx="984739" cy="200055"/>
          </a:xfrm>
          <a:prstGeom prst="rect">
            <a:avLst/>
          </a:prstGeom>
          <a:noFill/>
        </p:spPr>
        <p:txBody>
          <a:bodyPr wrap="square">
            <a:spAutoFit/>
          </a:bodyPr>
          <a:lstStyle/>
          <a:p>
            <a:pPr algn="r"/>
            <a:r>
              <a:rPr lang="es-ES" sz="700" i="1" dirty="0">
                <a:solidFill>
                  <a:schemeClr val="tx1">
                    <a:lumMod val="50000"/>
                    <a:lumOff val="50000"/>
                  </a:schemeClr>
                </a:solidFill>
              </a:rPr>
              <a:t>Unidades en GWh</a:t>
            </a:r>
          </a:p>
        </p:txBody>
      </p:sp>
      <p:pic>
        <p:nvPicPr>
          <p:cNvPr id="4" name="Imagen 3">
            <a:extLst>
              <a:ext uri="{FF2B5EF4-FFF2-40B4-BE49-F238E27FC236}">
                <a16:creationId xmlns:a16="http://schemas.microsoft.com/office/drawing/2014/main" id="{CB41ABF0-286B-5BC9-519C-AADCF0C7EE8E}"/>
              </a:ext>
            </a:extLst>
          </p:cNvPr>
          <p:cNvPicPr>
            <a:picLocks noChangeAspect="1"/>
          </p:cNvPicPr>
          <p:nvPr/>
        </p:nvPicPr>
        <p:blipFill>
          <a:blip r:embed="rId3"/>
          <a:srcRect b="67259"/>
          <a:stretch>
            <a:fillRect/>
          </a:stretch>
        </p:blipFill>
        <p:spPr>
          <a:xfrm>
            <a:off x="212878" y="2511084"/>
            <a:ext cx="5061232" cy="2135480"/>
          </a:xfrm>
          <a:prstGeom prst="rect">
            <a:avLst/>
          </a:prstGeom>
        </p:spPr>
      </p:pic>
      <p:pic>
        <p:nvPicPr>
          <p:cNvPr id="5" name="Imagen 4">
            <a:extLst>
              <a:ext uri="{FF2B5EF4-FFF2-40B4-BE49-F238E27FC236}">
                <a16:creationId xmlns:a16="http://schemas.microsoft.com/office/drawing/2014/main" id="{E3AD862B-3D22-CF06-5AA1-E22EA87CBCF0}"/>
              </a:ext>
            </a:extLst>
          </p:cNvPr>
          <p:cNvPicPr>
            <a:picLocks noChangeAspect="1"/>
          </p:cNvPicPr>
          <p:nvPr/>
        </p:nvPicPr>
        <p:blipFill>
          <a:blip r:embed="rId4"/>
          <a:srcRect b="67863"/>
          <a:stretch>
            <a:fillRect/>
          </a:stretch>
        </p:blipFill>
        <p:spPr>
          <a:xfrm>
            <a:off x="212878" y="274320"/>
            <a:ext cx="5061232" cy="2096086"/>
          </a:xfrm>
          <a:prstGeom prst="rect">
            <a:avLst/>
          </a:prstGeom>
        </p:spPr>
      </p:pic>
      <p:pic>
        <p:nvPicPr>
          <p:cNvPr id="12" name="Imagen 11">
            <a:extLst>
              <a:ext uri="{FF2B5EF4-FFF2-40B4-BE49-F238E27FC236}">
                <a16:creationId xmlns:a16="http://schemas.microsoft.com/office/drawing/2014/main" id="{828169CA-63E2-AA8B-3E4F-90BDB78D9CD0}"/>
              </a:ext>
            </a:extLst>
          </p:cNvPr>
          <p:cNvPicPr>
            <a:picLocks noChangeAspect="1"/>
          </p:cNvPicPr>
          <p:nvPr/>
        </p:nvPicPr>
        <p:blipFill>
          <a:blip r:embed="rId5"/>
          <a:stretch>
            <a:fillRect/>
          </a:stretch>
        </p:blipFill>
        <p:spPr>
          <a:xfrm>
            <a:off x="5467842" y="883507"/>
            <a:ext cx="3130164" cy="1878099"/>
          </a:xfrm>
          <a:prstGeom prst="rect">
            <a:avLst/>
          </a:prstGeom>
        </p:spPr>
      </p:pic>
    </p:spTree>
    <p:extLst>
      <p:ext uri="{BB962C8B-B14F-4D97-AF65-F5344CB8AC3E}">
        <p14:creationId xmlns:p14="http://schemas.microsoft.com/office/powerpoint/2010/main" val="300819286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0159A-FD2B-6F7B-0E4B-21C5992A7120}"/>
            </a:ext>
          </a:extLst>
        </p:cNvPr>
        <p:cNvGrpSpPr/>
        <p:nvPr/>
      </p:nvGrpSpPr>
      <p:grpSpPr>
        <a:xfrm>
          <a:off x="0" y="0"/>
          <a:ext cx="0" cy="0"/>
          <a:chOff x="0" y="0"/>
          <a:chExt cx="0" cy="0"/>
        </a:xfrm>
      </p:grpSpPr>
      <p:sp>
        <p:nvSpPr>
          <p:cNvPr id="29" name="CuadroTexto 28">
            <a:extLst>
              <a:ext uri="{FF2B5EF4-FFF2-40B4-BE49-F238E27FC236}">
                <a16:creationId xmlns:a16="http://schemas.microsoft.com/office/drawing/2014/main" id="{862346F4-6323-186D-4169-1674F87E88CF}"/>
              </a:ext>
            </a:extLst>
          </p:cNvPr>
          <p:cNvSpPr txBox="1"/>
          <p:nvPr/>
        </p:nvSpPr>
        <p:spPr>
          <a:xfrm>
            <a:off x="7718775" y="2927788"/>
            <a:ext cx="984739" cy="200055"/>
          </a:xfrm>
          <a:prstGeom prst="rect">
            <a:avLst/>
          </a:prstGeom>
          <a:noFill/>
        </p:spPr>
        <p:txBody>
          <a:bodyPr wrap="square">
            <a:spAutoFit/>
          </a:bodyPr>
          <a:lstStyle/>
          <a:p>
            <a:pPr algn="r"/>
            <a:r>
              <a:rPr lang="es-ES" sz="700" i="1" dirty="0">
                <a:solidFill>
                  <a:schemeClr val="tx1">
                    <a:lumMod val="50000"/>
                    <a:lumOff val="50000"/>
                  </a:schemeClr>
                </a:solidFill>
              </a:rPr>
              <a:t>Unidades en GWh</a:t>
            </a:r>
          </a:p>
        </p:txBody>
      </p:sp>
      <p:pic>
        <p:nvPicPr>
          <p:cNvPr id="3" name="Imagen 2">
            <a:extLst>
              <a:ext uri="{FF2B5EF4-FFF2-40B4-BE49-F238E27FC236}">
                <a16:creationId xmlns:a16="http://schemas.microsoft.com/office/drawing/2014/main" id="{1226D51B-5CD0-9818-6C52-5A9B117D9150}"/>
              </a:ext>
            </a:extLst>
          </p:cNvPr>
          <p:cNvPicPr>
            <a:picLocks noChangeAspect="1"/>
          </p:cNvPicPr>
          <p:nvPr/>
        </p:nvPicPr>
        <p:blipFill>
          <a:blip r:embed="rId3"/>
          <a:srcRect t="31852" b="35407"/>
          <a:stretch>
            <a:fillRect/>
          </a:stretch>
        </p:blipFill>
        <p:spPr>
          <a:xfrm>
            <a:off x="212878" y="2462081"/>
            <a:ext cx="5061232" cy="2135480"/>
          </a:xfrm>
          <a:prstGeom prst="rect">
            <a:avLst/>
          </a:prstGeom>
        </p:spPr>
      </p:pic>
      <p:pic>
        <p:nvPicPr>
          <p:cNvPr id="5" name="Imagen 4">
            <a:extLst>
              <a:ext uri="{FF2B5EF4-FFF2-40B4-BE49-F238E27FC236}">
                <a16:creationId xmlns:a16="http://schemas.microsoft.com/office/drawing/2014/main" id="{8E6EE4E5-9237-BF11-CA03-8028AD33C724}"/>
              </a:ext>
            </a:extLst>
          </p:cNvPr>
          <p:cNvPicPr>
            <a:picLocks noChangeAspect="1"/>
          </p:cNvPicPr>
          <p:nvPr/>
        </p:nvPicPr>
        <p:blipFill>
          <a:blip r:embed="rId4"/>
          <a:srcRect t="32245" b="35618"/>
          <a:stretch>
            <a:fillRect/>
          </a:stretch>
        </p:blipFill>
        <p:spPr>
          <a:xfrm>
            <a:off x="212878" y="274320"/>
            <a:ext cx="5061232" cy="2096086"/>
          </a:xfrm>
          <a:prstGeom prst="rect">
            <a:avLst/>
          </a:prstGeom>
        </p:spPr>
      </p:pic>
      <p:graphicFrame>
        <p:nvGraphicFramePr>
          <p:cNvPr id="10" name="Tabla 9">
            <a:extLst>
              <a:ext uri="{FF2B5EF4-FFF2-40B4-BE49-F238E27FC236}">
                <a16:creationId xmlns:a16="http://schemas.microsoft.com/office/drawing/2014/main" id="{D0B6B268-88CF-249C-9C60-A592E8A6605B}"/>
              </a:ext>
            </a:extLst>
          </p:cNvPr>
          <p:cNvGraphicFramePr>
            <a:graphicFrameLocks noGrp="1"/>
          </p:cNvGraphicFramePr>
          <p:nvPr>
            <p:extLst>
              <p:ext uri="{D42A27DB-BD31-4B8C-83A1-F6EECF244321}">
                <p14:modId xmlns:p14="http://schemas.microsoft.com/office/powerpoint/2010/main" val="110496308"/>
              </p:ext>
            </p:extLst>
          </p:nvPr>
        </p:nvGraphicFramePr>
        <p:xfrm>
          <a:off x="5392539" y="3127843"/>
          <a:ext cx="3205468" cy="479856"/>
        </p:xfrm>
        <a:graphic>
          <a:graphicData uri="http://schemas.openxmlformats.org/drawingml/2006/table">
            <a:tbl>
              <a:tblPr>
                <a:tableStyleId>{9D7B26C5-4107-4FEC-AEDC-1716B250A1EF}</a:tableStyleId>
              </a:tblPr>
              <a:tblGrid>
                <a:gridCol w="801367">
                  <a:extLst>
                    <a:ext uri="{9D8B030D-6E8A-4147-A177-3AD203B41FA5}">
                      <a16:colId xmlns:a16="http://schemas.microsoft.com/office/drawing/2014/main" val="1255791963"/>
                    </a:ext>
                  </a:extLst>
                </a:gridCol>
                <a:gridCol w="801367">
                  <a:extLst>
                    <a:ext uri="{9D8B030D-6E8A-4147-A177-3AD203B41FA5}">
                      <a16:colId xmlns:a16="http://schemas.microsoft.com/office/drawing/2014/main" val="3066490090"/>
                    </a:ext>
                  </a:extLst>
                </a:gridCol>
                <a:gridCol w="801367">
                  <a:extLst>
                    <a:ext uri="{9D8B030D-6E8A-4147-A177-3AD203B41FA5}">
                      <a16:colId xmlns:a16="http://schemas.microsoft.com/office/drawing/2014/main" val="3561752426"/>
                    </a:ext>
                  </a:extLst>
                </a:gridCol>
                <a:gridCol w="801367">
                  <a:extLst>
                    <a:ext uri="{9D8B030D-6E8A-4147-A177-3AD203B41FA5}">
                      <a16:colId xmlns:a16="http://schemas.microsoft.com/office/drawing/2014/main" val="1284164935"/>
                    </a:ext>
                  </a:extLst>
                </a:gridCol>
              </a:tblGrid>
              <a:tr h="315036">
                <a:tc>
                  <a:txBody>
                    <a:bodyPr/>
                    <a:lstStyle/>
                    <a:p>
                      <a:pPr algn="ctr" fontAlgn="b">
                        <a:buNone/>
                      </a:pPr>
                      <a:r>
                        <a:rPr lang="es-ES" sz="600" u="none" strike="noStrike" dirty="0">
                          <a:effectLst/>
                        </a:rPr>
                        <a:t>Importaciones desde ESh2 </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Importaciones desde FRh2SW</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Descarga Almacenamientos FRh2S</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Importaciones desde FRh2</a:t>
                      </a:r>
                      <a:endParaRPr lang="es-ES" sz="6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298268056"/>
                  </a:ext>
                </a:extLst>
              </a:tr>
              <a:tr h="164820">
                <a:tc>
                  <a:txBody>
                    <a:bodyPr/>
                    <a:lstStyle/>
                    <a:p>
                      <a:pPr algn="ctr" fontAlgn="b">
                        <a:buNone/>
                      </a:pPr>
                      <a:r>
                        <a:rPr lang="es-ES" sz="800" b="0" i="0" u="none" strike="noStrike" dirty="0">
                          <a:solidFill>
                            <a:srgbClr val="000000"/>
                          </a:solidFill>
                          <a:effectLst/>
                          <a:latin typeface="+mj-lt"/>
                        </a:rPr>
                        <a:t>+ 10</a:t>
                      </a:r>
                    </a:p>
                  </a:txBody>
                  <a:tcPr marL="6350" marR="6350" marT="6350" marB="0" anchor="ctr"/>
                </a:tc>
                <a:tc>
                  <a:txBody>
                    <a:bodyPr/>
                    <a:lstStyle/>
                    <a:p>
                      <a:pPr algn="ctr" fontAlgn="b">
                        <a:buNone/>
                      </a:pPr>
                      <a:r>
                        <a:rPr lang="es-ES" sz="800" b="0" i="0" u="none" strike="noStrike" dirty="0">
                          <a:solidFill>
                            <a:srgbClr val="000000"/>
                          </a:solidFill>
                          <a:effectLst/>
                          <a:latin typeface="+mj-lt"/>
                        </a:rPr>
                        <a:t>- 10</a:t>
                      </a:r>
                    </a:p>
                  </a:txBody>
                  <a:tcPr marL="6350" marR="6350" marT="6350" marB="0" anchor="ctr"/>
                </a:tc>
                <a:tc>
                  <a:txBody>
                    <a:bodyPr/>
                    <a:lstStyle/>
                    <a:p>
                      <a:pPr algn="ctr" fontAlgn="b">
                        <a:buNone/>
                      </a:pPr>
                      <a:r>
                        <a:rPr lang="es-ES" sz="800" b="0" i="0" u="none" strike="noStrike" dirty="0">
                          <a:solidFill>
                            <a:srgbClr val="000000"/>
                          </a:solidFill>
                          <a:effectLst/>
                          <a:latin typeface="+mj-lt"/>
                        </a:rPr>
                        <a:t>- 1</a:t>
                      </a:r>
                    </a:p>
                  </a:txBody>
                  <a:tcPr marL="6350" marR="6350" marT="6350" marB="0" anchor="ctr"/>
                </a:tc>
                <a:tc>
                  <a:txBody>
                    <a:bodyPr/>
                    <a:lstStyle/>
                    <a:p>
                      <a:pPr algn="ctr" fontAlgn="b">
                        <a:buNone/>
                      </a:pPr>
                      <a:r>
                        <a:rPr lang="es-ES" sz="800" b="0" i="0" u="none" strike="noStrike" dirty="0">
                          <a:solidFill>
                            <a:srgbClr val="000000"/>
                          </a:solidFill>
                          <a:effectLst/>
                          <a:latin typeface="+mj-lt"/>
                        </a:rPr>
                        <a:t>0</a:t>
                      </a:r>
                    </a:p>
                  </a:txBody>
                  <a:tcPr marL="6350" marR="6350" marT="6350" marB="0" anchor="ctr"/>
                </a:tc>
                <a:extLst>
                  <a:ext uri="{0D108BD9-81ED-4DB2-BD59-A6C34878D82A}">
                    <a16:rowId xmlns:a16="http://schemas.microsoft.com/office/drawing/2014/main" val="2540243059"/>
                  </a:ext>
                </a:extLst>
              </a:tr>
            </a:tbl>
          </a:graphicData>
        </a:graphic>
      </p:graphicFrame>
      <p:pic>
        <p:nvPicPr>
          <p:cNvPr id="12" name="Imagen 11">
            <a:extLst>
              <a:ext uri="{FF2B5EF4-FFF2-40B4-BE49-F238E27FC236}">
                <a16:creationId xmlns:a16="http://schemas.microsoft.com/office/drawing/2014/main" id="{7973B75C-C645-A1F1-9572-4203E0776CD0}"/>
              </a:ext>
            </a:extLst>
          </p:cNvPr>
          <p:cNvPicPr>
            <a:picLocks noChangeAspect="1"/>
          </p:cNvPicPr>
          <p:nvPr/>
        </p:nvPicPr>
        <p:blipFill>
          <a:blip r:embed="rId5"/>
          <a:stretch>
            <a:fillRect/>
          </a:stretch>
        </p:blipFill>
        <p:spPr>
          <a:xfrm>
            <a:off x="5398545" y="774285"/>
            <a:ext cx="3199462" cy="1919678"/>
          </a:xfrm>
          <a:prstGeom prst="rect">
            <a:avLst/>
          </a:prstGeom>
          <a:ln>
            <a:solidFill>
              <a:schemeClr val="bg2"/>
            </a:solidFill>
          </a:ln>
        </p:spPr>
      </p:pic>
    </p:spTree>
    <p:extLst>
      <p:ext uri="{BB962C8B-B14F-4D97-AF65-F5344CB8AC3E}">
        <p14:creationId xmlns:p14="http://schemas.microsoft.com/office/powerpoint/2010/main" val="335400935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FB9AF-3F3B-0EDF-9DFA-B1D06AB78C5A}"/>
            </a:ext>
          </a:extLst>
        </p:cNvPr>
        <p:cNvGrpSpPr/>
        <p:nvPr/>
      </p:nvGrpSpPr>
      <p:grpSpPr>
        <a:xfrm>
          <a:off x="0" y="0"/>
          <a:ext cx="0" cy="0"/>
          <a:chOff x="0" y="0"/>
          <a:chExt cx="0" cy="0"/>
        </a:xfrm>
      </p:grpSpPr>
      <p:sp>
        <p:nvSpPr>
          <p:cNvPr id="2" name="Marcador de texto 8">
            <a:extLst>
              <a:ext uri="{FF2B5EF4-FFF2-40B4-BE49-F238E27FC236}">
                <a16:creationId xmlns:a16="http://schemas.microsoft.com/office/drawing/2014/main" id="{737CDF06-18B8-2BA5-2585-4B7440E5B36E}"/>
              </a:ext>
            </a:extLst>
          </p:cNvPr>
          <p:cNvSpPr txBox="1">
            <a:spLocks/>
          </p:cNvSpPr>
          <p:nvPr/>
        </p:nvSpPr>
        <p:spPr>
          <a:xfrm>
            <a:off x="470558" y="455848"/>
            <a:ext cx="7881842" cy="17598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b="1" dirty="0">
                <a:solidFill>
                  <a:srgbClr val="5CBDCA"/>
                </a:solidFill>
              </a:rPr>
              <a:t>Conclusiones</a:t>
            </a:r>
          </a:p>
          <a:p>
            <a:pPr marL="171450" indent="-171450" algn="just">
              <a:lnSpc>
                <a:spcPct val="150000"/>
              </a:lnSpc>
            </a:pPr>
            <a:r>
              <a:rPr lang="es-ES" dirty="0"/>
              <a:t>Sobre la producción de hidrógeno en España y sus exportaciones, junto con el competidor de Europa</a:t>
            </a:r>
          </a:p>
          <a:p>
            <a:pPr marL="0" indent="0" algn="just">
              <a:lnSpc>
                <a:spcPct val="150000"/>
              </a:lnSpc>
              <a:buNone/>
            </a:pPr>
            <a:r>
              <a:rPr lang="es-ES" dirty="0">
                <a:solidFill>
                  <a:srgbClr val="0070C0"/>
                </a:solidFill>
              </a:rPr>
              <a:t>La demanda de h2 en España se reduce 57 GWh. La reducción de la producción de hidrógeno es de 54.52 GWh</a:t>
            </a:r>
          </a:p>
          <a:p>
            <a:pPr marL="0" indent="0" algn="just">
              <a:lnSpc>
                <a:spcPct val="150000"/>
              </a:lnSpc>
              <a:buNone/>
            </a:pPr>
            <a:r>
              <a:rPr lang="es-ES" dirty="0">
                <a:solidFill>
                  <a:srgbClr val="0070C0"/>
                </a:solidFill>
              </a:rPr>
              <a:t>Hay una producción de 2.48 GWh que no se necesitan para la demanda de h2 de España, y que se utilizarán para exportación. </a:t>
            </a:r>
          </a:p>
          <a:p>
            <a:pPr marL="0" indent="0" algn="just">
              <a:lnSpc>
                <a:spcPct val="150000"/>
              </a:lnSpc>
              <a:buNone/>
            </a:pPr>
            <a:r>
              <a:rPr lang="es-ES" dirty="0">
                <a:solidFill>
                  <a:srgbClr val="0070C0"/>
                </a:solidFill>
              </a:rPr>
              <a:t>El generador de Europa, disminuye su producción en 0.53 GWh (0.03%), lo que significa que ese valor está siendo producido desde algún nodo del resto de la red y enviado a Europa.</a:t>
            </a:r>
          </a:p>
        </p:txBody>
      </p:sp>
      <p:pic>
        <p:nvPicPr>
          <p:cNvPr id="5" name="Imagen 4">
            <a:extLst>
              <a:ext uri="{FF2B5EF4-FFF2-40B4-BE49-F238E27FC236}">
                <a16:creationId xmlns:a16="http://schemas.microsoft.com/office/drawing/2014/main" id="{C2F9F5F5-FD6E-CDBC-3D35-D048D41F4D45}"/>
              </a:ext>
            </a:extLst>
          </p:cNvPr>
          <p:cNvPicPr>
            <a:picLocks noChangeAspect="1"/>
          </p:cNvPicPr>
          <p:nvPr/>
        </p:nvPicPr>
        <p:blipFill>
          <a:blip r:embed="rId3"/>
          <a:stretch>
            <a:fillRect/>
          </a:stretch>
        </p:blipFill>
        <p:spPr>
          <a:xfrm>
            <a:off x="777532" y="2308225"/>
            <a:ext cx="3607624" cy="2168413"/>
          </a:xfrm>
          <a:prstGeom prst="rect">
            <a:avLst/>
          </a:prstGeom>
        </p:spPr>
      </p:pic>
      <p:graphicFrame>
        <p:nvGraphicFramePr>
          <p:cNvPr id="9" name="Tabla 8">
            <a:extLst>
              <a:ext uri="{FF2B5EF4-FFF2-40B4-BE49-F238E27FC236}">
                <a16:creationId xmlns:a16="http://schemas.microsoft.com/office/drawing/2014/main" id="{1F048612-BDD4-CA79-62E0-BA3B514C2E6C}"/>
              </a:ext>
            </a:extLst>
          </p:cNvPr>
          <p:cNvGraphicFramePr>
            <a:graphicFrameLocks noGrp="1"/>
          </p:cNvGraphicFramePr>
          <p:nvPr>
            <p:extLst>
              <p:ext uri="{D42A27DB-BD31-4B8C-83A1-F6EECF244321}">
                <p14:modId xmlns:p14="http://schemas.microsoft.com/office/powerpoint/2010/main" val="2856039338"/>
              </p:ext>
            </p:extLst>
          </p:nvPr>
        </p:nvGraphicFramePr>
        <p:xfrm>
          <a:off x="4758846" y="2400789"/>
          <a:ext cx="3302000" cy="527050"/>
        </p:xfrm>
        <a:graphic>
          <a:graphicData uri="http://schemas.openxmlformats.org/drawingml/2006/table">
            <a:tbl>
              <a:tblPr>
                <a:tableStyleId>{9D7B26C5-4107-4FEC-AEDC-1716B250A1EF}</a:tableStyleId>
              </a:tblPr>
              <a:tblGrid>
                <a:gridCol w="1779464">
                  <a:extLst>
                    <a:ext uri="{9D8B030D-6E8A-4147-A177-3AD203B41FA5}">
                      <a16:colId xmlns:a16="http://schemas.microsoft.com/office/drawing/2014/main" val="1649008237"/>
                    </a:ext>
                  </a:extLst>
                </a:gridCol>
                <a:gridCol w="761268">
                  <a:extLst>
                    <a:ext uri="{9D8B030D-6E8A-4147-A177-3AD203B41FA5}">
                      <a16:colId xmlns:a16="http://schemas.microsoft.com/office/drawing/2014/main" val="2286020114"/>
                    </a:ext>
                  </a:extLst>
                </a:gridCol>
                <a:gridCol w="761268">
                  <a:extLst>
                    <a:ext uri="{9D8B030D-6E8A-4147-A177-3AD203B41FA5}">
                      <a16:colId xmlns:a16="http://schemas.microsoft.com/office/drawing/2014/main" val="1479454065"/>
                    </a:ext>
                  </a:extLst>
                </a:gridCol>
              </a:tblGrid>
              <a:tr h="171450">
                <a:tc gridSpan="3">
                  <a:txBody>
                    <a:bodyPr/>
                    <a:lstStyle/>
                    <a:p>
                      <a:pPr marL="0" algn="ctr" defTabSz="914400" rtl="0" eaLnBrk="1" fontAlgn="b" latinLnBrk="0" hangingPunct="1">
                        <a:buNone/>
                      </a:pPr>
                      <a:r>
                        <a:rPr lang="es-ES" sz="800" u="none" strike="noStrike" kern="1200">
                          <a:solidFill>
                            <a:schemeClr val="tx1"/>
                          </a:solidFill>
                          <a:effectLst/>
                        </a:rPr>
                        <a:t>Reducción Utilización Electrolizadores</a:t>
                      </a:r>
                      <a:endParaRPr lang="es-ES" sz="800" u="none" strike="noStrike" kern="1200">
                        <a:solidFill>
                          <a:schemeClr val="tx1"/>
                        </a:solidFill>
                        <a:effectLst/>
                        <a:latin typeface="+mn-lt"/>
                        <a:ea typeface="+mn-ea"/>
                        <a:cs typeface="+mn-cs"/>
                      </a:endParaRPr>
                    </a:p>
                  </a:txBody>
                  <a:tcPr marL="0" marR="0" marT="0" marB="0" anchor="ctr"/>
                </a:tc>
                <a:tc hMerge="1">
                  <a:txBody>
                    <a:bodyPr/>
                    <a:lstStyle/>
                    <a:p>
                      <a:endParaRPr lang="es-ES"/>
                    </a:p>
                  </a:txBody>
                  <a:tcPr/>
                </a:tc>
                <a:tc hMerge="1">
                  <a:txBody>
                    <a:bodyPr/>
                    <a:lstStyle/>
                    <a:p>
                      <a:endParaRPr lang="es-ES"/>
                    </a:p>
                  </a:txBody>
                  <a:tcPr/>
                </a:tc>
                <a:extLst>
                  <a:ext uri="{0D108BD9-81ED-4DB2-BD59-A6C34878D82A}">
                    <a16:rowId xmlns:a16="http://schemas.microsoft.com/office/drawing/2014/main" val="3133425014"/>
                  </a:ext>
                </a:extLst>
              </a:tr>
              <a:tr h="184150">
                <a:tc>
                  <a:txBody>
                    <a:bodyPr/>
                    <a:lstStyle/>
                    <a:p>
                      <a:pPr marL="0" algn="ctr" defTabSz="914400" rtl="0" eaLnBrk="1" fontAlgn="b" latinLnBrk="0" hangingPunct="1">
                        <a:buNone/>
                      </a:pPr>
                      <a:r>
                        <a:rPr lang="es-ES" sz="800" u="none" strike="noStrike" kern="1200" dirty="0">
                          <a:solidFill>
                            <a:schemeClr val="tx1"/>
                          </a:solidFill>
                          <a:effectLst/>
                        </a:rPr>
                        <a:t>Electrolizadores SRES</a:t>
                      </a:r>
                      <a:endParaRPr lang="es-ES" sz="800" u="none" strike="noStrike" kern="1200" dirty="0">
                        <a:solidFill>
                          <a:schemeClr val="tx1"/>
                        </a:solidFill>
                        <a:effectLst/>
                        <a:latin typeface="+mn-lt"/>
                        <a:ea typeface="+mn-ea"/>
                        <a:cs typeface="+mn-cs"/>
                      </a:endParaRPr>
                    </a:p>
                  </a:txBody>
                  <a:tcPr marL="0" marR="0" marT="0" marB="0" anchor="ctr"/>
                </a:tc>
                <a:tc>
                  <a:txBody>
                    <a:bodyPr/>
                    <a:lstStyle/>
                    <a:p>
                      <a:pPr marL="0" algn="ctr" defTabSz="914400" rtl="0" eaLnBrk="1" fontAlgn="b" latinLnBrk="0" hangingPunct="1">
                        <a:buNone/>
                      </a:pPr>
                      <a:r>
                        <a:rPr lang="es-ES" sz="800" u="none" strike="noStrike" kern="1200" dirty="0">
                          <a:solidFill>
                            <a:schemeClr val="tx1"/>
                          </a:solidFill>
                          <a:effectLst/>
                        </a:rPr>
                        <a:t>-2.58%</a:t>
                      </a:r>
                      <a:endParaRPr lang="es-ES" sz="800" u="none" strike="noStrike" kern="1200" dirty="0">
                        <a:solidFill>
                          <a:schemeClr val="tx1"/>
                        </a:solidFill>
                        <a:effectLst/>
                        <a:latin typeface="+mn-lt"/>
                        <a:ea typeface="+mn-ea"/>
                        <a:cs typeface="+mn-cs"/>
                      </a:endParaRPr>
                    </a:p>
                  </a:txBody>
                  <a:tcPr marL="0" marR="0" marT="0" marB="0" anchor="ctr"/>
                </a:tc>
                <a:tc>
                  <a:txBody>
                    <a:bodyPr/>
                    <a:lstStyle/>
                    <a:p>
                      <a:pPr marL="0" algn="ctr" defTabSz="914400" rtl="0" eaLnBrk="1" fontAlgn="b" latinLnBrk="0" hangingPunct="1">
                        <a:buNone/>
                      </a:pPr>
                      <a:r>
                        <a:rPr lang="es-ES" sz="800" u="none" strike="noStrike" kern="1200" dirty="0">
                          <a:solidFill>
                            <a:schemeClr val="tx1"/>
                          </a:solidFill>
                          <a:effectLst/>
                        </a:rPr>
                        <a:t>43.96 GWh</a:t>
                      </a:r>
                      <a:endParaRPr lang="es-ES" sz="80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431105713"/>
                  </a:ext>
                </a:extLst>
              </a:tr>
              <a:tr h="171450">
                <a:tc>
                  <a:txBody>
                    <a:bodyPr/>
                    <a:lstStyle/>
                    <a:p>
                      <a:pPr marL="0" algn="ctr" defTabSz="914400" rtl="0" eaLnBrk="1" fontAlgn="b" latinLnBrk="0" hangingPunct="1">
                        <a:buNone/>
                      </a:pPr>
                      <a:r>
                        <a:rPr lang="es-ES" sz="800" u="none" strike="noStrike" kern="1200" dirty="0">
                          <a:solidFill>
                            <a:schemeClr val="tx1"/>
                          </a:solidFill>
                          <a:effectLst/>
                        </a:rPr>
                        <a:t>Electrolizadores Emarket ESh2</a:t>
                      </a:r>
                      <a:endParaRPr lang="es-ES" sz="800" u="none" strike="noStrike" kern="1200" dirty="0">
                        <a:solidFill>
                          <a:schemeClr val="tx1"/>
                        </a:solidFill>
                        <a:effectLst/>
                        <a:latin typeface="+mn-lt"/>
                        <a:ea typeface="+mn-ea"/>
                        <a:cs typeface="+mn-cs"/>
                      </a:endParaRPr>
                    </a:p>
                  </a:txBody>
                  <a:tcPr marL="0" marR="0" marT="0" marB="0" anchor="ctr"/>
                </a:tc>
                <a:tc>
                  <a:txBody>
                    <a:bodyPr/>
                    <a:lstStyle/>
                    <a:p>
                      <a:pPr marL="0" algn="ctr" defTabSz="914400" rtl="0" eaLnBrk="1" fontAlgn="b" latinLnBrk="0" hangingPunct="1">
                        <a:buNone/>
                      </a:pPr>
                      <a:r>
                        <a:rPr lang="es-ES" sz="800" u="none" strike="noStrike" kern="1200" dirty="0">
                          <a:solidFill>
                            <a:schemeClr val="tx1"/>
                          </a:solidFill>
                          <a:effectLst/>
                        </a:rPr>
                        <a:t>-2.34%</a:t>
                      </a:r>
                      <a:endParaRPr lang="es-ES" sz="800" u="none" strike="noStrike" kern="1200" dirty="0">
                        <a:solidFill>
                          <a:schemeClr val="tx1"/>
                        </a:solidFill>
                        <a:effectLst/>
                        <a:latin typeface="+mn-lt"/>
                        <a:ea typeface="+mn-ea"/>
                        <a:cs typeface="+mn-cs"/>
                      </a:endParaRPr>
                    </a:p>
                  </a:txBody>
                  <a:tcPr marL="0" marR="0" marT="0" marB="0" anchor="ctr"/>
                </a:tc>
                <a:tc>
                  <a:txBody>
                    <a:bodyPr/>
                    <a:lstStyle/>
                    <a:p>
                      <a:pPr marL="0" algn="ctr" defTabSz="914400" rtl="0" eaLnBrk="1" fontAlgn="b" latinLnBrk="0" hangingPunct="1">
                        <a:buNone/>
                      </a:pPr>
                      <a:r>
                        <a:rPr lang="es-ES" sz="800" u="none" strike="noStrike" kern="1200" dirty="0">
                          <a:solidFill>
                            <a:schemeClr val="tx1"/>
                          </a:solidFill>
                          <a:effectLst/>
                        </a:rPr>
                        <a:t>10.56 GWh</a:t>
                      </a:r>
                      <a:endParaRPr lang="es-ES" sz="80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2255302308"/>
                  </a:ext>
                </a:extLst>
              </a:tr>
            </a:tbl>
          </a:graphicData>
        </a:graphic>
      </p:graphicFrame>
      <p:sp>
        <p:nvSpPr>
          <p:cNvPr id="12" name="Flecha: hacia abajo 11">
            <a:extLst>
              <a:ext uri="{FF2B5EF4-FFF2-40B4-BE49-F238E27FC236}">
                <a16:creationId xmlns:a16="http://schemas.microsoft.com/office/drawing/2014/main" id="{2C2F8EC6-CBAD-750C-5846-01CE5783667D}"/>
              </a:ext>
            </a:extLst>
          </p:cNvPr>
          <p:cNvSpPr/>
          <p:nvPr/>
        </p:nvSpPr>
        <p:spPr>
          <a:xfrm>
            <a:off x="7371470" y="2990092"/>
            <a:ext cx="154745" cy="291721"/>
          </a:xfrm>
          <a:prstGeom prst="downArrow">
            <a:avLst/>
          </a:prstGeom>
          <a:ln/>
        </p:spPr>
        <p:style>
          <a:lnRef idx="2">
            <a:schemeClr val="accent5"/>
          </a:lnRef>
          <a:fillRef idx="1">
            <a:schemeClr val="lt1"/>
          </a:fillRef>
          <a:effectRef idx="0">
            <a:schemeClr val="accent5"/>
          </a:effectRef>
          <a:fontRef idx="minor">
            <a:schemeClr val="dk1"/>
          </a:fontRef>
        </p:style>
        <p:txBody>
          <a:bodyPr rtlCol="0" anchor="ctr"/>
          <a:lstStyle/>
          <a:p>
            <a:pPr algn="ctr"/>
            <a:endParaRPr lang="es-ES" dirty="0"/>
          </a:p>
        </p:txBody>
      </p:sp>
      <p:sp>
        <p:nvSpPr>
          <p:cNvPr id="13" name="CuadroTexto 12">
            <a:extLst>
              <a:ext uri="{FF2B5EF4-FFF2-40B4-BE49-F238E27FC236}">
                <a16:creationId xmlns:a16="http://schemas.microsoft.com/office/drawing/2014/main" id="{3F26FFFB-72C3-0101-0DDB-F598BE455A53}"/>
              </a:ext>
            </a:extLst>
          </p:cNvPr>
          <p:cNvSpPr txBox="1"/>
          <p:nvPr/>
        </p:nvSpPr>
        <p:spPr>
          <a:xfrm>
            <a:off x="7543645" y="2810472"/>
            <a:ext cx="467907" cy="492443"/>
          </a:xfrm>
          <a:prstGeom prst="rect">
            <a:avLst/>
          </a:prstGeom>
          <a:noFill/>
        </p:spPr>
        <p:txBody>
          <a:bodyPr wrap="square" rtlCol="0" anchor="ctr">
            <a:spAutoFit/>
          </a:bodyPr>
          <a:lstStyle/>
          <a:p>
            <a:r>
              <a:rPr lang="es-ES" sz="800" dirty="0"/>
              <a:t>54.5</a:t>
            </a:r>
            <a:r>
              <a:rPr lang="es-ES" dirty="0"/>
              <a:t> </a:t>
            </a:r>
            <a:r>
              <a:rPr lang="es-ES" sz="800" dirty="0"/>
              <a:t>GWh</a:t>
            </a:r>
          </a:p>
        </p:txBody>
      </p:sp>
    </p:spTree>
    <p:extLst>
      <p:ext uri="{BB962C8B-B14F-4D97-AF65-F5344CB8AC3E}">
        <p14:creationId xmlns:p14="http://schemas.microsoft.com/office/powerpoint/2010/main" val="2486763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C61D3-CC6C-991F-5A36-4FC8260A0C28}"/>
            </a:ext>
          </a:extLst>
        </p:cNvPr>
        <p:cNvGrpSpPr/>
        <p:nvPr/>
      </p:nvGrpSpPr>
      <p:grpSpPr>
        <a:xfrm>
          <a:off x="0" y="0"/>
          <a:ext cx="0" cy="0"/>
          <a:chOff x="0" y="0"/>
          <a:chExt cx="0" cy="0"/>
        </a:xfrm>
      </p:grpSpPr>
      <p:sp>
        <p:nvSpPr>
          <p:cNvPr id="4" name="Marcador de texto 3">
            <a:extLst>
              <a:ext uri="{FF2B5EF4-FFF2-40B4-BE49-F238E27FC236}">
                <a16:creationId xmlns:a16="http://schemas.microsoft.com/office/drawing/2014/main" id="{23D3E7BC-CE59-BFFB-48BA-D826CC682EF0}"/>
              </a:ext>
            </a:extLst>
          </p:cNvPr>
          <p:cNvSpPr>
            <a:spLocks noGrp="1"/>
          </p:cNvSpPr>
          <p:nvPr>
            <p:ph type="body" sz="quarter" idx="19"/>
          </p:nvPr>
        </p:nvSpPr>
        <p:spPr>
          <a:xfrm>
            <a:off x="1174778" y="2200785"/>
            <a:ext cx="6794443" cy="741930"/>
          </a:xfrm>
        </p:spPr>
        <p:txBody>
          <a:bodyPr/>
          <a:lstStyle/>
          <a:p>
            <a:pPr algn="ctr">
              <a:spcBef>
                <a:spcPct val="20000"/>
              </a:spcBef>
            </a:pPr>
            <a:r>
              <a:rPr lang="es-ES" sz="2200" b="1" dirty="0">
                <a:solidFill>
                  <a:srgbClr val="5CBDCA"/>
                </a:solidFill>
                <a:latin typeface="+mn-lt"/>
                <a:ea typeface="+mn-ea"/>
              </a:rPr>
              <a:t>Sensibilidad 3: </a:t>
            </a:r>
          </a:p>
          <a:p>
            <a:pPr algn="ctr">
              <a:spcBef>
                <a:spcPct val="20000"/>
              </a:spcBef>
            </a:pPr>
            <a:r>
              <a:rPr lang="es-ES" sz="2200" b="1" dirty="0">
                <a:solidFill>
                  <a:srgbClr val="5CBDCA"/>
                </a:solidFill>
                <a:latin typeface="+mn-lt"/>
                <a:ea typeface="+mn-ea"/>
              </a:rPr>
              <a:t>Ammonia High y Low Band</a:t>
            </a:r>
          </a:p>
        </p:txBody>
      </p:sp>
    </p:spTree>
    <p:extLst>
      <p:ext uri="{BB962C8B-B14F-4D97-AF65-F5344CB8AC3E}">
        <p14:creationId xmlns:p14="http://schemas.microsoft.com/office/powerpoint/2010/main" val="207401664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94D18C-2949-B482-4614-37C1203F3587}"/>
            </a:ext>
          </a:extLst>
        </p:cNvPr>
        <p:cNvGrpSpPr/>
        <p:nvPr/>
      </p:nvGrpSpPr>
      <p:grpSpPr>
        <a:xfrm>
          <a:off x="0" y="0"/>
          <a:ext cx="0" cy="0"/>
          <a:chOff x="0" y="0"/>
          <a:chExt cx="0" cy="0"/>
        </a:xfrm>
      </p:grpSpPr>
      <p:sp>
        <p:nvSpPr>
          <p:cNvPr id="5" name="Elipse 4">
            <a:extLst>
              <a:ext uri="{FF2B5EF4-FFF2-40B4-BE49-F238E27FC236}">
                <a16:creationId xmlns:a16="http://schemas.microsoft.com/office/drawing/2014/main" id="{F605D106-4274-BF5B-2393-63B785FD218D}"/>
              </a:ext>
            </a:extLst>
          </p:cNvPr>
          <p:cNvSpPr/>
          <p:nvPr/>
        </p:nvSpPr>
        <p:spPr>
          <a:xfrm>
            <a:off x="7543500" y="963101"/>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8" name="CuadroTexto 7">
            <a:extLst>
              <a:ext uri="{FF2B5EF4-FFF2-40B4-BE49-F238E27FC236}">
                <a16:creationId xmlns:a16="http://schemas.microsoft.com/office/drawing/2014/main" id="{D445F0D3-D782-17F3-8658-8D7D64822695}"/>
              </a:ext>
            </a:extLst>
          </p:cNvPr>
          <p:cNvSpPr txBox="1"/>
          <p:nvPr/>
        </p:nvSpPr>
        <p:spPr>
          <a:xfrm>
            <a:off x="7550031" y="1074181"/>
            <a:ext cx="927463" cy="215444"/>
          </a:xfrm>
          <a:prstGeom prst="rect">
            <a:avLst/>
          </a:prstGeom>
          <a:noFill/>
        </p:spPr>
        <p:txBody>
          <a:bodyPr wrap="square" rtlCol="0">
            <a:spAutoFit/>
          </a:bodyPr>
          <a:lstStyle/>
          <a:p>
            <a:r>
              <a:rPr lang="es-ES" sz="800" dirty="0"/>
              <a:t>FRh2</a:t>
            </a:r>
          </a:p>
        </p:txBody>
      </p:sp>
      <p:sp>
        <p:nvSpPr>
          <p:cNvPr id="9" name="Elipse 8">
            <a:extLst>
              <a:ext uri="{FF2B5EF4-FFF2-40B4-BE49-F238E27FC236}">
                <a16:creationId xmlns:a16="http://schemas.microsoft.com/office/drawing/2014/main" id="{A8BF3F80-D0FD-0DCB-4FE8-4A97B24BB50F}"/>
              </a:ext>
            </a:extLst>
          </p:cNvPr>
          <p:cNvSpPr/>
          <p:nvPr/>
        </p:nvSpPr>
        <p:spPr>
          <a:xfrm>
            <a:off x="8013763" y="1781707"/>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0" name="CuadroTexto 9">
            <a:extLst>
              <a:ext uri="{FF2B5EF4-FFF2-40B4-BE49-F238E27FC236}">
                <a16:creationId xmlns:a16="http://schemas.microsoft.com/office/drawing/2014/main" id="{52DD6FAB-EC5B-17CF-D575-93CD56721331}"/>
              </a:ext>
            </a:extLst>
          </p:cNvPr>
          <p:cNvSpPr txBox="1"/>
          <p:nvPr/>
        </p:nvSpPr>
        <p:spPr>
          <a:xfrm>
            <a:off x="7994169" y="1892787"/>
            <a:ext cx="927463" cy="215444"/>
          </a:xfrm>
          <a:prstGeom prst="rect">
            <a:avLst/>
          </a:prstGeom>
          <a:noFill/>
        </p:spPr>
        <p:txBody>
          <a:bodyPr wrap="square" rtlCol="0">
            <a:spAutoFit/>
          </a:bodyPr>
          <a:lstStyle/>
          <a:p>
            <a:r>
              <a:rPr lang="es-ES" sz="800" dirty="0"/>
              <a:t>FRh2S</a:t>
            </a:r>
          </a:p>
        </p:txBody>
      </p:sp>
      <p:sp>
        <p:nvSpPr>
          <p:cNvPr id="11" name="Elipse 10">
            <a:extLst>
              <a:ext uri="{FF2B5EF4-FFF2-40B4-BE49-F238E27FC236}">
                <a16:creationId xmlns:a16="http://schemas.microsoft.com/office/drawing/2014/main" id="{C8A5FDDE-101E-0476-9B71-22E5E85486A2}"/>
              </a:ext>
            </a:extLst>
          </p:cNvPr>
          <p:cNvSpPr/>
          <p:nvPr/>
        </p:nvSpPr>
        <p:spPr>
          <a:xfrm>
            <a:off x="7050378" y="1781707"/>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2" name="CuadroTexto 11">
            <a:extLst>
              <a:ext uri="{FF2B5EF4-FFF2-40B4-BE49-F238E27FC236}">
                <a16:creationId xmlns:a16="http://schemas.microsoft.com/office/drawing/2014/main" id="{FC3E8AC8-1495-27E1-1BA1-01A4BCC0B26E}"/>
              </a:ext>
            </a:extLst>
          </p:cNvPr>
          <p:cNvSpPr txBox="1"/>
          <p:nvPr/>
        </p:nvSpPr>
        <p:spPr>
          <a:xfrm>
            <a:off x="6985064" y="1892787"/>
            <a:ext cx="927463" cy="215444"/>
          </a:xfrm>
          <a:prstGeom prst="rect">
            <a:avLst/>
          </a:prstGeom>
          <a:noFill/>
        </p:spPr>
        <p:txBody>
          <a:bodyPr wrap="square" rtlCol="0">
            <a:spAutoFit/>
          </a:bodyPr>
          <a:lstStyle/>
          <a:p>
            <a:r>
              <a:rPr lang="es-ES" sz="800" dirty="0"/>
              <a:t>FRh2SW</a:t>
            </a:r>
          </a:p>
        </p:txBody>
      </p:sp>
      <p:sp>
        <p:nvSpPr>
          <p:cNvPr id="13" name="Elipse 12">
            <a:extLst>
              <a:ext uri="{FF2B5EF4-FFF2-40B4-BE49-F238E27FC236}">
                <a16:creationId xmlns:a16="http://schemas.microsoft.com/office/drawing/2014/main" id="{1B60BCAA-0BF6-7DA3-31C6-0865824F594E}"/>
              </a:ext>
            </a:extLst>
          </p:cNvPr>
          <p:cNvSpPr/>
          <p:nvPr/>
        </p:nvSpPr>
        <p:spPr>
          <a:xfrm>
            <a:off x="7181007" y="2887741"/>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4" name="CuadroTexto 13">
            <a:extLst>
              <a:ext uri="{FF2B5EF4-FFF2-40B4-BE49-F238E27FC236}">
                <a16:creationId xmlns:a16="http://schemas.microsoft.com/office/drawing/2014/main" id="{1E871755-6357-E0A9-58F4-B2D69A7DF623}"/>
              </a:ext>
            </a:extLst>
          </p:cNvPr>
          <p:cNvSpPr txBox="1"/>
          <p:nvPr/>
        </p:nvSpPr>
        <p:spPr>
          <a:xfrm>
            <a:off x="7194069" y="2995463"/>
            <a:ext cx="470263" cy="215444"/>
          </a:xfrm>
          <a:prstGeom prst="rect">
            <a:avLst/>
          </a:prstGeom>
          <a:noFill/>
        </p:spPr>
        <p:txBody>
          <a:bodyPr wrap="square" rtlCol="0">
            <a:spAutoFit/>
          </a:bodyPr>
          <a:lstStyle/>
          <a:p>
            <a:r>
              <a:rPr lang="es-ES" sz="800" dirty="0"/>
              <a:t>ESh2</a:t>
            </a:r>
          </a:p>
        </p:txBody>
      </p:sp>
      <p:sp>
        <p:nvSpPr>
          <p:cNvPr id="15" name="Elipse 14">
            <a:extLst>
              <a:ext uri="{FF2B5EF4-FFF2-40B4-BE49-F238E27FC236}">
                <a16:creationId xmlns:a16="http://schemas.microsoft.com/office/drawing/2014/main" id="{40436D53-3C42-3D0D-6D56-FA2AE65BD8F8}"/>
              </a:ext>
            </a:extLst>
          </p:cNvPr>
          <p:cNvSpPr/>
          <p:nvPr/>
        </p:nvSpPr>
        <p:spPr>
          <a:xfrm>
            <a:off x="5956362" y="2887741"/>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6" name="CuadroTexto 15">
            <a:extLst>
              <a:ext uri="{FF2B5EF4-FFF2-40B4-BE49-F238E27FC236}">
                <a16:creationId xmlns:a16="http://schemas.microsoft.com/office/drawing/2014/main" id="{65D0F77A-861D-6A29-D644-C5D9A236206B}"/>
              </a:ext>
            </a:extLst>
          </p:cNvPr>
          <p:cNvSpPr txBox="1"/>
          <p:nvPr/>
        </p:nvSpPr>
        <p:spPr>
          <a:xfrm>
            <a:off x="5969424" y="2995463"/>
            <a:ext cx="470263" cy="215444"/>
          </a:xfrm>
          <a:prstGeom prst="rect">
            <a:avLst/>
          </a:prstGeom>
          <a:noFill/>
        </p:spPr>
        <p:txBody>
          <a:bodyPr wrap="square" rtlCol="0">
            <a:spAutoFit/>
          </a:bodyPr>
          <a:lstStyle/>
          <a:p>
            <a:r>
              <a:rPr lang="es-ES" sz="800" dirty="0"/>
              <a:t>PTh2</a:t>
            </a:r>
          </a:p>
        </p:txBody>
      </p:sp>
      <p:sp>
        <p:nvSpPr>
          <p:cNvPr id="17" name="Elipse 16">
            <a:extLst>
              <a:ext uri="{FF2B5EF4-FFF2-40B4-BE49-F238E27FC236}">
                <a16:creationId xmlns:a16="http://schemas.microsoft.com/office/drawing/2014/main" id="{BAA2749C-B02E-3762-3650-82D0953165BD}"/>
              </a:ext>
            </a:extLst>
          </p:cNvPr>
          <p:cNvSpPr/>
          <p:nvPr/>
        </p:nvSpPr>
        <p:spPr>
          <a:xfrm>
            <a:off x="6330831" y="4143953"/>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18" name="CuadroTexto 17">
            <a:extLst>
              <a:ext uri="{FF2B5EF4-FFF2-40B4-BE49-F238E27FC236}">
                <a16:creationId xmlns:a16="http://schemas.microsoft.com/office/drawing/2014/main" id="{22C05948-F440-120D-7442-89A10F9EDBCF}"/>
              </a:ext>
            </a:extLst>
          </p:cNvPr>
          <p:cNvSpPr txBox="1"/>
          <p:nvPr/>
        </p:nvSpPr>
        <p:spPr>
          <a:xfrm>
            <a:off x="6330831" y="4251675"/>
            <a:ext cx="470263" cy="215444"/>
          </a:xfrm>
          <a:prstGeom prst="rect">
            <a:avLst/>
          </a:prstGeom>
          <a:noFill/>
        </p:spPr>
        <p:txBody>
          <a:bodyPr wrap="square" rtlCol="0">
            <a:spAutoFit/>
          </a:bodyPr>
          <a:lstStyle/>
          <a:p>
            <a:r>
              <a:rPr lang="es-ES" sz="800" dirty="0"/>
              <a:t>MAh2</a:t>
            </a:r>
          </a:p>
        </p:txBody>
      </p:sp>
      <p:sp>
        <p:nvSpPr>
          <p:cNvPr id="19" name="Elipse 18">
            <a:extLst>
              <a:ext uri="{FF2B5EF4-FFF2-40B4-BE49-F238E27FC236}">
                <a16:creationId xmlns:a16="http://schemas.microsoft.com/office/drawing/2014/main" id="{78D45D0C-6927-DA30-411E-958EA7C54083}"/>
              </a:ext>
            </a:extLst>
          </p:cNvPr>
          <p:cNvSpPr/>
          <p:nvPr/>
        </p:nvSpPr>
        <p:spPr>
          <a:xfrm>
            <a:off x="6139244" y="737201"/>
            <a:ext cx="470263" cy="437605"/>
          </a:xfrm>
          <a:prstGeom prst="ellipse">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sz="900" dirty="0">
              <a:solidFill>
                <a:schemeClr val="tx1"/>
              </a:solidFill>
            </a:endParaRPr>
          </a:p>
        </p:txBody>
      </p:sp>
      <p:sp>
        <p:nvSpPr>
          <p:cNvPr id="20" name="CuadroTexto 19">
            <a:extLst>
              <a:ext uri="{FF2B5EF4-FFF2-40B4-BE49-F238E27FC236}">
                <a16:creationId xmlns:a16="http://schemas.microsoft.com/office/drawing/2014/main" id="{785633AA-6346-866E-70AB-071AC70BEA9D}"/>
              </a:ext>
            </a:extLst>
          </p:cNvPr>
          <p:cNvSpPr txBox="1"/>
          <p:nvPr/>
        </p:nvSpPr>
        <p:spPr>
          <a:xfrm>
            <a:off x="6145775" y="848281"/>
            <a:ext cx="927463" cy="215444"/>
          </a:xfrm>
          <a:prstGeom prst="rect">
            <a:avLst/>
          </a:prstGeom>
          <a:noFill/>
        </p:spPr>
        <p:txBody>
          <a:bodyPr wrap="square" rtlCol="0">
            <a:spAutoFit/>
          </a:bodyPr>
          <a:lstStyle/>
          <a:p>
            <a:r>
              <a:rPr lang="es-ES" sz="800" dirty="0"/>
              <a:t>EUh2</a:t>
            </a:r>
          </a:p>
        </p:txBody>
      </p:sp>
      <p:cxnSp>
        <p:nvCxnSpPr>
          <p:cNvPr id="52" name="Conector recto de flecha 51">
            <a:extLst>
              <a:ext uri="{FF2B5EF4-FFF2-40B4-BE49-F238E27FC236}">
                <a16:creationId xmlns:a16="http://schemas.microsoft.com/office/drawing/2014/main" id="{09DA8B4E-903B-5D4F-DD73-7A2DFA3D5F2D}"/>
              </a:ext>
            </a:extLst>
          </p:cNvPr>
          <p:cNvCxnSpPr/>
          <p:nvPr/>
        </p:nvCxnSpPr>
        <p:spPr>
          <a:xfrm>
            <a:off x="6801094" y="998864"/>
            <a:ext cx="574766" cy="11108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3" name="Conector recto de flecha 52">
            <a:extLst>
              <a:ext uri="{FF2B5EF4-FFF2-40B4-BE49-F238E27FC236}">
                <a16:creationId xmlns:a16="http://schemas.microsoft.com/office/drawing/2014/main" id="{12B8E893-343C-673E-B477-C14FAFBF29FD}"/>
              </a:ext>
            </a:extLst>
          </p:cNvPr>
          <p:cNvCxnSpPr>
            <a:cxnSpLocks/>
          </p:cNvCxnSpPr>
          <p:nvPr/>
        </p:nvCxnSpPr>
        <p:spPr>
          <a:xfrm>
            <a:off x="7994169" y="1409441"/>
            <a:ext cx="130773" cy="29168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Conector recto de flecha 56">
            <a:extLst>
              <a:ext uri="{FF2B5EF4-FFF2-40B4-BE49-F238E27FC236}">
                <a16:creationId xmlns:a16="http://schemas.microsoft.com/office/drawing/2014/main" id="{19F6B310-6B19-8E06-DB5B-69C38B6D9F41}"/>
              </a:ext>
            </a:extLst>
          </p:cNvPr>
          <p:cNvCxnSpPr>
            <a:cxnSpLocks/>
          </p:cNvCxnSpPr>
          <p:nvPr/>
        </p:nvCxnSpPr>
        <p:spPr>
          <a:xfrm>
            <a:off x="6543102" y="3081368"/>
            <a:ext cx="507276" cy="1192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1" name="Conector recto de flecha 60">
            <a:extLst>
              <a:ext uri="{FF2B5EF4-FFF2-40B4-BE49-F238E27FC236}">
                <a16:creationId xmlns:a16="http://schemas.microsoft.com/office/drawing/2014/main" id="{27F1D613-49A1-3A23-E424-9B308CD7479D}"/>
              </a:ext>
            </a:extLst>
          </p:cNvPr>
          <p:cNvCxnSpPr>
            <a:cxnSpLocks/>
          </p:cNvCxnSpPr>
          <p:nvPr/>
        </p:nvCxnSpPr>
        <p:spPr>
          <a:xfrm flipV="1">
            <a:off x="7618324" y="2287938"/>
            <a:ext cx="441231" cy="54594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6" name="Conector recto de flecha 65">
            <a:extLst>
              <a:ext uri="{FF2B5EF4-FFF2-40B4-BE49-F238E27FC236}">
                <a16:creationId xmlns:a16="http://schemas.microsoft.com/office/drawing/2014/main" id="{C6BCEA95-0D21-92F3-F960-D02F85FAFA31}"/>
              </a:ext>
            </a:extLst>
          </p:cNvPr>
          <p:cNvCxnSpPr>
            <a:cxnSpLocks/>
          </p:cNvCxnSpPr>
          <p:nvPr/>
        </p:nvCxnSpPr>
        <p:spPr>
          <a:xfrm flipV="1">
            <a:off x="7321976" y="2287938"/>
            <a:ext cx="0" cy="49150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8" name="Conector recto de flecha 67">
            <a:extLst>
              <a:ext uri="{FF2B5EF4-FFF2-40B4-BE49-F238E27FC236}">
                <a16:creationId xmlns:a16="http://schemas.microsoft.com/office/drawing/2014/main" id="{D97370C8-0120-5069-CF90-ED6C18431F66}"/>
              </a:ext>
            </a:extLst>
          </p:cNvPr>
          <p:cNvCxnSpPr>
            <a:cxnSpLocks/>
            <a:endCxn id="12" idx="3"/>
          </p:cNvCxnSpPr>
          <p:nvPr/>
        </p:nvCxnSpPr>
        <p:spPr>
          <a:xfrm>
            <a:off x="7579042" y="1990227"/>
            <a:ext cx="333485" cy="1028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1" name="Conector recto de flecha 70">
            <a:extLst>
              <a:ext uri="{FF2B5EF4-FFF2-40B4-BE49-F238E27FC236}">
                <a16:creationId xmlns:a16="http://schemas.microsoft.com/office/drawing/2014/main" id="{975E3510-E709-7FE0-77F0-E052D5DA2091}"/>
              </a:ext>
            </a:extLst>
          </p:cNvPr>
          <p:cNvCxnSpPr>
            <a:cxnSpLocks/>
          </p:cNvCxnSpPr>
          <p:nvPr/>
        </p:nvCxnSpPr>
        <p:spPr>
          <a:xfrm flipV="1">
            <a:off x="6796740" y="3431979"/>
            <a:ext cx="397329" cy="634453"/>
          </a:xfrm>
          <a:prstGeom prst="straightConnector1">
            <a:avLst/>
          </a:prstGeom>
          <a:ln>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78" name="CuadroTexto 77">
            <a:extLst>
              <a:ext uri="{FF2B5EF4-FFF2-40B4-BE49-F238E27FC236}">
                <a16:creationId xmlns:a16="http://schemas.microsoft.com/office/drawing/2014/main" id="{E1F31CCB-983B-892A-635D-2E08D6CE24F9}"/>
              </a:ext>
            </a:extLst>
          </p:cNvPr>
          <p:cNvSpPr txBox="1"/>
          <p:nvPr/>
        </p:nvSpPr>
        <p:spPr>
          <a:xfrm>
            <a:off x="410945" y="229573"/>
            <a:ext cx="5293703" cy="4555093"/>
          </a:xfrm>
          <a:prstGeom prst="rect">
            <a:avLst/>
          </a:prstGeom>
          <a:noFill/>
        </p:spPr>
        <p:txBody>
          <a:bodyPr wrap="square" rtlCol="0">
            <a:spAutoFit/>
          </a:bodyPr>
          <a:lstStyle/>
          <a:p>
            <a:r>
              <a:rPr lang="es-ES" sz="1000" b="1" dirty="0">
                <a:solidFill>
                  <a:srgbClr val="5CBDCA"/>
                </a:solidFill>
              </a:rPr>
              <a:t>Sensibilidad</a:t>
            </a:r>
          </a:p>
          <a:p>
            <a:endParaRPr lang="es-ES" sz="1000" b="1" dirty="0"/>
          </a:p>
          <a:p>
            <a:pPr marL="171450" indent="-171450">
              <a:buFont typeface="Arial" panose="020B0604020202020204" pitchFamily="34" charset="0"/>
              <a:buChar char="•"/>
            </a:pPr>
            <a:r>
              <a:rPr lang="es-ES" sz="1000" dirty="0"/>
              <a:t>Introducción de Ammonia High/Low Band en FRh2SW</a:t>
            </a:r>
          </a:p>
          <a:p>
            <a:pPr algn="just"/>
            <a:endParaRPr lang="es-ES" sz="1000" b="1" dirty="0">
              <a:solidFill>
                <a:srgbClr val="5CBDCA"/>
              </a:solidFill>
            </a:endParaRPr>
          </a:p>
          <a:p>
            <a:pPr algn="just"/>
            <a:r>
              <a:rPr lang="es-ES" sz="1000" b="1" dirty="0">
                <a:solidFill>
                  <a:srgbClr val="5CBDCA"/>
                </a:solidFill>
              </a:rPr>
              <a:t>Contexto:</a:t>
            </a:r>
          </a:p>
          <a:p>
            <a:pPr algn="just"/>
            <a:endParaRPr lang="es-ES" sz="1000" b="1" dirty="0"/>
          </a:p>
          <a:p>
            <a:pPr marL="171450" indent="-171450" algn="just">
              <a:buFont typeface="Arial" panose="020B0604020202020204" pitchFamily="34" charset="0"/>
              <a:buChar char="•"/>
            </a:pPr>
            <a:r>
              <a:rPr lang="es-ES" sz="1000" dirty="0"/>
              <a:t>Tratamos de observar las implicaciones de esta nueva forma de producción de hidrógeno</a:t>
            </a:r>
          </a:p>
          <a:p>
            <a:pPr algn="just"/>
            <a:endParaRPr lang="es-ES" sz="1000" dirty="0"/>
          </a:p>
          <a:p>
            <a:pPr algn="just"/>
            <a:endParaRPr lang="es-ES" sz="1000" dirty="0"/>
          </a:p>
          <a:p>
            <a:pPr algn="just"/>
            <a:endParaRPr lang="es-ES" sz="1000" dirty="0"/>
          </a:p>
          <a:p>
            <a:pPr algn="just"/>
            <a:endParaRPr lang="es-ES" sz="1000" dirty="0"/>
          </a:p>
          <a:p>
            <a:pPr algn="just"/>
            <a:endParaRPr lang="es-ES" sz="1000" dirty="0"/>
          </a:p>
          <a:p>
            <a:pPr algn="just"/>
            <a:endParaRPr lang="es-ES" sz="1000" dirty="0"/>
          </a:p>
          <a:p>
            <a:pPr algn="just"/>
            <a:endParaRPr lang="es-ES" sz="1000" dirty="0"/>
          </a:p>
          <a:p>
            <a:pPr algn="just"/>
            <a:endParaRPr lang="es-ES" sz="1000" dirty="0"/>
          </a:p>
          <a:p>
            <a:pPr algn="just"/>
            <a:endParaRPr lang="es-ES" sz="1000" dirty="0"/>
          </a:p>
          <a:p>
            <a:pPr marL="171450" indent="-171450" algn="just">
              <a:buFont typeface="Arial" panose="020B0604020202020204" pitchFamily="34" charset="0"/>
              <a:buChar char="•"/>
            </a:pPr>
            <a:endParaRPr lang="es-ES" sz="1000" dirty="0"/>
          </a:p>
          <a:p>
            <a:pPr algn="just"/>
            <a:r>
              <a:rPr lang="es-ES" sz="1000" b="1" dirty="0">
                <a:solidFill>
                  <a:srgbClr val="5CBDCA"/>
                </a:solidFill>
              </a:rPr>
              <a:t>Análisis Previo: ¿Qué podemos esperar con esta modificación?</a:t>
            </a:r>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r>
              <a:rPr lang="es-ES" sz="1000" dirty="0"/>
              <a:t>¿ Habrá flujos de Ammonia Low Band a máxima capacidad todas las horas?</a:t>
            </a:r>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r>
              <a:rPr lang="es-ES" sz="1000" dirty="0"/>
              <a:t>¿ Reducción de flujos Irún-</a:t>
            </a:r>
            <a:r>
              <a:rPr lang="es-ES" sz="1000" dirty="0" err="1"/>
              <a:t>Larrau</a:t>
            </a:r>
            <a:r>
              <a:rPr lang="es-ES" sz="1000" dirty="0"/>
              <a:t> ?</a:t>
            </a:r>
          </a:p>
          <a:p>
            <a:pPr algn="just"/>
            <a:endParaRPr lang="es-ES" sz="1000" dirty="0"/>
          </a:p>
          <a:p>
            <a:pPr marL="171450" indent="-171450" algn="just">
              <a:buFont typeface="Arial" panose="020B0604020202020204" pitchFamily="34" charset="0"/>
              <a:buChar char="•"/>
            </a:pPr>
            <a:r>
              <a:rPr lang="es-ES" sz="1000" dirty="0"/>
              <a:t>¿ Reducción de flujos BarMar en dirección ESh2-FRh2S ?</a:t>
            </a:r>
          </a:p>
          <a:p>
            <a:pPr marL="171450" indent="-171450" algn="just">
              <a:buFont typeface="Arial" panose="020B0604020202020204" pitchFamily="34" charset="0"/>
              <a:buChar char="•"/>
            </a:pPr>
            <a:endParaRPr lang="es-ES" sz="1000" dirty="0"/>
          </a:p>
          <a:p>
            <a:pPr marL="171450" indent="-171450" algn="just">
              <a:buFont typeface="Arial" panose="020B0604020202020204" pitchFamily="34" charset="0"/>
              <a:buChar char="•"/>
            </a:pPr>
            <a:r>
              <a:rPr lang="es-ES" sz="1000" dirty="0"/>
              <a:t>¿ Reducción Almacenamientos de h2 en FRh2SW ?</a:t>
            </a:r>
          </a:p>
          <a:p>
            <a:pPr marL="171450" indent="-171450" algn="just">
              <a:buFont typeface="Arial" panose="020B0604020202020204" pitchFamily="34" charset="0"/>
              <a:buChar char="•"/>
            </a:pPr>
            <a:endParaRPr lang="es-ES" sz="1000" dirty="0"/>
          </a:p>
          <a:p>
            <a:pPr algn="just"/>
            <a:r>
              <a:rPr lang="es-ES" sz="1000" b="1" dirty="0">
                <a:solidFill>
                  <a:schemeClr val="accent1"/>
                </a:solidFill>
              </a:rPr>
              <a:t>¿ Cuánto afectará a nuestras predicciones el escenario competidor ?</a:t>
            </a:r>
          </a:p>
        </p:txBody>
      </p:sp>
      <p:pic>
        <p:nvPicPr>
          <p:cNvPr id="7" name="Imagen 6">
            <a:extLst>
              <a:ext uri="{FF2B5EF4-FFF2-40B4-BE49-F238E27FC236}">
                <a16:creationId xmlns:a16="http://schemas.microsoft.com/office/drawing/2014/main" id="{E417D15B-7B12-0B79-70BF-8D939A51F024}"/>
              </a:ext>
            </a:extLst>
          </p:cNvPr>
          <p:cNvPicPr>
            <a:picLocks noChangeAspect="1"/>
          </p:cNvPicPr>
          <p:nvPr/>
        </p:nvPicPr>
        <p:blipFill>
          <a:blip r:embed="rId3"/>
          <a:stretch>
            <a:fillRect/>
          </a:stretch>
        </p:blipFill>
        <p:spPr>
          <a:xfrm>
            <a:off x="606331" y="1606594"/>
            <a:ext cx="2014949" cy="1211113"/>
          </a:xfrm>
          <a:prstGeom prst="rect">
            <a:avLst/>
          </a:prstGeom>
        </p:spPr>
      </p:pic>
      <p:sp>
        <p:nvSpPr>
          <p:cNvPr id="21" name="CuadroTexto 20">
            <a:extLst>
              <a:ext uri="{FF2B5EF4-FFF2-40B4-BE49-F238E27FC236}">
                <a16:creationId xmlns:a16="http://schemas.microsoft.com/office/drawing/2014/main" id="{DE1819E0-5388-592F-6832-26829B3A84C3}"/>
              </a:ext>
            </a:extLst>
          </p:cNvPr>
          <p:cNvSpPr txBox="1"/>
          <p:nvPr/>
        </p:nvSpPr>
        <p:spPr>
          <a:xfrm>
            <a:off x="5900034" y="1268040"/>
            <a:ext cx="1192253" cy="338554"/>
          </a:xfrm>
          <a:prstGeom prst="rect">
            <a:avLst/>
          </a:prstGeom>
          <a:noFill/>
        </p:spPr>
        <p:txBody>
          <a:bodyPr wrap="square" rtlCol="0">
            <a:spAutoFit/>
          </a:bodyPr>
          <a:lstStyle/>
          <a:p>
            <a:r>
              <a:rPr lang="es-ES" sz="800" dirty="0">
                <a:solidFill>
                  <a:srgbClr val="00B050"/>
                </a:solidFill>
              </a:rPr>
              <a:t>Ammonia – low/ high band</a:t>
            </a:r>
          </a:p>
        </p:txBody>
      </p:sp>
      <p:cxnSp>
        <p:nvCxnSpPr>
          <p:cNvPr id="22" name="Conector: curvado 21">
            <a:extLst>
              <a:ext uri="{FF2B5EF4-FFF2-40B4-BE49-F238E27FC236}">
                <a16:creationId xmlns:a16="http://schemas.microsoft.com/office/drawing/2014/main" id="{070195F8-C858-D18F-AB5C-FB8B1475B43C}"/>
              </a:ext>
            </a:extLst>
          </p:cNvPr>
          <p:cNvCxnSpPr>
            <a:cxnSpLocks/>
          </p:cNvCxnSpPr>
          <p:nvPr/>
        </p:nvCxnSpPr>
        <p:spPr>
          <a:xfrm rot="16200000" flipH="1">
            <a:off x="6576688" y="1562109"/>
            <a:ext cx="466523" cy="389714"/>
          </a:xfrm>
          <a:prstGeom prst="curvedConnector2">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773167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7DE5A-03D9-6550-B1FC-D322AD45C2F9}"/>
            </a:ext>
          </a:extLst>
        </p:cNvPr>
        <p:cNvGrpSpPr/>
        <p:nvPr/>
      </p:nvGrpSpPr>
      <p:grpSpPr>
        <a:xfrm>
          <a:off x="0" y="0"/>
          <a:ext cx="0" cy="0"/>
          <a:chOff x="0" y="0"/>
          <a:chExt cx="0" cy="0"/>
        </a:xfrm>
      </p:grpSpPr>
      <p:sp>
        <p:nvSpPr>
          <p:cNvPr id="2" name="CuadroTexto 1">
            <a:extLst>
              <a:ext uri="{FF2B5EF4-FFF2-40B4-BE49-F238E27FC236}">
                <a16:creationId xmlns:a16="http://schemas.microsoft.com/office/drawing/2014/main" id="{56084C6A-19DB-6940-2709-D9F7CB318E8C}"/>
              </a:ext>
            </a:extLst>
          </p:cNvPr>
          <p:cNvSpPr txBox="1"/>
          <p:nvPr/>
        </p:nvSpPr>
        <p:spPr>
          <a:xfrm>
            <a:off x="399314" y="217743"/>
            <a:ext cx="8013299" cy="553998"/>
          </a:xfrm>
          <a:prstGeom prst="rect">
            <a:avLst/>
          </a:prstGeom>
          <a:noFill/>
        </p:spPr>
        <p:txBody>
          <a:bodyPr wrap="square">
            <a:spAutoFit/>
          </a:bodyPr>
          <a:lstStyle/>
          <a:p>
            <a:r>
              <a:rPr lang="es-ES" sz="1000" b="1" dirty="0">
                <a:solidFill>
                  <a:srgbClr val="5CBDCA"/>
                </a:solidFill>
              </a:rPr>
              <a:t>Resultados</a:t>
            </a:r>
          </a:p>
          <a:p>
            <a:endParaRPr lang="es-ES" sz="1000" b="1" dirty="0">
              <a:solidFill>
                <a:srgbClr val="5CBDCA"/>
              </a:solidFill>
            </a:endParaRPr>
          </a:p>
          <a:p>
            <a:r>
              <a:rPr lang="es-ES" sz="1000" b="1" dirty="0">
                <a:solidFill>
                  <a:srgbClr val="5CBDCA"/>
                </a:solidFill>
              </a:rPr>
              <a:t>1. Almacenamientos de Hidrógeno</a:t>
            </a:r>
          </a:p>
        </p:txBody>
      </p:sp>
      <p:sp>
        <p:nvSpPr>
          <p:cNvPr id="15" name="CuadroTexto 14">
            <a:extLst>
              <a:ext uri="{FF2B5EF4-FFF2-40B4-BE49-F238E27FC236}">
                <a16:creationId xmlns:a16="http://schemas.microsoft.com/office/drawing/2014/main" id="{1D919B35-D81A-8D4A-DF19-330FD3302DE3}"/>
              </a:ext>
            </a:extLst>
          </p:cNvPr>
          <p:cNvSpPr txBox="1"/>
          <p:nvPr/>
        </p:nvSpPr>
        <p:spPr>
          <a:xfrm>
            <a:off x="472438" y="879462"/>
            <a:ext cx="7867049" cy="400110"/>
          </a:xfrm>
          <a:prstGeom prst="rect">
            <a:avLst/>
          </a:prstGeom>
          <a:noFill/>
        </p:spPr>
        <p:txBody>
          <a:bodyPr wrap="square">
            <a:spAutoFit/>
          </a:bodyPr>
          <a:lstStyle/>
          <a:p>
            <a:pPr marL="171450" indent="-171450">
              <a:buFont typeface="Arial" panose="020B0604020202020204" pitchFamily="34" charset="0"/>
              <a:buChar char="•"/>
            </a:pPr>
            <a:r>
              <a:rPr lang="es-ES" sz="1000" dirty="0"/>
              <a:t>El gran impacto de esta sensibilidad se encuentra en reducción de utilización del almacenamiento de hidrógeno en FRh2SW. Se utilizan un 0.5% (135 MWh) en modo descarga. </a:t>
            </a:r>
          </a:p>
        </p:txBody>
      </p:sp>
      <p:pic>
        <p:nvPicPr>
          <p:cNvPr id="12" name="Imagen 11">
            <a:extLst>
              <a:ext uri="{FF2B5EF4-FFF2-40B4-BE49-F238E27FC236}">
                <a16:creationId xmlns:a16="http://schemas.microsoft.com/office/drawing/2014/main" id="{155B4F1B-F553-F8FD-A346-75D21179F063}"/>
              </a:ext>
            </a:extLst>
          </p:cNvPr>
          <p:cNvPicPr>
            <a:picLocks noChangeAspect="1"/>
          </p:cNvPicPr>
          <p:nvPr/>
        </p:nvPicPr>
        <p:blipFill>
          <a:blip r:embed="rId3"/>
          <a:stretch>
            <a:fillRect/>
          </a:stretch>
        </p:blipFill>
        <p:spPr>
          <a:xfrm>
            <a:off x="531482" y="1602541"/>
            <a:ext cx="2721790" cy="2380273"/>
          </a:xfrm>
          <a:prstGeom prst="rect">
            <a:avLst/>
          </a:prstGeom>
        </p:spPr>
      </p:pic>
      <p:pic>
        <p:nvPicPr>
          <p:cNvPr id="16" name="Imagen 15">
            <a:extLst>
              <a:ext uri="{FF2B5EF4-FFF2-40B4-BE49-F238E27FC236}">
                <a16:creationId xmlns:a16="http://schemas.microsoft.com/office/drawing/2014/main" id="{3D477BC4-B083-E571-D90C-2445BE3EBCEA}"/>
              </a:ext>
            </a:extLst>
          </p:cNvPr>
          <p:cNvPicPr>
            <a:picLocks noChangeAspect="1"/>
          </p:cNvPicPr>
          <p:nvPr/>
        </p:nvPicPr>
        <p:blipFill>
          <a:blip r:embed="rId4"/>
          <a:stretch>
            <a:fillRect/>
          </a:stretch>
        </p:blipFill>
        <p:spPr>
          <a:xfrm>
            <a:off x="3627539" y="1602541"/>
            <a:ext cx="4780814" cy="2487054"/>
          </a:xfrm>
          <a:prstGeom prst="rect">
            <a:avLst/>
          </a:prstGeom>
        </p:spPr>
      </p:pic>
    </p:spTree>
    <p:extLst>
      <p:ext uri="{BB962C8B-B14F-4D97-AF65-F5344CB8AC3E}">
        <p14:creationId xmlns:p14="http://schemas.microsoft.com/office/powerpoint/2010/main" val="20022044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F3069-9357-75F1-D232-042C1ED4DCD2}"/>
            </a:ext>
          </a:extLst>
        </p:cNvPr>
        <p:cNvGrpSpPr/>
        <p:nvPr/>
      </p:nvGrpSpPr>
      <p:grpSpPr>
        <a:xfrm>
          <a:off x="0" y="0"/>
          <a:ext cx="0" cy="0"/>
          <a:chOff x="0" y="0"/>
          <a:chExt cx="0" cy="0"/>
        </a:xfrm>
      </p:grpSpPr>
      <p:pic>
        <p:nvPicPr>
          <p:cNvPr id="5" name="Imagen 4">
            <a:extLst>
              <a:ext uri="{FF2B5EF4-FFF2-40B4-BE49-F238E27FC236}">
                <a16:creationId xmlns:a16="http://schemas.microsoft.com/office/drawing/2014/main" id="{370D8C18-0B2E-CD0A-7E1A-8C4FBE350996}"/>
              </a:ext>
            </a:extLst>
          </p:cNvPr>
          <p:cNvPicPr>
            <a:picLocks noChangeAspect="1"/>
          </p:cNvPicPr>
          <p:nvPr/>
        </p:nvPicPr>
        <p:blipFill>
          <a:blip r:embed="rId3"/>
          <a:srcRect b="67863"/>
          <a:stretch>
            <a:fillRect/>
          </a:stretch>
        </p:blipFill>
        <p:spPr>
          <a:xfrm>
            <a:off x="212878" y="274320"/>
            <a:ext cx="5061232" cy="2096086"/>
          </a:xfrm>
          <a:prstGeom prst="rect">
            <a:avLst/>
          </a:prstGeom>
        </p:spPr>
      </p:pic>
      <p:pic>
        <p:nvPicPr>
          <p:cNvPr id="3" name="Imagen 2">
            <a:extLst>
              <a:ext uri="{FF2B5EF4-FFF2-40B4-BE49-F238E27FC236}">
                <a16:creationId xmlns:a16="http://schemas.microsoft.com/office/drawing/2014/main" id="{5F9F48C1-7AFF-C478-41B0-84F71BDC3662}"/>
              </a:ext>
            </a:extLst>
          </p:cNvPr>
          <p:cNvPicPr>
            <a:picLocks noChangeAspect="1"/>
          </p:cNvPicPr>
          <p:nvPr/>
        </p:nvPicPr>
        <p:blipFill>
          <a:blip r:embed="rId4"/>
          <a:srcRect b="68148"/>
          <a:stretch>
            <a:fillRect/>
          </a:stretch>
        </p:blipFill>
        <p:spPr>
          <a:xfrm>
            <a:off x="191776" y="2524334"/>
            <a:ext cx="5106501" cy="2096085"/>
          </a:xfrm>
          <a:prstGeom prst="rect">
            <a:avLst/>
          </a:prstGeom>
        </p:spPr>
      </p:pic>
      <p:pic>
        <p:nvPicPr>
          <p:cNvPr id="15" name="Imagen 14">
            <a:extLst>
              <a:ext uri="{FF2B5EF4-FFF2-40B4-BE49-F238E27FC236}">
                <a16:creationId xmlns:a16="http://schemas.microsoft.com/office/drawing/2014/main" id="{FA77A0E5-87D5-8DFF-F1F5-507F7B3FCB5F}"/>
              </a:ext>
            </a:extLst>
          </p:cNvPr>
          <p:cNvPicPr>
            <a:picLocks noChangeAspect="1"/>
          </p:cNvPicPr>
          <p:nvPr/>
        </p:nvPicPr>
        <p:blipFill>
          <a:blip r:embed="rId5"/>
          <a:stretch>
            <a:fillRect/>
          </a:stretch>
        </p:blipFill>
        <p:spPr>
          <a:xfrm>
            <a:off x="5458956" y="394402"/>
            <a:ext cx="2946022" cy="1940834"/>
          </a:xfrm>
          <a:prstGeom prst="rect">
            <a:avLst/>
          </a:prstGeom>
          <a:ln>
            <a:solidFill>
              <a:schemeClr val="bg2"/>
            </a:solidFill>
          </a:ln>
        </p:spPr>
      </p:pic>
      <p:pic>
        <p:nvPicPr>
          <p:cNvPr id="19" name="Imagen 18">
            <a:extLst>
              <a:ext uri="{FF2B5EF4-FFF2-40B4-BE49-F238E27FC236}">
                <a16:creationId xmlns:a16="http://schemas.microsoft.com/office/drawing/2014/main" id="{137B95C4-0A86-A71A-71BF-FE06F9FA70BA}"/>
              </a:ext>
            </a:extLst>
          </p:cNvPr>
          <p:cNvPicPr>
            <a:picLocks noChangeAspect="1"/>
          </p:cNvPicPr>
          <p:nvPr/>
        </p:nvPicPr>
        <p:blipFill>
          <a:blip r:embed="rId6"/>
          <a:stretch>
            <a:fillRect/>
          </a:stretch>
        </p:blipFill>
        <p:spPr>
          <a:xfrm>
            <a:off x="5458957" y="2657978"/>
            <a:ext cx="2995764" cy="1962442"/>
          </a:xfrm>
          <a:prstGeom prst="rect">
            <a:avLst/>
          </a:prstGeom>
          <a:ln>
            <a:solidFill>
              <a:schemeClr val="bg2"/>
            </a:solidFill>
          </a:ln>
        </p:spPr>
      </p:pic>
    </p:spTree>
    <p:extLst>
      <p:ext uri="{BB962C8B-B14F-4D97-AF65-F5344CB8AC3E}">
        <p14:creationId xmlns:p14="http://schemas.microsoft.com/office/powerpoint/2010/main" val="12376078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A81B6-8770-DDE3-43E5-59FB7A36E2EF}"/>
            </a:ext>
          </a:extLst>
        </p:cNvPr>
        <p:cNvGrpSpPr/>
        <p:nvPr/>
      </p:nvGrpSpPr>
      <p:grpSpPr>
        <a:xfrm>
          <a:off x="0" y="0"/>
          <a:ext cx="0" cy="0"/>
          <a:chOff x="0" y="0"/>
          <a:chExt cx="0" cy="0"/>
        </a:xfrm>
      </p:grpSpPr>
      <p:pic>
        <p:nvPicPr>
          <p:cNvPr id="6" name="Imagen 5">
            <a:extLst>
              <a:ext uri="{FF2B5EF4-FFF2-40B4-BE49-F238E27FC236}">
                <a16:creationId xmlns:a16="http://schemas.microsoft.com/office/drawing/2014/main" id="{FF8D2026-B455-838D-CC80-6D35A9D63244}"/>
              </a:ext>
            </a:extLst>
          </p:cNvPr>
          <p:cNvPicPr>
            <a:picLocks noChangeAspect="1"/>
          </p:cNvPicPr>
          <p:nvPr/>
        </p:nvPicPr>
        <p:blipFill>
          <a:blip r:embed="rId3"/>
          <a:srcRect t="32245" b="35618"/>
          <a:stretch>
            <a:fillRect/>
          </a:stretch>
        </p:blipFill>
        <p:spPr>
          <a:xfrm>
            <a:off x="212878" y="358140"/>
            <a:ext cx="4831562" cy="2000969"/>
          </a:xfrm>
          <a:prstGeom prst="rect">
            <a:avLst/>
          </a:prstGeom>
        </p:spPr>
      </p:pic>
      <p:pic>
        <p:nvPicPr>
          <p:cNvPr id="8" name="Imagen 7">
            <a:extLst>
              <a:ext uri="{FF2B5EF4-FFF2-40B4-BE49-F238E27FC236}">
                <a16:creationId xmlns:a16="http://schemas.microsoft.com/office/drawing/2014/main" id="{38877C4B-B6D0-6EEA-5E97-63C6186452B7}"/>
              </a:ext>
            </a:extLst>
          </p:cNvPr>
          <p:cNvPicPr>
            <a:picLocks noChangeAspect="1"/>
          </p:cNvPicPr>
          <p:nvPr/>
        </p:nvPicPr>
        <p:blipFill>
          <a:blip r:embed="rId4"/>
          <a:srcRect t="32273" b="35590"/>
          <a:stretch>
            <a:fillRect/>
          </a:stretch>
        </p:blipFill>
        <p:spPr>
          <a:xfrm>
            <a:off x="212878" y="2503894"/>
            <a:ext cx="4831562" cy="2000969"/>
          </a:xfrm>
          <a:prstGeom prst="rect">
            <a:avLst/>
          </a:prstGeom>
        </p:spPr>
      </p:pic>
      <p:pic>
        <p:nvPicPr>
          <p:cNvPr id="15" name="Imagen 14">
            <a:extLst>
              <a:ext uri="{FF2B5EF4-FFF2-40B4-BE49-F238E27FC236}">
                <a16:creationId xmlns:a16="http://schemas.microsoft.com/office/drawing/2014/main" id="{60A18BBF-85E9-AEC8-FDF9-68925357CBC3}"/>
              </a:ext>
            </a:extLst>
          </p:cNvPr>
          <p:cNvPicPr>
            <a:picLocks noChangeAspect="1"/>
          </p:cNvPicPr>
          <p:nvPr/>
        </p:nvPicPr>
        <p:blipFill>
          <a:blip r:embed="rId5"/>
          <a:stretch>
            <a:fillRect/>
          </a:stretch>
        </p:blipFill>
        <p:spPr>
          <a:xfrm>
            <a:off x="5177926" y="463572"/>
            <a:ext cx="3189901" cy="1845586"/>
          </a:xfrm>
          <a:prstGeom prst="rect">
            <a:avLst/>
          </a:prstGeom>
        </p:spPr>
      </p:pic>
      <p:pic>
        <p:nvPicPr>
          <p:cNvPr id="18" name="Imagen 17">
            <a:extLst>
              <a:ext uri="{FF2B5EF4-FFF2-40B4-BE49-F238E27FC236}">
                <a16:creationId xmlns:a16="http://schemas.microsoft.com/office/drawing/2014/main" id="{D4F22EB9-4F2E-90FD-6B63-0D996080FA45}"/>
              </a:ext>
            </a:extLst>
          </p:cNvPr>
          <p:cNvPicPr>
            <a:picLocks noChangeAspect="1"/>
          </p:cNvPicPr>
          <p:nvPr/>
        </p:nvPicPr>
        <p:blipFill>
          <a:blip r:embed="rId6"/>
          <a:stretch>
            <a:fillRect/>
          </a:stretch>
        </p:blipFill>
        <p:spPr>
          <a:xfrm>
            <a:off x="5177926" y="2604445"/>
            <a:ext cx="3189901" cy="1845586"/>
          </a:xfrm>
          <a:prstGeom prst="rect">
            <a:avLst/>
          </a:prstGeom>
        </p:spPr>
      </p:pic>
    </p:spTree>
    <p:extLst>
      <p:ext uri="{BB962C8B-B14F-4D97-AF65-F5344CB8AC3E}">
        <p14:creationId xmlns:p14="http://schemas.microsoft.com/office/powerpoint/2010/main" val="377459344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084D0-E06F-5EF9-C4F6-EFBEF9A90D57}"/>
            </a:ext>
          </a:extLst>
        </p:cNvPr>
        <p:cNvGrpSpPr/>
        <p:nvPr/>
      </p:nvGrpSpPr>
      <p:grpSpPr>
        <a:xfrm>
          <a:off x="0" y="0"/>
          <a:ext cx="0" cy="0"/>
          <a:chOff x="0" y="0"/>
          <a:chExt cx="0" cy="0"/>
        </a:xfrm>
      </p:grpSpPr>
      <p:graphicFrame>
        <p:nvGraphicFramePr>
          <p:cNvPr id="16" name="Tabla 15">
            <a:extLst>
              <a:ext uri="{FF2B5EF4-FFF2-40B4-BE49-F238E27FC236}">
                <a16:creationId xmlns:a16="http://schemas.microsoft.com/office/drawing/2014/main" id="{B090616F-4A61-7837-B820-10DB277851D3}"/>
              </a:ext>
            </a:extLst>
          </p:cNvPr>
          <p:cNvGraphicFramePr>
            <a:graphicFrameLocks noGrp="1"/>
          </p:cNvGraphicFramePr>
          <p:nvPr>
            <p:extLst>
              <p:ext uri="{D42A27DB-BD31-4B8C-83A1-F6EECF244321}">
                <p14:modId xmlns:p14="http://schemas.microsoft.com/office/powerpoint/2010/main" val="2998435085"/>
              </p:ext>
            </p:extLst>
          </p:nvPr>
        </p:nvGraphicFramePr>
        <p:xfrm>
          <a:off x="4814844" y="3704755"/>
          <a:ext cx="3565292" cy="464820"/>
        </p:xfrm>
        <a:graphic>
          <a:graphicData uri="http://schemas.openxmlformats.org/drawingml/2006/table">
            <a:tbl>
              <a:tblPr>
                <a:tableStyleId>{9D7B26C5-4107-4FEC-AEDC-1716B250A1EF}</a:tableStyleId>
              </a:tblPr>
              <a:tblGrid>
                <a:gridCol w="534565">
                  <a:extLst>
                    <a:ext uri="{9D8B030D-6E8A-4147-A177-3AD203B41FA5}">
                      <a16:colId xmlns:a16="http://schemas.microsoft.com/office/drawing/2014/main" val="1330702104"/>
                    </a:ext>
                  </a:extLst>
                </a:gridCol>
                <a:gridCol w="687064">
                  <a:extLst>
                    <a:ext uri="{9D8B030D-6E8A-4147-A177-3AD203B41FA5}">
                      <a16:colId xmlns:a16="http://schemas.microsoft.com/office/drawing/2014/main" val="2138787485"/>
                    </a:ext>
                  </a:extLst>
                </a:gridCol>
                <a:gridCol w="687064">
                  <a:extLst>
                    <a:ext uri="{9D8B030D-6E8A-4147-A177-3AD203B41FA5}">
                      <a16:colId xmlns:a16="http://schemas.microsoft.com/office/drawing/2014/main" val="4069116347"/>
                    </a:ext>
                  </a:extLst>
                </a:gridCol>
                <a:gridCol w="680006">
                  <a:extLst>
                    <a:ext uri="{9D8B030D-6E8A-4147-A177-3AD203B41FA5}">
                      <a16:colId xmlns:a16="http://schemas.microsoft.com/office/drawing/2014/main" val="295628490"/>
                    </a:ext>
                  </a:extLst>
                </a:gridCol>
                <a:gridCol w="396484">
                  <a:extLst>
                    <a:ext uri="{9D8B030D-6E8A-4147-A177-3AD203B41FA5}">
                      <a16:colId xmlns:a16="http://schemas.microsoft.com/office/drawing/2014/main" val="461530272"/>
                    </a:ext>
                  </a:extLst>
                </a:gridCol>
                <a:gridCol w="580109">
                  <a:extLst>
                    <a:ext uri="{9D8B030D-6E8A-4147-A177-3AD203B41FA5}">
                      <a16:colId xmlns:a16="http://schemas.microsoft.com/office/drawing/2014/main" val="1909422019"/>
                    </a:ext>
                  </a:extLst>
                </a:gridCol>
              </a:tblGrid>
              <a:tr h="184150">
                <a:tc>
                  <a:txBody>
                    <a:bodyPr/>
                    <a:lstStyle/>
                    <a:p>
                      <a:pPr algn="ctr" fontAlgn="b">
                        <a:buNone/>
                      </a:pPr>
                      <a:r>
                        <a:rPr lang="es-ES" sz="600" b="0" u="none" strike="noStrike" dirty="0">
                          <a:solidFill>
                            <a:srgbClr val="000000"/>
                          </a:solidFill>
                          <a:effectLst/>
                        </a:rPr>
                        <a:t>Electrolizadores SRES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Electrolizadores Emarket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marL="0" algn="ctr" defTabSz="914400" rtl="0" eaLnBrk="1" fontAlgn="b" latinLnBrk="0" hangingPunct="1">
                        <a:buNone/>
                      </a:pPr>
                      <a:r>
                        <a:rPr lang="es-ES" sz="600" b="0" u="none" strike="noStrike" kern="1200" dirty="0">
                          <a:solidFill>
                            <a:srgbClr val="000000"/>
                          </a:solidFill>
                          <a:effectLst/>
                          <a:latin typeface="+mn-lt"/>
                          <a:ea typeface="+mn-ea"/>
                          <a:cs typeface="+mn-cs"/>
                        </a:rPr>
                        <a:t>Importación H2 Marruecos </a:t>
                      </a:r>
                    </a:p>
                  </a:txBody>
                  <a:tcPr marL="6350" marR="6350" marT="6350" marB="0" anchor="ctr"/>
                </a:tc>
                <a:tc>
                  <a:txBody>
                    <a:bodyPr/>
                    <a:lstStyle/>
                    <a:p>
                      <a:pPr algn="ctr" fontAlgn="b">
                        <a:buNone/>
                      </a:pPr>
                      <a:r>
                        <a:rPr lang="es-ES" sz="600" b="0" u="none" strike="noStrike" dirty="0">
                          <a:solidFill>
                            <a:srgbClr val="000000"/>
                          </a:solidFill>
                          <a:effectLst/>
                        </a:rPr>
                        <a:t>Almacenamientos de Hidrógeno - ESh2</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Importación H2 Portugal</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b="0" u="none" strike="noStrike" dirty="0">
                          <a:solidFill>
                            <a:srgbClr val="000000"/>
                          </a:solidFill>
                          <a:effectLst/>
                        </a:rPr>
                        <a:t>Importación H2 BarMar FRh2S</a:t>
                      </a:r>
                      <a:endParaRPr lang="es-ES" sz="6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2385642373"/>
                  </a:ext>
                </a:extLst>
              </a:tr>
              <a:tr h="184150">
                <a:tc>
                  <a:txBody>
                    <a:bodyPr/>
                    <a:lstStyle/>
                    <a:p>
                      <a:pPr algn="ctr" fontAlgn="b">
                        <a:buNone/>
                      </a:pPr>
                      <a:r>
                        <a:rPr lang="es-ES" sz="800" b="0" i="0" u="none" strike="noStrike" dirty="0">
                          <a:solidFill>
                            <a:srgbClr val="000000"/>
                          </a:solidFill>
                          <a:effectLst/>
                          <a:latin typeface="+mj-lt"/>
                        </a:rPr>
                        <a:t>- 70</a:t>
                      </a:r>
                    </a:p>
                  </a:txBody>
                  <a:tcPr marL="6350" marR="6350" marT="6350" marB="0" anchor="ctr"/>
                </a:tc>
                <a:tc>
                  <a:txBody>
                    <a:bodyPr/>
                    <a:lstStyle/>
                    <a:p>
                      <a:pPr algn="ctr" fontAlgn="b">
                        <a:buNone/>
                      </a:pPr>
                      <a:r>
                        <a:rPr lang="es-ES" sz="800" b="0" i="0" u="none" strike="noStrike" dirty="0">
                          <a:solidFill>
                            <a:srgbClr val="000000"/>
                          </a:solidFill>
                          <a:effectLst/>
                          <a:latin typeface="+mj-lt"/>
                        </a:rPr>
                        <a:t>- 8</a:t>
                      </a:r>
                    </a:p>
                  </a:txBody>
                  <a:tcPr marL="6350" marR="6350" marT="6350" marB="0" anchor="ctr"/>
                </a:tc>
                <a:tc>
                  <a:txBody>
                    <a:bodyPr/>
                    <a:lstStyle/>
                    <a:p>
                      <a:pPr algn="ctr" fontAlgn="b">
                        <a:buNone/>
                      </a:pPr>
                      <a:r>
                        <a:rPr lang="es-ES" sz="800" b="0" i="0" u="none" strike="noStrike" dirty="0">
                          <a:solidFill>
                            <a:srgbClr val="000000"/>
                          </a:solidFill>
                          <a:effectLst/>
                          <a:latin typeface="+mj-lt"/>
                        </a:rPr>
                        <a:t>0</a:t>
                      </a:r>
                    </a:p>
                  </a:txBody>
                  <a:tcPr marL="6350" marR="6350" marT="6350" marB="0" anchor="ctr"/>
                </a:tc>
                <a:tc>
                  <a:txBody>
                    <a:bodyPr/>
                    <a:lstStyle/>
                    <a:p>
                      <a:pPr algn="ctr" fontAlgn="b">
                        <a:buNone/>
                      </a:pPr>
                      <a:r>
                        <a:rPr lang="es-ES" sz="800" b="0" i="0" u="none" strike="noStrike" dirty="0">
                          <a:solidFill>
                            <a:srgbClr val="000000"/>
                          </a:solidFill>
                          <a:effectLst/>
                          <a:latin typeface="+mj-lt"/>
                        </a:rPr>
                        <a:t>- 7</a:t>
                      </a:r>
                    </a:p>
                  </a:txBody>
                  <a:tcPr marL="6350" marR="6350" marT="6350" marB="0" anchor="ctr"/>
                </a:tc>
                <a:tc>
                  <a:txBody>
                    <a:bodyPr/>
                    <a:lstStyle/>
                    <a:p>
                      <a:pPr algn="ctr" fontAlgn="b">
                        <a:buNone/>
                      </a:pPr>
                      <a:r>
                        <a:rPr lang="es-ES" sz="800" b="0" i="0" u="none" strike="noStrike">
                          <a:solidFill>
                            <a:srgbClr val="000000"/>
                          </a:solidFill>
                          <a:effectLst/>
                          <a:latin typeface="+mj-lt"/>
                        </a:rPr>
                        <a:t>0</a:t>
                      </a:r>
                    </a:p>
                  </a:txBody>
                  <a:tcPr marL="6350" marR="6350" marT="6350" marB="0" anchor="ctr"/>
                </a:tc>
                <a:tc>
                  <a:txBody>
                    <a:bodyPr/>
                    <a:lstStyle/>
                    <a:p>
                      <a:pPr algn="ctr" fontAlgn="b">
                        <a:buNone/>
                      </a:pPr>
                      <a:r>
                        <a:rPr lang="es-ES" sz="800" b="0" i="0" u="none" strike="noStrike" dirty="0">
                          <a:solidFill>
                            <a:srgbClr val="000000"/>
                          </a:solidFill>
                          <a:effectLst/>
                          <a:latin typeface="+mj-lt"/>
                        </a:rPr>
                        <a:t>1</a:t>
                      </a:r>
                    </a:p>
                  </a:txBody>
                  <a:tcPr marL="6350" marR="6350" marT="6350" marB="0" anchor="ctr"/>
                </a:tc>
                <a:extLst>
                  <a:ext uri="{0D108BD9-81ED-4DB2-BD59-A6C34878D82A}">
                    <a16:rowId xmlns:a16="http://schemas.microsoft.com/office/drawing/2014/main" val="1596910548"/>
                  </a:ext>
                </a:extLst>
              </a:tr>
            </a:tbl>
          </a:graphicData>
        </a:graphic>
      </p:graphicFrame>
      <p:sp>
        <p:nvSpPr>
          <p:cNvPr id="18" name="CuadroTexto 17">
            <a:extLst>
              <a:ext uri="{FF2B5EF4-FFF2-40B4-BE49-F238E27FC236}">
                <a16:creationId xmlns:a16="http://schemas.microsoft.com/office/drawing/2014/main" id="{AACFBF92-5EDA-D471-789D-6C0485880C9E}"/>
              </a:ext>
            </a:extLst>
          </p:cNvPr>
          <p:cNvSpPr txBox="1"/>
          <p:nvPr/>
        </p:nvSpPr>
        <p:spPr>
          <a:xfrm>
            <a:off x="7315199" y="3504700"/>
            <a:ext cx="984739" cy="200055"/>
          </a:xfrm>
          <a:prstGeom prst="rect">
            <a:avLst/>
          </a:prstGeom>
          <a:noFill/>
        </p:spPr>
        <p:txBody>
          <a:bodyPr wrap="square">
            <a:spAutoFit/>
          </a:bodyPr>
          <a:lstStyle/>
          <a:p>
            <a:pPr algn="r"/>
            <a:r>
              <a:rPr lang="es-ES" sz="700" i="1" dirty="0">
                <a:solidFill>
                  <a:schemeClr val="tx1">
                    <a:lumMod val="50000"/>
                    <a:lumOff val="50000"/>
                  </a:schemeClr>
                </a:solidFill>
              </a:rPr>
              <a:t>Unidades en GWh</a:t>
            </a:r>
          </a:p>
        </p:txBody>
      </p:sp>
      <p:pic>
        <p:nvPicPr>
          <p:cNvPr id="10" name="Imagen 9">
            <a:extLst>
              <a:ext uri="{FF2B5EF4-FFF2-40B4-BE49-F238E27FC236}">
                <a16:creationId xmlns:a16="http://schemas.microsoft.com/office/drawing/2014/main" id="{9BF5FCC0-BA87-8E9F-E012-AA77A524DF77}"/>
              </a:ext>
            </a:extLst>
          </p:cNvPr>
          <p:cNvPicPr>
            <a:picLocks noChangeAspect="1"/>
          </p:cNvPicPr>
          <p:nvPr/>
        </p:nvPicPr>
        <p:blipFill>
          <a:blip r:embed="rId3"/>
          <a:srcRect b="15156"/>
          <a:stretch>
            <a:fillRect/>
          </a:stretch>
        </p:blipFill>
        <p:spPr>
          <a:xfrm>
            <a:off x="182019" y="457123"/>
            <a:ext cx="4450942" cy="1874597"/>
          </a:xfrm>
          <a:prstGeom prst="rect">
            <a:avLst/>
          </a:prstGeom>
        </p:spPr>
      </p:pic>
      <p:pic>
        <p:nvPicPr>
          <p:cNvPr id="4" name="Imagen 3">
            <a:extLst>
              <a:ext uri="{FF2B5EF4-FFF2-40B4-BE49-F238E27FC236}">
                <a16:creationId xmlns:a16="http://schemas.microsoft.com/office/drawing/2014/main" id="{D2368360-AE67-3BC2-4E1D-31A5408EF280}"/>
              </a:ext>
            </a:extLst>
          </p:cNvPr>
          <p:cNvPicPr>
            <a:picLocks noChangeAspect="1"/>
          </p:cNvPicPr>
          <p:nvPr/>
        </p:nvPicPr>
        <p:blipFill>
          <a:blip r:embed="rId4"/>
          <a:stretch>
            <a:fillRect/>
          </a:stretch>
        </p:blipFill>
        <p:spPr>
          <a:xfrm>
            <a:off x="4725269" y="661181"/>
            <a:ext cx="3654867" cy="2682225"/>
          </a:xfrm>
          <a:prstGeom prst="rect">
            <a:avLst/>
          </a:prstGeom>
        </p:spPr>
      </p:pic>
      <p:pic>
        <p:nvPicPr>
          <p:cNvPr id="7" name="Imagen 6">
            <a:extLst>
              <a:ext uri="{FF2B5EF4-FFF2-40B4-BE49-F238E27FC236}">
                <a16:creationId xmlns:a16="http://schemas.microsoft.com/office/drawing/2014/main" id="{2AC26180-6239-D7AE-A042-6DE8EECA7570}"/>
              </a:ext>
            </a:extLst>
          </p:cNvPr>
          <p:cNvPicPr>
            <a:picLocks noChangeAspect="1"/>
          </p:cNvPicPr>
          <p:nvPr/>
        </p:nvPicPr>
        <p:blipFill>
          <a:blip r:embed="rId5"/>
          <a:srcRect b="15022"/>
          <a:stretch>
            <a:fillRect/>
          </a:stretch>
        </p:blipFill>
        <p:spPr>
          <a:xfrm>
            <a:off x="182017" y="2571750"/>
            <a:ext cx="4450941" cy="1752723"/>
          </a:xfrm>
          <a:prstGeom prst="rect">
            <a:avLst/>
          </a:prstGeom>
        </p:spPr>
      </p:pic>
    </p:spTree>
    <p:extLst>
      <p:ext uri="{BB962C8B-B14F-4D97-AF65-F5344CB8AC3E}">
        <p14:creationId xmlns:p14="http://schemas.microsoft.com/office/powerpoint/2010/main" val="35726979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170F4-CCFF-13DE-69BD-213317798373}"/>
            </a:ext>
          </a:extLst>
        </p:cNvPr>
        <p:cNvGrpSpPr/>
        <p:nvPr/>
      </p:nvGrpSpPr>
      <p:grpSpPr>
        <a:xfrm>
          <a:off x="0" y="0"/>
          <a:ext cx="0" cy="0"/>
          <a:chOff x="0" y="0"/>
          <a:chExt cx="0" cy="0"/>
        </a:xfrm>
      </p:grpSpPr>
      <p:sp>
        <p:nvSpPr>
          <p:cNvPr id="2" name="Marcador de texto 8">
            <a:extLst>
              <a:ext uri="{FF2B5EF4-FFF2-40B4-BE49-F238E27FC236}">
                <a16:creationId xmlns:a16="http://schemas.microsoft.com/office/drawing/2014/main" id="{7F269901-4B5D-D6EC-F725-9AACA636D540}"/>
              </a:ext>
            </a:extLst>
          </p:cNvPr>
          <p:cNvSpPr txBox="1">
            <a:spLocks/>
          </p:cNvSpPr>
          <p:nvPr/>
        </p:nvSpPr>
        <p:spPr>
          <a:xfrm>
            <a:off x="547928" y="512118"/>
            <a:ext cx="7393284" cy="24983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50000"/>
              </a:lnSpc>
              <a:buNone/>
            </a:pPr>
            <a:r>
              <a:rPr lang="es-ES" b="1" dirty="0">
                <a:solidFill>
                  <a:srgbClr val="5CBDCA"/>
                </a:solidFill>
              </a:rPr>
              <a:t>Conclusiones</a:t>
            </a:r>
          </a:p>
          <a:p>
            <a:pPr marL="171450" indent="-171450" algn="just">
              <a:lnSpc>
                <a:spcPct val="150000"/>
              </a:lnSpc>
            </a:pPr>
            <a:r>
              <a:rPr lang="es-ES" dirty="0"/>
              <a:t>Para las 168 h, en el nodo de FRh2SW, tenemos flujos de Ammonia Low Band a máxima capacidad </a:t>
            </a:r>
          </a:p>
          <a:p>
            <a:pPr marL="0" indent="0" algn="just">
              <a:lnSpc>
                <a:spcPct val="150000"/>
              </a:lnSpc>
              <a:buNone/>
            </a:pPr>
            <a:r>
              <a:rPr lang="es-ES" dirty="0">
                <a:solidFill>
                  <a:srgbClr val="0070C0"/>
                </a:solidFill>
              </a:rPr>
              <a:t>Sí, al tener precio 0, hay flujo de Ammonia Low Band a todas horas y a máxima capacidad</a:t>
            </a:r>
          </a:p>
          <a:p>
            <a:pPr marL="171450" indent="-171450" algn="just">
              <a:lnSpc>
                <a:spcPct val="150000"/>
              </a:lnSpc>
            </a:pPr>
            <a:r>
              <a:rPr lang="es-ES" dirty="0"/>
              <a:t>Reducción de las Exportaciones de España a Francia</a:t>
            </a:r>
            <a:endParaRPr lang="es-ES" b="1" dirty="0">
              <a:solidFill>
                <a:srgbClr val="0070C0"/>
              </a:solidFill>
            </a:endParaRPr>
          </a:p>
          <a:p>
            <a:pPr marL="171450" indent="-171450" algn="just">
              <a:lnSpc>
                <a:spcPct val="150000"/>
              </a:lnSpc>
            </a:pPr>
            <a:r>
              <a:rPr lang="es-ES" dirty="0"/>
              <a:t>Reducción de la utilización de los almacenamientos de hidrógeno en FRh2SW</a:t>
            </a:r>
          </a:p>
        </p:txBody>
      </p:sp>
      <p:pic>
        <p:nvPicPr>
          <p:cNvPr id="9" name="Gráfico 8" descr="Casilla marcada con relleno sólido">
            <a:extLst>
              <a:ext uri="{FF2B5EF4-FFF2-40B4-BE49-F238E27FC236}">
                <a16:creationId xmlns:a16="http://schemas.microsoft.com/office/drawing/2014/main" id="{3E03B5DD-82BB-C93E-32CC-B37654DB08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34898" y="1573773"/>
            <a:ext cx="257993" cy="257993"/>
          </a:xfrm>
          <a:prstGeom prst="rect">
            <a:avLst/>
          </a:prstGeom>
        </p:spPr>
      </p:pic>
      <p:pic>
        <p:nvPicPr>
          <p:cNvPr id="10" name="Gráfico 9" descr="Casilla marcada con relleno sólido">
            <a:extLst>
              <a:ext uri="{FF2B5EF4-FFF2-40B4-BE49-F238E27FC236}">
                <a16:creationId xmlns:a16="http://schemas.microsoft.com/office/drawing/2014/main" id="{2369344E-992C-EA7B-1DD9-DEEB13874C5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44570" y="1315780"/>
            <a:ext cx="257993" cy="257993"/>
          </a:xfrm>
          <a:prstGeom prst="rect">
            <a:avLst/>
          </a:prstGeom>
        </p:spPr>
      </p:pic>
      <p:pic>
        <p:nvPicPr>
          <p:cNvPr id="11" name="Gráfico 10" descr="Casilla marcada con relleno sólido">
            <a:extLst>
              <a:ext uri="{FF2B5EF4-FFF2-40B4-BE49-F238E27FC236}">
                <a16:creationId xmlns:a16="http://schemas.microsoft.com/office/drawing/2014/main" id="{C422759A-A8C2-E090-7B2A-6BA71DE034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85452" y="790042"/>
            <a:ext cx="257993" cy="257993"/>
          </a:xfrm>
          <a:prstGeom prst="rect">
            <a:avLst/>
          </a:prstGeom>
        </p:spPr>
      </p:pic>
      <p:sp>
        <p:nvSpPr>
          <p:cNvPr id="3" name="CuadroTexto 2">
            <a:extLst>
              <a:ext uri="{FF2B5EF4-FFF2-40B4-BE49-F238E27FC236}">
                <a16:creationId xmlns:a16="http://schemas.microsoft.com/office/drawing/2014/main" id="{1624EF70-CE72-E4C7-A1F6-0E0A1D62BA30}"/>
              </a:ext>
            </a:extLst>
          </p:cNvPr>
          <p:cNvSpPr txBox="1"/>
          <p:nvPr/>
        </p:nvSpPr>
        <p:spPr>
          <a:xfrm>
            <a:off x="3174912" y="4025067"/>
            <a:ext cx="984739" cy="200055"/>
          </a:xfrm>
          <a:prstGeom prst="rect">
            <a:avLst/>
          </a:prstGeom>
          <a:noFill/>
        </p:spPr>
        <p:txBody>
          <a:bodyPr wrap="square">
            <a:spAutoFit/>
          </a:bodyPr>
          <a:lstStyle/>
          <a:p>
            <a:pPr algn="r"/>
            <a:r>
              <a:rPr lang="es-ES" sz="700" i="1" dirty="0">
                <a:solidFill>
                  <a:schemeClr val="tx1">
                    <a:lumMod val="50000"/>
                    <a:lumOff val="50000"/>
                  </a:schemeClr>
                </a:solidFill>
              </a:rPr>
              <a:t>Unidades en GWh</a:t>
            </a:r>
          </a:p>
        </p:txBody>
      </p:sp>
      <p:graphicFrame>
        <p:nvGraphicFramePr>
          <p:cNvPr id="4" name="Tabla 3">
            <a:extLst>
              <a:ext uri="{FF2B5EF4-FFF2-40B4-BE49-F238E27FC236}">
                <a16:creationId xmlns:a16="http://schemas.microsoft.com/office/drawing/2014/main" id="{3AC184E1-0DB4-D848-CC74-B20994061447}"/>
              </a:ext>
            </a:extLst>
          </p:cNvPr>
          <p:cNvGraphicFramePr>
            <a:graphicFrameLocks noGrp="1"/>
          </p:cNvGraphicFramePr>
          <p:nvPr>
            <p:extLst>
              <p:ext uri="{D42A27DB-BD31-4B8C-83A1-F6EECF244321}">
                <p14:modId xmlns:p14="http://schemas.microsoft.com/office/powerpoint/2010/main" val="2283508469"/>
              </p:ext>
            </p:extLst>
          </p:nvPr>
        </p:nvGraphicFramePr>
        <p:xfrm>
          <a:off x="923978" y="4225121"/>
          <a:ext cx="3163807" cy="476417"/>
        </p:xfrm>
        <a:graphic>
          <a:graphicData uri="http://schemas.openxmlformats.org/drawingml/2006/table">
            <a:tbl>
              <a:tblPr>
                <a:tableStyleId>{9D7B26C5-4107-4FEC-AEDC-1716B250A1EF}</a:tableStyleId>
              </a:tblPr>
              <a:tblGrid>
                <a:gridCol w="710377">
                  <a:extLst>
                    <a:ext uri="{9D8B030D-6E8A-4147-A177-3AD203B41FA5}">
                      <a16:colId xmlns:a16="http://schemas.microsoft.com/office/drawing/2014/main" val="1673448710"/>
                    </a:ext>
                  </a:extLst>
                </a:gridCol>
                <a:gridCol w="835350">
                  <a:extLst>
                    <a:ext uri="{9D8B030D-6E8A-4147-A177-3AD203B41FA5}">
                      <a16:colId xmlns:a16="http://schemas.microsoft.com/office/drawing/2014/main" val="3002105970"/>
                    </a:ext>
                  </a:extLst>
                </a:gridCol>
                <a:gridCol w="809040">
                  <a:extLst>
                    <a:ext uri="{9D8B030D-6E8A-4147-A177-3AD203B41FA5}">
                      <a16:colId xmlns:a16="http://schemas.microsoft.com/office/drawing/2014/main" val="1026634557"/>
                    </a:ext>
                  </a:extLst>
                </a:gridCol>
                <a:gridCol w="809040">
                  <a:extLst>
                    <a:ext uri="{9D8B030D-6E8A-4147-A177-3AD203B41FA5}">
                      <a16:colId xmlns:a16="http://schemas.microsoft.com/office/drawing/2014/main" val="4126369618"/>
                    </a:ext>
                  </a:extLst>
                </a:gridCol>
              </a:tblGrid>
              <a:tr h="241449">
                <a:tc>
                  <a:txBody>
                    <a:bodyPr/>
                    <a:lstStyle/>
                    <a:p>
                      <a:pPr algn="ctr" fontAlgn="b">
                        <a:buNone/>
                      </a:pPr>
                      <a:r>
                        <a:rPr lang="es-ES" sz="600" u="none" strike="noStrike" dirty="0">
                          <a:effectLst/>
                        </a:rPr>
                        <a:t>Generador h2 FRh2SW</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Descarga Almacenamiento</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Importaciones Irún Larrao</a:t>
                      </a:r>
                      <a:endParaRPr lang="es-ES" sz="6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600" u="none" strike="noStrike" dirty="0">
                          <a:effectLst/>
                        </a:rPr>
                        <a:t>Ammonia LowBand FRh2SW</a:t>
                      </a:r>
                      <a:endParaRPr lang="es-ES" sz="6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2361080653"/>
                  </a:ext>
                </a:extLst>
              </a:tr>
              <a:tr h="234968">
                <a:tc>
                  <a:txBody>
                    <a:bodyPr/>
                    <a:lstStyle/>
                    <a:p>
                      <a:pPr algn="ctr" fontAlgn="b">
                        <a:buNone/>
                      </a:pPr>
                      <a:r>
                        <a:rPr lang="es-ES" sz="800" u="none" strike="noStrike" dirty="0">
                          <a:effectLst/>
                        </a:rPr>
                        <a:t>- 32</a:t>
                      </a:r>
                      <a:endParaRPr lang="es-ES" sz="8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800" u="none" strike="noStrike" dirty="0">
                          <a:effectLst/>
                        </a:rPr>
                        <a:t>- 23</a:t>
                      </a:r>
                      <a:endParaRPr lang="es-ES" sz="8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800" u="none" strike="noStrike" dirty="0">
                          <a:effectLst/>
                        </a:rPr>
                        <a:t>- 10</a:t>
                      </a:r>
                      <a:endParaRPr lang="es-ES" sz="800" b="0" i="0" u="none" strike="noStrike" dirty="0">
                        <a:solidFill>
                          <a:srgbClr val="000000"/>
                        </a:solidFill>
                        <a:effectLst/>
                        <a:latin typeface="Aptos Narrow" panose="020B0004020202020204" pitchFamily="34" charset="0"/>
                      </a:endParaRPr>
                    </a:p>
                  </a:txBody>
                  <a:tcPr marL="6350" marR="6350" marT="6350" marB="0" anchor="ctr"/>
                </a:tc>
                <a:tc>
                  <a:txBody>
                    <a:bodyPr/>
                    <a:lstStyle/>
                    <a:p>
                      <a:pPr algn="ctr" fontAlgn="b">
                        <a:buNone/>
                      </a:pPr>
                      <a:r>
                        <a:rPr lang="es-ES" sz="800" u="none" strike="noStrike" dirty="0">
                          <a:effectLst/>
                        </a:rPr>
                        <a:t>+ 124</a:t>
                      </a:r>
                      <a:endParaRPr lang="es-ES" sz="800" b="0" i="0" u="none" strike="noStrike" dirty="0">
                        <a:solidFill>
                          <a:srgbClr val="000000"/>
                        </a:solidFill>
                        <a:effectLst/>
                        <a:latin typeface="Aptos Narrow" panose="020B0004020202020204" pitchFamily="34" charset="0"/>
                      </a:endParaRPr>
                    </a:p>
                  </a:txBody>
                  <a:tcPr marL="6350" marR="6350" marT="6350" marB="0" anchor="ctr"/>
                </a:tc>
                <a:extLst>
                  <a:ext uri="{0D108BD9-81ED-4DB2-BD59-A6C34878D82A}">
                    <a16:rowId xmlns:a16="http://schemas.microsoft.com/office/drawing/2014/main" val="3645808232"/>
                  </a:ext>
                </a:extLst>
              </a:tr>
            </a:tbl>
          </a:graphicData>
        </a:graphic>
      </p:graphicFrame>
      <p:pic>
        <p:nvPicPr>
          <p:cNvPr id="6" name="Imagen 5">
            <a:extLst>
              <a:ext uri="{FF2B5EF4-FFF2-40B4-BE49-F238E27FC236}">
                <a16:creationId xmlns:a16="http://schemas.microsoft.com/office/drawing/2014/main" id="{18A4B751-8DC0-0D10-4ABF-BA3BB1EB67E0}"/>
              </a:ext>
            </a:extLst>
          </p:cNvPr>
          <p:cNvPicPr>
            <a:picLocks noChangeAspect="1"/>
          </p:cNvPicPr>
          <p:nvPr/>
        </p:nvPicPr>
        <p:blipFill>
          <a:blip r:embed="rId4"/>
          <a:stretch>
            <a:fillRect/>
          </a:stretch>
        </p:blipFill>
        <p:spPr>
          <a:xfrm>
            <a:off x="842219" y="1961973"/>
            <a:ext cx="3317432" cy="1990460"/>
          </a:xfrm>
          <a:prstGeom prst="rect">
            <a:avLst/>
          </a:prstGeom>
          <a:ln>
            <a:solidFill>
              <a:schemeClr val="bg2"/>
            </a:solidFill>
          </a:ln>
        </p:spPr>
      </p:pic>
      <p:pic>
        <p:nvPicPr>
          <p:cNvPr id="13" name="Imagen 12">
            <a:extLst>
              <a:ext uri="{FF2B5EF4-FFF2-40B4-BE49-F238E27FC236}">
                <a16:creationId xmlns:a16="http://schemas.microsoft.com/office/drawing/2014/main" id="{6B5452B1-D13D-5228-7AC4-B4B9A13C2681}"/>
              </a:ext>
            </a:extLst>
          </p:cNvPr>
          <p:cNvPicPr>
            <a:picLocks noChangeAspect="1"/>
          </p:cNvPicPr>
          <p:nvPr/>
        </p:nvPicPr>
        <p:blipFill>
          <a:blip r:embed="rId5"/>
          <a:stretch>
            <a:fillRect/>
          </a:stretch>
        </p:blipFill>
        <p:spPr>
          <a:xfrm>
            <a:off x="4448552" y="1961973"/>
            <a:ext cx="3806949" cy="1983587"/>
          </a:xfrm>
          <a:prstGeom prst="rect">
            <a:avLst/>
          </a:prstGeom>
          <a:ln>
            <a:solidFill>
              <a:schemeClr val="bg2"/>
            </a:solidFill>
          </a:ln>
        </p:spPr>
      </p:pic>
      <p:graphicFrame>
        <p:nvGraphicFramePr>
          <p:cNvPr id="14" name="Tabla 13">
            <a:extLst>
              <a:ext uri="{FF2B5EF4-FFF2-40B4-BE49-F238E27FC236}">
                <a16:creationId xmlns:a16="http://schemas.microsoft.com/office/drawing/2014/main" id="{C3F9AB13-65EC-CF11-B6E1-BF15B48DBB30}"/>
              </a:ext>
            </a:extLst>
          </p:cNvPr>
          <p:cNvGraphicFramePr>
            <a:graphicFrameLocks noGrp="1"/>
          </p:cNvGraphicFramePr>
          <p:nvPr>
            <p:extLst>
              <p:ext uri="{D42A27DB-BD31-4B8C-83A1-F6EECF244321}">
                <p14:modId xmlns:p14="http://schemas.microsoft.com/office/powerpoint/2010/main" val="3100254076"/>
              </p:ext>
            </p:extLst>
          </p:nvPr>
        </p:nvGraphicFramePr>
        <p:xfrm>
          <a:off x="4830370" y="4243933"/>
          <a:ext cx="3043311" cy="476417"/>
        </p:xfrm>
        <a:graphic>
          <a:graphicData uri="http://schemas.openxmlformats.org/drawingml/2006/table">
            <a:tbl>
              <a:tblPr>
                <a:tableStyleId>{9D7B26C5-4107-4FEC-AEDC-1716B250A1EF}</a:tableStyleId>
              </a:tblPr>
              <a:tblGrid>
                <a:gridCol w="757311">
                  <a:extLst>
                    <a:ext uri="{9D8B030D-6E8A-4147-A177-3AD203B41FA5}">
                      <a16:colId xmlns:a16="http://schemas.microsoft.com/office/drawing/2014/main" val="3972676780"/>
                    </a:ext>
                  </a:extLst>
                </a:gridCol>
                <a:gridCol w="762000">
                  <a:extLst>
                    <a:ext uri="{9D8B030D-6E8A-4147-A177-3AD203B41FA5}">
                      <a16:colId xmlns:a16="http://schemas.microsoft.com/office/drawing/2014/main" val="3235142846"/>
                    </a:ext>
                  </a:extLst>
                </a:gridCol>
                <a:gridCol w="762000">
                  <a:extLst>
                    <a:ext uri="{9D8B030D-6E8A-4147-A177-3AD203B41FA5}">
                      <a16:colId xmlns:a16="http://schemas.microsoft.com/office/drawing/2014/main" val="910847959"/>
                    </a:ext>
                  </a:extLst>
                </a:gridCol>
                <a:gridCol w="762000">
                  <a:extLst>
                    <a:ext uri="{9D8B030D-6E8A-4147-A177-3AD203B41FA5}">
                      <a16:colId xmlns:a16="http://schemas.microsoft.com/office/drawing/2014/main" val="917570522"/>
                    </a:ext>
                  </a:extLst>
                </a:gridCol>
              </a:tblGrid>
              <a:tr h="241449">
                <a:tc>
                  <a:txBody>
                    <a:bodyPr/>
                    <a:lstStyle/>
                    <a:p>
                      <a:pPr marL="0" algn="ctr" defTabSz="914400" rtl="0" eaLnBrk="1" fontAlgn="b" latinLnBrk="0" hangingPunct="1">
                        <a:buNone/>
                      </a:pPr>
                      <a:r>
                        <a:rPr lang="es-ES" sz="600" u="none" strike="noStrike" kern="1200">
                          <a:solidFill>
                            <a:schemeClr val="tx1"/>
                          </a:solidFill>
                          <a:effectLst/>
                          <a:latin typeface="+mn-lt"/>
                          <a:ea typeface="+mn-ea"/>
                          <a:cs typeface="+mn-cs"/>
                        </a:rPr>
                        <a:t>Flujos ESh2-FRh2S (BarMar)</a:t>
                      </a:r>
                    </a:p>
                  </a:txBody>
                  <a:tcPr marL="6350" marR="6350" marT="6350" marB="0" anchor="ctr"/>
                </a:tc>
                <a:tc>
                  <a:txBody>
                    <a:bodyPr/>
                    <a:lstStyle/>
                    <a:p>
                      <a:pPr marL="0" algn="ctr" defTabSz="914400" rtl="0" eaLnBrk="1" fontAlgn="b" latinLnBrk="0" hangingPunct="1">
                        <a:buNone/>
                      </a:pPr>
                      <a:r>
                        <a:rPr lang="es-ES" sz="600" u="none" strike="noStrike" kern="1200">
                          <a:solidFill>
                            <a:schemeClr val="tx1"/>
                          </a:solidFill>
                          <a:effectLst/>
                          <a:latin typeface="+mn-lt"/>
                          <a:ea typeface="+mn-ea"/>
                          <a:cs typeface="+mn-cs"/>
                        </a:rPr>
                        <a:t>Flujos FRh2SW-FRh2S (Hy-SoW)</a:t>
                      </a:r>
                    </a:p>
                  </a:txBody>
                  <a:tcPr marL="6350" marR="6350" marT="6350" marB="0" anchor="ctr"/>
                </a:tc>
                <a:tc>
                  <a:txBody>
                    <a:bodyPr/>
                    <a:lstStyle/>
                    <a:p>
                      <a:pPr marL="0" algn="ctr" defTabSz="914400" rtl="0" eaLnBrk="1" fontAlgn="b" latinLnBrk="0" hangingPunct="1">
                        <a:buNone/>
                      </a:pPr>
                      <a:r>
                        <a:rPr lang="es-ES" sz="600" u="none" strike="noStrike" kern="1200">
                          <a:solidFill>
                            <a:schemeClr val="tx1"/>
                          </a:solidFill>
                          <a:effectLst/>
                          <a:latin typeface="+mn-lt"/>
                          <a:ea typeface="+mn-ea"/>
                          <a:cs typeface="+mn-cs"/>
                        </a:rPr>
                        <a:t>Almacenamiento-Descarga</a:t>
                      </a:r>
                    </a:p>
                  </a:txBody>
                  <a:tcPr marL="6350" marR="6350" marT="6350" marB="0" anchor="ctr"/>
                </a:tc>
                <a:tc>
                  <a:txBody>
                    <a:bodyPr/>
                    <a:lstStyle/>
                    <a:p>
                      <a:pPr marL="0" algn="ctr" defTabSz="914400" rtl="0" eaLnBrk="1" fontAlgn="b" latinLnBrk="0" hangingPunct="1">
                        <a:buNone/>
                      </a:pPr>
                      <a:r>
                        <a:rPr lang="es-ES" sz="600" u="none" strike="noStrike" kern="1200">
                          <a:solidFill>
                            <a:schemeClr val="tx1"/>
                          </a:solidFill>
                          <a:effectLst/>
                          <a:latin typeface="+mn-lt"/>
                          <a:ea typeface="+mn-ea"/>
                          <a:cs typeface="+mn-cs"/>
                        </a:rPr>
                        <a:t>Flujos FRh2-FRh2S (Hy FEN)</a:t>
                      </a:r>
                    </a:p>
                  </a:txBody>
                  <a:tcPr marL="6350" marR="6350" marT="6350" marB="0" anchor="ctr"/>
                </a:tc>
                <a:extLst>
                  <a:ext uri="{0D108BD9-81ED-4DB2-BD59-A6C34878D82A}">
                    <a16:rowId xmlns:a16="http://schemas.microsoft.com/office/drawing/2014/main" val="3464752631"/>
                  </a:ext>
                </a:extLst>
              </a:tr>
              <a:tr h="234968">
                <a:tc>
                  <a:txBody>
                    <a:bodyPr/>
                    <a:lstStyle/>
                    <a:p>
                      <a:pPr marL="0" algn="ctr" defTabSz="914400" rtl="0" eaLnBrk="1" fontAlgn="b" latinLnBrk="0" hangingPunct="1">
                        <a:buNone/>
                      </a:pPr>
                      <a:r>
                        <a:rPr lang="es-ES" sz="600" u="none" strike="noStrike" kern="1200">
                          <a:solidFill>
                            <a:schemeClr val="tx1"/>
                          </a:solidFill>
                          <a:effectLst/>
                          <a:latin typeface="+mn-lt"/>
                          <a:ea typeface="+mn-ea"/>
                          <a:cs typeface="+mn-cs"/>
                        </a:rPr>
                        <a:t>-69</a:t>
                      </a:r>
                    </a:p>
                  </a:txBody>
                  <a:tcPr marL="6350" marR="6350" marT="6350" marB="0" anchor="ctr"/>
                </a:tc>
                <a:tc>
                  <a:txBody>
                    <a:bodyPr/>
                    <a:lstStyle/>
                    <a:p>
                      <a:pPr marL="0" algn="ctr" defTabSz="914400" rtl="0" eaLnBrk="1" fontAlgn="b" latinLnBrk="0" hangingPunct="1">
                        <a:buNone/>
                      </a:pPr>
                      <a:r>
                        <a:rPr lang="es-ES" sz="600" u="none" strike="noStrike" kern="1200">
                          <a:solidFill>
                            <a:schemeClr val="tx1"/>
                          </a:solidFill>
                          <a:effectLst/>
                          <a:latin typeface="+mn-lt"/>
                          <a:ea typeface="+mn-ea"/>
                          <a:cs typeface="+mn-cs"/>
                        </a:rPr>
                        <a:t>69</a:t>
                      </a:r>
                    </a:p>
                  </a:txBody>
                  <a:tcPr marL="6350" marR="6350" marT="6350" marB="0" anchor="ctr"/>
                </a:tc>
                <a:tc>
                  <a:txBody>
                    <a:bodyPr/>
                    <a:lstStyle/>
                    <a:p>
                      <a:pPr marL="0" algn="ctr" defTabSz="914400" rtl="0" eaLnBrk="1" fontAlgn="b" latinLnBrk="0" hangingPunct="1">
                        <a:buNone/>
                      </a:pPr>
                      <a:r>
                        <a:rPr lang="es-ES" sz="600" u="none" strike="noStrike" kern="1200" dirty="0">
                          <a:solidFill>
                            <a:schemeClr val="tx1"/>
                          </a:solidFill>
                          <a:effectLst/>
                          <a:latin typeface="+mn-lt"/>
                          <a:ea typeface="+mn-ea"/>
                          <a:cs typeface="+mn-cs"/>
                        </a:rPr>
                        <a:t>1</a:t>
                      </a:r>
                    </a:p>
                  </a:txBody>
                  <a:tcPr marL="6350" marR="6350" marT="6350" marB="0" anchor="ctr"/>
                </a:tc>
                <a:tc>
                  <a:txBody>
                    <a:bodyPr/>
                    <a:lstStyle/>
                    <a:p>
                      <a:pPr marL="0" algn="ctr" defTabSz="914400" rtl="0" eaLnBrk="1" fontAlgn="b" latinLnBrk="0" hangingPunct="1">
                        <a:buNone/>
                      </a:pPr>
                      <a:r>
                        <a:rPr lang="es-ES" sz="600" u="none" strike="noStrike" kern="1200" dirty="0">
                          <a:solidFill>
                            <a:schemeClr val="tx1"/>
                          </a:solidFill>
                          <a:effectLst/>
                          <a:latin typeface="+mn-lt"/>
                          <a:ea typeface="+mn-ea"/>
                          <a:cs typeface="+mn-cs"/>
                        </a:rPr>
                        <a:t>0</a:t>
                      </a:r>
                    </a:p>
                  </a:txBody>
                  <a:tcPr marL="6350" marR="6350" marT="6350" marB="0" anchor="ctr"/>
                </a:tc>
                <a:extLst>
                  <a:ext uri="{0D108BD9-81ED-4DB2-BD59-A6C34878D82A}">
                    <a16:rowId xmlns:a16="http://schemas.microsoft.com/office/drawing/2014/main" val="2823272349"/>
                  </a:ext>
                </a:extLst>
              </a:tr>
            </a:tbl>
          </a:graphicData>
        </a:graphic>
      </p:graphicFrame>
      <p:sp>
        <p:nvSpPr>
          <p:cNvPr id="15" name="CuadroTexto 14">
            <a:extLst>
              <a:ext uri="{FF2B5EF4-FFF2-40B4-BE49-F238E27FC236}">
                <a16:creationId xmlns:a16="http://schemas.microsoft.com/office/drawing/2014/main" id="{297A0817-C0D6-D39D-F0EC-55FF75085D54}"/>
              </a:ext>
            </a:extLst>
          </p:cNvPr>
          <p:cNvSpPr txBox="1"/>
          <p:nvPr/>
        </p:nvSpPr>
        <p:spPr>
          <a:xfrm>
            <a:off x="6942709" y="4025067"/>
            <a:ext cx="984739" cy="200055"/>
          </a:xfrm>
          <a:prstGeom prst="rect">
            <a:avLst/>
          </a:prstGeom>
          <a:noFill/>
        </p:spPr>
        <p:txBody>
          <a:bodyPr wrap="square">
            <a:spAutoFit/>
          </a:bodyPr>
          <a:lstStyle/>
          <a:p>
            <a:pPr algn="r"/>
            <a:r>
              <a:rPr lang="es-ES" sz="700" i="1" dirty="0">
                <a:solidFill>
                  <a:schemeClr val="tx1">
                    <a:lumMod val="50000"/>
                    <a:lumOff val="50000"/>
                  </a:schemeClr>
                </a:solidFill>
              </a:rPr>
              <a:t>Unidades en GWh</a:t>
            </a:r>
          </a:p>
        </p:txBody>
      </p:sp>
    </p:spTree>
    <p:extLst>
      <p:ext uri="{BB962C8B-B14F-4D97-AF65-F5344CB8AC3E}">
        <p14:creationId xmlns:p14="http://schemas.microsoft.com/office/powerpoint/2010/main" val="27293149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C0E18-0731-305F-D1EE-2C997B4ED2DF}"/>
            </a:ext>
          </a:extLst>
        </p:cNvPr>
        <p:cNvGrpSpPr/>
        <p:nvPr/>
      </p:nvGrpSpPr>
      <p:grpSpPr>
        <a:xfrm>
          <a:off x="0" y="0"/>
          <a:ext cx="0" cy="0"/>
          <a:chOff x="0" y="0"/>
          <a:chExt cx="0" cy="0"/>
        </a:xfrm>
      </p:grpSpPr>
      <p:sp>
        <p:nvSpPr>
          <p:cNvPr id="4" name="Marcador de texto 3">
            <a:extLst>
              <a:ext uri="{FF2B5EF4-FFF2-40B4-BE49-F238E27FC236}">
                <a16:creationId xmlns:a16="http://schemas.microsoft.com/office/drawing/2014/main" id="{5BD8784D-5182-73F7-3A1D-9F4394E24B82}"/>
              </a:ext>
            </a:extLst>
          </p:cNvPr>
          <p:cNvSpPr>
            <a:spLocks noGrp="1"/>
          </p:cNvSpPr>
          <p:nvPr>
            <p:ph type="body" sz="quarter" idx="19"/>
          </p:nvPr>
        </p:nvSpPr>
        <p:spPr>
          <a:xfrm>
            <a:off x="1174778" y="2200785"/>
            <a:ext cx="6794443" cy="333425"/>
          </a:xfrm>
        </p:spPr>
        <p:txBody>
          <a:bodyPr/>
          <a:lstStyle/>
          <a:p>
            <a:pPr algn="ctr">
              <a:spcBef>
                <a:spcPct val="20000"/>
              </a:spcBef>
            </a:pPr>
            <a:r>
              <a:rPr lang="es-ES" sz="2200" b="1" dirty="0">
                <a:solidFill>
                  <a:srgbClr val="5CBDCA"/>
                </a:solidFill>
                <a:latin typeface="+mn-lt"/>
                <a:ea typeface="+mn-ea"/>
              </a:rPr>
              <a:t>Próximos Pasos</a:t>
            </a:r>
          </a:p>
        </p:txBody>
      </p:sp>
    </p:spTree>
    <p:extLst>
      <p:ext uri="{BB962C8B-B14F-4D97-AF65-F5344CB8AC3E}">
        <p14:creationId xmlns:p14="http://schemas.microsoft.com/office/powerpoint/2010/main" val="4355874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C0188-A49D-5449-A221-BE41A127214C}"/>
            </a:ext>
          </a:extLst>
        </p:cNvPr>
        <p:cNvGrpSpPr/>
        <p:nvPr/>
      </p:nvGrpSpPr>
      <p:grpSpPr>
        <a:xfrm>
          <a:off x="0" y="0"/>
          <a:ext cx="0" cy="0"/>
          <a:chOff x="0" y="0"/>
          <a:chExt cx="0" cy="0"/>
        </a:xfrm>
      </p:grpSpPr>
      <p:sp>
        <p:nvSpPr>
          <p:cNvPr id="2" name="Marcador de texto 8">
            <a:extLst>
              <a:ext uri="{FF2B5EF4-FFF2-40B4-BE49-F238E27FC236}">
                <a16:creationId xmlns:a16="http://schemas.microsoft.com/office/drawing/2014/main" id="{06E93C0B-7A4A-511B-1B3E-30BD11237A1E}"/>
              </a:ext>
            </a:extLst>
          </p:cNvPr>
          <p:cNvSpPr txBox="1">
            <a:spLocks/>
          </p:cNvSpPr>
          <p:nvPr/>
        </p:nvSpPr>
        <p:spPr>
          <a:xfrm>
            <a:off x="470558" y="455847"/>
            <a:ext cx="7881842" cy="320878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50000"/>
              </a:lnSpc>
              <a:buNone/>
            </a:pPr>
            <a:r>
              <a:rPr lang="es-ES" b="1" dirty="0">
                <a:solidFill>
                  <a:srgbClr val="5CBDCA"/>
                </a:solidFill>
              </a:rPr>
              <a:t>Visión a Corto Plazo</a:t>
            </a:r>
          </a:p>
          <a:p>
            <a:pPr algn="just">
              <a:lnSpc>
                <a:spcPct val="150000"/>
              </a:lnSpc>
            </a:pPr>
            <a:r>
              <a:rPr lang="es-ES" dirty="0"/>
              <a:t>Añadir nuevas sensibilidades: </a:t>
            </a:r>
          </a:p>
          <a:p>
            <a:pPr lvl="1" algn="just">
              <a:lnSpc>
                <a:spcPct val="150000"/>
              </a:lnSpc>
            </a:pPr>
            <a:r>
              <a:rPr lang="es-ES" dirty="0"/>
              <a:t>Modificación de la sensibilidad 2 para observar caso extremo y caso medio.</a:t>
            </a:r>
          </a:p>
          <a:p>
            <a:pPr lvl="1" algn="just">
              <a:lnSpc>
                <a:spcPct val="150000"/>
              </a:lnSpc>
            </a:pPr>
            <a:r>
              <a:rPr lang="es-ES" dirty="0"/>
              <a:t>Cambio en las demandas de Europa: si la demanda de Europa aumentase, ¿cuánto podría soportar nuestra red sin tener load shedding?</a:t>
            </a:r>
          </a:p>
          <a:p>
            <a:pPr lvl="1" algn="just">
              <a:lnSpc>
                <a:spcPct val="150000"/>
              </a:lnSpc>
            </a:pPr>
            <a:r>
              <a:rPr lang="es-ES" dirty="0"/>
              <a:t>Almacenamientos en Portugal, ¿qué cambiaría en nuestro sistema?</a:t>
            </a:r>
          </a:p>
          <a:p>
            <a:pPr marL="0" indent="0" algn="just">
              <a:lnSpc>
                <a:spcPct val="150000"/>
              </a:lnSpc>
              <a:buNone/>
            </a:pPr>
            <a:r>
              <a:rPr lang="es-ES" b="1" dirty="0">
                <a:solidFill>
                  <a:srgbClr val="5CBDCA"/>
                </a:solidFill>
              </a:rPr>
              <a:t>Visión a Largo Plazo</a:t>
            </a:r>
          </a:p>
          <a:p>
            <a:pPr algn="just">
              <a:lnSpc>
                <a:spcPct val="150000"/>
              </a:lnSpc>
            </a:pPr>
            <a:r>
              <a:rPr lang="es-ES" dirty="0"/>
              <a:t>Modelo de Inversión (+ sensibilidades)</a:t>
            </a:r>
          </a:p>
          <a:p>
            <a:pPr algn="just">
              <a:lnSpc>
                <a:spcPct val="150000"/>
              </a:lnSpc>
            </a:pPr>
            <a:r>
              <a:rPr lang="es-ES" dirty="0"/>
              <a:t>Expansión de la red construida: menor simplificación de la red francesa y europea.</a:t>
            </a:r>
          </a:p>
          <a:p>
            <a:pPr algn="just">
              <a:lnSpc>
                <a:spcPct val="150000"/>
              </a:lnSpc>
            </a:pPr>
            <a:r>
              <a:rPr lang="es-ES" dirty="0"/>
              <a:t>Mejora de la implementación de los CCGT en el sistema: límites de rampas, tiempo mínimo de funcionamiento y must runs.</a:t>
            </a:r>
          </a:p>
          <a:p>
            <a:pPr algn="just">
              <a:lnSpc>
                <a:spcPct val="150000"/>
              </a:lnSpc>
            </a:pPr>
            <a:r>
              <a:rPr lang="es-ES" dirty="0"/>
              <a:t>Mejora del calibrado de la red</a:t>
            </a:r>
          </a:p>
          <a:p>
            <a:pPr algn="just">
              <a:lnSpc>
                <a:spcPct val="150000"/>
              </a:lnSpc>
            </a:pPr>
            <a:endParaRPr lang="es-ES" dirty="0"/>
          </a:p>
          <a:p>
            <a:pPr marL="0" indent="0" algn="just">
              <a:buNone/>
            </a:pPr>
            <a:endParaRPr lang="es-ES" b="1" i="1" dirty="0">
              <a:solidFill>
                <a:srgbClr val="5CBDCA"/>
              </a:solidFill>
            </a:endParaRPr>
          </a:p>
        </p:txBody>
      </p:sp>
    </p:spTree>
    <p:extLst>
      <p:ext uri="{BB962C8B-B14F-4D97-AF65-F5344CB8AC3E}">
        <p14:creationId xmlns:p14="http://schemas.microsoft.com/office/powerpoint/2010/main" val="11437100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texto 1">
            <a:extLst>
              <a:ext uri="{FF2B5EF4-FFF2-40B4-BE49-F238E27FC236}">
                <a16:creationId xmlns:a16="http://schemas.microsoft.com/office/drawing/2014/main" id="{F8BF1CD8-486D-E197-1379-076A5BFB7E32}"/>
              </a:ext>
            </a:extLst>
          </p:cNvPr>
          <p:cNvSpPr>
            <a:spLocks noGrp="1"/>
          </p:cNvSpPr>
          <p:nvPr>
            <p:ph type="body" sz="quarter" idx="19"/>
          </p:nvPr>
        </p:nvSpPr>
        <p:spPr>
          <a:xfrm>
            <a:off x="987200" y="1292950"/>
            <a:ext cx="1960754" cy="877163"/>
          </a:xfrm>
        </p:spPr>
        <p:txBody>
          <a:bodyPr/>
          <a:lstStyle/>
          <a:p>
            <a:r>
              <a:rPr lang="es-ES" dirty="0"/>
              <a:t>Muchas </a:t>
            </a:r>
          </a:p>
          <a:p>
            <a:r>
              <a:rPr lang="es-ES" dirty="0"/>
              <a:t>gracias</a:t>
            </a:r>
          </a:p>
        </p:txBody>
      </p:sp>
    </p:spTree>
    <p:extLst>
      <p:ext uri="{BB962C8B-B14F-4D97-AF65-F5344CB8AC3E}">
        <p14:creationId xmlns:p14="http://schemas.microsoft.com/office/powerpoint/2010/main" val="223833163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462A6-7973-403D-CF53-144D623571DA}"/>
            </a:ext>
          </a:extLst>
        </p:cNvPr>
        <p:cNvGrpSpPr/>
        <p:nvPr/>
      </p:nvGrpSpPr>
      <p:grpSpPr>
        <a:xfrm>
          <a:off x="0" y="0"/>
          <a:ext cx="0" cy="0"/>
          <a:chOff x="0" y="0"/>
          <a:chExt cx="0" cy="0"/>
        </a:xfrm>
      </p:grpSpPr>
      <p:sp>
        <p:nvSpPr>
          <p:cNvPr id="4" name="Marcador de texto 3">
            <a:extLst>
              <a:ext uri="{FF2B5EF4-FFF2-40B4-BE49-F238E27FC236}">
                <a16:creationId xmlns:a16="http://schemas.microsoft.com/office/drawing/2014/main" id="{C766AF22-782F-CECA-AAA3-B6B9BF8E72CA}"/>
              </a:ext>
            </a:extLst>
          </p:cNvPr>
          <p:cNvSpPr>
            <a:spLocks noGrp="1"/>
          </p:cNvSpPr>
          <p:nvPr>
            <p:ph type="body" sz="quarter" idx="19"/>
          </p:nvPr>
        </p:nvSpPr>
        <p:spPr>
          <a:xfrm>
            <a:off x="1174778" y="2200785"/>
            <a:ext cx="6794443" cy="333425"/>
          </a:xfrm>
        </p:spPr>
        <p:txBody>
          <a:bodyPr/>
          <a:lstStyle/>
          <a:p>
            <a:pPr algn="ctr">
              <a:spcBef>
                <a:spcPct val="20000"/>
              </a:spcBef>
            </a:pPr>
            <a:r>
              <a:rPr lang="es-ES" sz="2200" b="1" dirty="0">
                <a:solidFill>
                  <a:srgbClr val="5CBDCA"/>
                </a:solidFill>
                <a:latin typeface="+mn-lt"/>
                <a:ea typeface="+mn-ea"/>
              </a:rPr>
              <a:t>Anexos</a:t>
            </a:r>
          </a:p>
        </p:txBody>
      </p:sp>
    </p:spTree>
    <p:extLst>
      <p:ext uri="{BB962C8B-B14F-4D97-AF65-F5344CB8AC3E}">
        <p14:creationId xmlns:p14="http://schemas.microsoft.com/office/powerpoint/2010/main" val="310944134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BD43B-755E-FAF6-6944-7C1889708EA6}"/>
            </a:ext>
          </a:extLst>
        </p:cNvPr>
        <p:cNvGrpSpPr/>
        <p:nvPr/>
      </p:nvGrpSpPr>
      <p:grpSpPr>
        <a:xfrm>
          <a:off x="0" y="0"/>
          <a:ext cx="0" cy="0"/>
          <a:chOff x="0" y="0"/>
          <a:chExt cx="0" cy="0"/>
        </a:xfrm>
      </p:grpSpPr>
      <p:sp>
        <p:nvSpPr>
          <p:cNvPr id="4" name="Marcador de texto 3">
            <a:extLst>
              <a:ext uri="{FF2B5EF4-FFF2-40B4-BE49-F238E27FC236}">
                <a16:creationId xmlns:a16="http://schemas.microsoft.com/office/drawing/2014/main" id="{1C7FB075-0AB7-D734-0675-41A04EE64D46}"/>
              </a:ext>
            </a:extLst>
          </p:cNvPr>
          <p:cNvSpPr>
            <a:spLocks noGrp="1"/>
          </p:cNvSpPr>
          <p:nvPr>
            <p:ph type="body" sz="quarter" idx="19"/>
          </p:nvPr>
        </p:nvSpPr>
        <p:spPr>
          <a:xfrm>
            <a:off x="432000" y="362928"/>
            <a:ext cx="7940342" cy="333425"/>
          </a:xfrm>
        </p:spPr>
        <p:txBody>
          <a:bodyPr/>
          <a:lstStyle/>
          <a:p>
            <a:r>
              <a:rPr lang="es-ES" sz="2400" dirty="0"/>
              <a:t>Renovables Dedicadas: SRES</a:t>
            </a:r>
            <a:endParaRPr lang="es-ES" dirty="0"/>
          </a:p>
        </p:txBody>
      </p:sp>
      <p:sp>
        <p:nvSpPr>
          <p:cNvPr id="5" name="Marcador de texto 8">
            <a:extLst>
              <a:ext uri="{FF2B5EF4-FFF2-40B4-BE49-F238E27FC236}">
                <a16:creationId xmlns:a16="http://schemas.microsoft.com/office/drawing/2014/main" id="{1895ABCD-BFA7-BFB6-6DCE-A60F7F44DFEE}"/>
              </a:ext>
            </a:extLst>
          </p:cNvPr>
          <p:cNvSpPr txBox="1">
            <a:spLocks/>
          </p:cNvSpPr>
          <p:nvPr/>
        </p:nvSpPr>
        <p:spPr>
          <a:xfrm>
            <a:off x="350258" y="771420"/>
            <a:ext cx="7940341" cy="68320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buNone/>
            </a:pPr>
            <a:r>
              <a:rPr lang="es-ES" dirty="0"/>
              <a:t>Se refiere a las tecnologías renovables dedicadas a la producción de H2 para su posterior venta y consumo. Bajo la estructura de SRES impuesta, se generará una electricidad para cubrir la demanda de h2, y los excedentes de esta electricidad se envían al mercado eléctrico.</a:t>
            </a:r>
          </a:p>
          <a:p>
            <a:pPr marL="0" indent="0">
              <a:buNone/>
            </a:pPr>
            <a:endParaRPr lang="es-ES" dirty="0"/>
          </a:p>
        </p:txBody>
      </p:sp>
      <p:sp>
        <p:nvSpPr>
          <p:cNvPr id="3" name="Rectángulo 2">
            <a:extLst>
              <a:ext uri="{FF2B5EF4-FFF2-40B4-BE49-F238E27FC236}">
                <a16:creationId xmlns:a16="http://schemas.microsoft.com/office/drawing/2014/main" id="{0110A86D-F3EE-D26F-CAAE-63C727506939}"/>
              </a:ext>
            </a:extLst>
          </p:cNvPr>
          <p:cNvSpPr/>
          <p:nvPr/>
        </p:nvSpPr>
        <p:spPr>
          <a:xfrm>
            <a:off x="2857346" y="2419573"/>
            <a:ext cx="865910" cy="228600"/>
          </a:xfrm>
          <a:prstGeom prst="rect">
            <a:avLst/>
          </a:prstGeom>
          <a:ln w="9525"/>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t>M. Eléctrico</a:t>
            </a:r>
          </a:p>
        </p:txBody>
      </p:sp>
      <p:sp>
        <p:nvSpPr>
          <p:cNvPr id="6" name="Rectángulo 5">
            <a:extLst>
              <a:ext uri="{FF2B5EF4-FFF2-40B4-BE49-F238E27FC236}">
                <a16:creationId xmlns:a16="http://schemas.microsoft.com/office/drawing/2014/main" id="{7DE120C9-F1B4-6EBB-9B83-AAED443EC59A}"/>
              </a:ext>
            </a:extLst>
          </p:cNvPr>
          <p:cNvSpPr/>
          <p:nvPr/>
        </p:nvSpPr>
        <p:spPr>
          <a:xfrm>
            <a:off x="4843766" y="2393747"/>
            <a:ext cx="865910" cy="228600"/>
          </a:xfrm>
          <a:prstGeom prst="rect">
            <a:avLst/>
          </a:prstGeom>
          <a:ln w="9525"/>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t>M. Hidrógeno</a:t>
            </a:r>
          </a:p>
        </p:txBody>
      </p:sp>
      <p:cxnSp>
        <p:nvCxnSpPr>
          <p:cNvPr id="7" name="Conector recto de flecha 6">
            <a:extLst>
              <a:ext uri="{FF2B5EF4-FFF2-40B4-BE49-F238E27FC236}">
                <a16:creationId xmlns:a16="http://schemas.microsoft.com/office/drawing/2014/main" id="{2212D26A-D4B6-FA83-FA6C-00AF75B277D8}"/>
              </a:ext>
            </a:extLst>
          </p:cNvPr>
          <p:cNvCxnSpPr>
            <a:cxnSpLocks/>
          </p:cNvCxnSpPr>
          <p:nvPr/>
        </p:nvCxnSpPr>
        <p:spPr>
          <a:xfrm>
            <a:off x="3741508" y="2533873"/>
            <a:ext cx="108400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Rectángulo 9">
            <a:extLst>
              <a:ext uri="{FF2B5EF4-FFF2-40B4-BE49-F238E27FC236}">
                <a16:creationId xmlns:a16="http://schemas.microsoft.com/office/drawing/2014/main" id="{8BE33ED7-A814-E66A-ED20-466D53616A2D}"/>
              </a:ext>
            </a:extLst>
          </p:cNvPr>
          <p:cNvSpPr/>
          <p:nvPr/>
        </p:nvSpPr>
        <p:spPr>
          <a:xfrm>
            <a:off x="2830679" y="1730711"/>
            <a:ext cx="865910" cy="314552"/>
          </a:xfrm>
          <a:prstGeom prst="rect">
            <a:avLst/>
          </a:prstGeom>
          <a:ln w="9525">
            <a:solidFill>
              <a:srgbClr val="63666A"/>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63666A"/>
                </a:solidFill>
              </a:rPr>
              <a:t>SRES Excedentes</a:t>
            </a:r>
          </a:p>
        </p:txBody>
      </p:sp>
      <p:cxnSp>
        <p:nvCxnSpPr>
          <p:cNvPr id="11" name="Conector recto de flecha 10">
            <a:extLst>
              <a:ext uri="{FF2B5EF4-FFF2-40B4-BE49-F238E27FC236}">
                <a16:creationId xmlns:a16="http://schemas.microsoft.com/office/drawing/2014/main" id="{4D58B018-CBD1-2252-27D8-7FF174CE8132}"/>
              </a:ext>
            </a:extLst>
          </p:cNvPr>
          <p:cNvCxnSpPr>
            <a:cxnSpLocks/>
            <a:stCxn id="10" idx="2"/>
          </p:cNvCxnSpPr>
          <p:nvPr/>
        </p:nvCxnSpPr>
        <p:spPr>
          <a:xfrm>
            <a:off x="3263634" y="2045263"/>
            <a:ext cx="0" cy="328426"/>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cxnSp>
        <p:nvCxnSpPr>
          <p:cNvPr id="18" name="Conector recto 17">
            <a:extLst>
              <a:ext uri="{FF2B5EF4-FFF2-40B4-BE49-F238E27FC236}">
                <a16:creationId xmlns:a16="http://schemas.microsoft.com/office/drawing/2014/main" id="{1F6DD99B-D636-157D-4F07-343D5896A936}"/>
              </a:ext>
            </a:extLst>
          </p:cNvPr>
          <p:cNvCxnSpPr>
            <a:cxnSpLocks/>
            <a:stCxn id="10" idx="3"/>
          </p:cNvCxnSpPr>
          <p:nvPr/>
        </p:nvCxnSpPr>
        <p:spPr>
          <a:xfrm flipV="1">
            <a:off x="3696589" y="1454216"/>
            <a:ext cx="0" cy="433771"/>
          </a:xfrm>
          <a:prstGeom prst="line">
            <a:avLst/>
          </a:prstGeom>
        </p:spPr>
        <p:style>
          <a:lnRef idx="1">
            <a:schemeClr val="dk1"/>
          </a:lnRef>
          <a:fillRef idx="0">
            <a:schemeClr val="dk1"/>
          </a:fillRef>
          <a:effectRef idx="0">
            <a:schemeClr val="dk1"/>
          </a:effectRef>
          <a:fontRef idx="minor">
            <a:schemeClr val="tx1"/>
          </a:fontRef>
        </p:style>
      </p:cxnSp>
      <p:cxnSp>
        <p:nvCxnSpPr>
          <p:cNvPr id="19" name="Conector recto de flecha 18">
            <a:extLst>
              <a:ext uri="{FF2B5EF4-FFF2-40B4-BE49-F238E27FC236}">
                <a16:creationId xmlns:a16="http://schemas.microsoft.com/office/drawing/2014/main" id="{52EDAAF8-9920-35CF-CAFA-016CF510EF26}"/>
              </a:ext>
            </a:extLst>
          </p:cNvPr>
          <p:cNvCxnSpPr>
            <a:cxnSpLocks/>
          </p:cNvCxnSpPr>
          <p:nvPr/>
        </p:nvCxnSpPr>
        <p:spPr>
          <a:xfrm>
            <a:off x="3058923" y="1514431"/>
            <a:ext cx="490105" cy="0"/>
          </a:xfrm>
          <a:prstGeom prst="straightConnector1">
            <a:avLst/>
          </a:prstGeom>
          <a:ln w="6350">
            <a:solidFill>
              <a:srgbClr val="00B050"/>
            </a:solidFill>
            <a:prstDash val="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0" name="Rectángulo 19">
            <a:extLst>
              <a:ext uri="{FF2B5EF4-FFF2-40B4-BE49-F238E27FC236}">
                <a16:creationId xmlns:a16="http://schemas.microsoft.com/office/drawing/2014/main" id="{0CB6764B-8E1F-D9AE-C4F7-1997A1AECF68}"/>
              </a:ext>
            </a:extLst>
          </p:cNvPr>
          <p:cNvSpPr/>
          <p:nvPr/>
        </p:nvSpPr>
        <p:spPr>
          <a:xfrm>
            <a:off x="4688123" y="1713725"/>
            <a:ext cx="1048870" cy="314552"/>
          </a:xfrm>
          <a:prstGeom prst="rect">
            <a:avLst/>
          </a:prstGeom>
          <a:ln w="9525">
            <a:solidFill>
              <a:srgbClr val="63666A"/>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dirty="0">
                <a:solidFill>
                  <a:srgbClr val="63666A"/>
                </a:solidFill>
              </a:rPr>
              <a:t>SRES Electrolizador</a:t>
            </a:r>
          </a:p>
        </p:txBody>
      </p:sp>
      <p:cxnSp>
        <p:nvCxnSpPr>
          <p:cNvPr id="21" name="Conector recto 20">
            <a:extLst>
              <a:ext uri="{FF2B5EF4-FFF2-40B4-BE49-F238E27FC236}">
                <a16:creationId xmlns:a16="http://schemas.microsoft.com/office/drawing/2014/main" id="{9E9F1C35-70B8-4715-AEAF-03D70F8596E1}"/>
              </a:ext>
            </a:extLst>
          </p:cNvPr>
          <p:cNvCxnSpPr>
            <a:cxnSpLocks/>
          </p:cNvCxnSpPr>
          <p:nvPr/>
        </p:nvCxnSpPr>
        <p:spPr>
          <a:xfrm flipV="1">
            <a:off x="5736993" y="1409766"/>
            <a:ext cx="0" cy="489683"/>
          </a:xfrm>
          <a:prstGeom prst="line">
            <a:avLst/>
          </a:prstGeom>
        </p:spPr>
        <p:style>
          <a:lnRef idx="1">
            <a:schemeClr val="dk1"/>
          </a:lnRef>
          <a:fillRef idx="0">
            <a:schemeClr val="dk1"/>
          </a:fillRef>
          <a:effectRef idx="0">
            <a:schemeClr val="dk1"/>
          </a:effectRef>
          <a:fontRef idx="minor">
            <a:schemeClr val="tx1"/>
          </a:fontRef>
        </p:style>
      </p:cxnSp>
      <p:cxnSp>
        <p:nvCxnSpPr>
          <p:cNvPr id="22" name="Conector recto de flecha 21">
            <a:extLst>
              <a:ext uri="{FF2B5EF4-FFF2-40B4-BE49-F238E27FC236}">
                <a16:creationId xmlns:a16="http://schemas.microsoft.com/office/drawing/2014/main" id="{35C0359E-E816-A295-E63F-53381AC6ECB3}"/>
              </a:ext>
            </a:extLst>
          </p:cNvPr>
          <p:cNvCxnSpPr>
            <a:cxnSpLocks/>
          </p:cNvCxnSpPr>
          <p:nvPr/>
        </p:nvCxnSpPr>
        <p:spPr>
          <a:xfrm>
            <a:off x="5246888" y="1514431"/>
            <a:ext cx="490105" cy="0"/>
          </a:xfrm>
          <a:prstGeom prst="straightConnector1">
            <a:avLst/>
          </a:prstGeom>
          <a:ln w="6350">
            <a:solidFill>
              <a:srgbClr val="00B050"/>
            </a:solidFill>
            <a:prstDash val="dash"/>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3" name="Rectángulo 22">
            <a:extLst>
              <a:ext uri="{FF2B5EF4-FFF2-40B4-BE49-F238E27FC236}">
                <a16:creationId xmlns:a16="http://schemas.microsoft.com/office/drawing/2014/main" id="{90FCF6DA-AF0C-39A6-79F4-D52B6B1A9E4C}"/>
              </a:ext>
            </a:extLst>
          </p:cNvPr>
          <p:cNvSpPr/>
          <p:nvPr/>
        </p:nvSpPr>
        <p:spPr>
          <a:xfrm>
            <a:off x="2456367" y="1358807"/>
            <a:ext cx="748624" cy="314552"/>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B050"/>
                </a:solidFill>
              </a:rPr>
              <a:t>Generación Eólica y Solar</a:t>
            </a:r>
          </a:p>
        </p:txBody>
      </p:sp>
      <p:sp>
        <p:nvSpPr>
          <p:cNvPr id="24" name="Rectángulo 23">
            <a:extLst>
              <a:ext uri="{FF2B5EF4-FFF2-40B4-BE49-F238E27FC236}">
                <a16:creationId xmlns:a16="http://schemas.microsoft.com/office/drawing/2014/main" id="{38CBE44B-1CED-B01B-3385-CED3B21D9F7E}"/>
              </a:ext>
            </a:extLst>
          </p:cNvPr>
          <p:cNvSpPr/>
          <p:nvPr/>
        </p:nvSpPr>
        <p:spPr>
          <a:xfrm>
            <a:off x="4688123" y="1327849"/>
            <a:ext cx="715442" cy="314552"/>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r"/>
            <a:r>
              <a:rPr lang="es-ES" sz="600" i="1" dirty="0">
                <a:solidFill>
                  <a:srgbClr val="00B050"/>
                </a:solidFill>
              </a:rPr>
              <a:t>Generación Eólica y Solar</a:t>
            </a:r>
          </a:p>
        </p:txBody>
      </p:sp>
      <p:sp>
        <p:nvSpPr>
          <p:cNvPr id="25" name="Rectángulo 24">
            <a:extLst>
              <a:ext uri="{FF2B5EF4-FFF2-40B4-BE49-F238E27FC236}">
                <a16:creationId xmlns:a16="http://schemas.microsoft.com/office/drawing/2014/main" id="{1F5C6A08-3636-B078-B8C0-FD45A10AA1DB}"/>
              </a:ext>
            </a:extLst>
          </p:cNvPr>
          <p:cNvSpPr/>
          <p:nvPr/>
        </p:nvSpPr>
        <p:spPr>
          <a:xfrm>
            <a:off x="3899570" y="2430810"/>
            <a:ext cx="767881"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i="1" u="sng" dirty="0">
                <a:solidFill>
                  <a:srgbClr val="63666A"/>
                </a:solidFill>
              </a:rPr>
              <a:t>Electrólisis</a:t>
            </a:r>
          </a:p>
        </p:txBody>
      </p:sp>
      <p:cxnSp>
        <p:nvCxnSpPr>
          <p:cNvPr id="26" name="Conector recto de flecha 25">
            <a:extLst>
              <a:ext uri="{FF2B5EF4-FFF2-40B4-BE49-F238E27FC236}">
                <a16:creationId xmlns:a16="http://schemas.microsoft.com/office/drawing/2014/main" id="{0015B4BE-F769-8BEE-CC72-15323DDCFC20}"/>
              </a:ext>
            </a:extLst>
          </p:cNvPr>
          <p:cNvCxnSpPr>
            <a:cxnSpLocks/>
          </p:cNvCxnSpPr>
          <p:nvPr/>
        </p:nvCxnSpPr>
        <p:spPr>
          <a:xfrm>
            <a:off x="5208522" y="2052828"/>
            <a:ext cx="4036" cy="320861"/>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27" name="Rectángulo 26">
            <a:extLst>
              <a:ext uri="{FF2B5EF4-FFF2-40B4-BE49-F238E27FC236}">
                <a16:creationId xmlns:a16="http://schemas.microsoft.com/office/drawing/2014/main" id="{5A2468C4-A485-A27B-DA14-601EAC27D933}"/>
              </a:ext>
            </a:extLst>
          </p:cNvPr>
          <p:cNvSpPr/>
          <p:nvPr/>
        </p:nvSpPr>
        <p:spPr>
          <a:xfrm>
            <a:off x="4780595" y="2074949"/>
            <a:ext cx="767881" cy="206125"/>
          </a:xfrm>
          <a:prstGeom prst="rect">
            <a:avLst/>
          </a:prstGeom>
          <a:ln w="9525">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algn="ctr"/>
            <a:r>
              <a:rPr lang="es-ES" sz="800" i="1" u="sng" dirty="0">
                <a:solidFill>
                  <a:srgbClr val="63666A"/>
                </a:solidFill>
              </a:rPr>
              <a:t>Electrólisis</a:t>
            </a:r>
          </a:p>
        </p:txBody>
      </p:sp>
      <p:pic>
        <p:nvPicPr>
          <p:cNvPr id="33" name="Imagen 32">
            <a:extLst>
              <a:ext uri="{FF2B5EF4-FFF2-40B4-BE49-F238E27FC236}">
                <a16:creationId xmlns:a16="http://schemas.microsoft.com/office/drawing/2014/main" id="{79F0229A-CE93-8CAE-CF65-68172B95CB7B}"/>
              </a:ext>
            </a:extLst>
          </p:cNvPr>
          <p:cNvPicPr>
            <a:picLocks noChangeAspect="1"/>
          </p:cNvPicPr>
          <p:nvPr/>
        </p:nvPicPr>
        <p:blipFill>
          <a:blip r:embed="rId3"/>
          <a:stretch>
            <a:fillRect/>
          </a:stretch>
        </p:blipFill>
        <p:spPr>
          <a:xfrm>
            <a:off x="998061" y="2852933"/>
            <a:ext cx="2916612" cy="1993902"/>
          </a:xfrm>
          <a:prstGeom prst="rect">
            <a:avLst/>
          </a:prstGeom>
          <a:ln>
            <a:solidFill>
              <a:schemeClr val="bg2">
                <a:lumMod val="90000"/>
              </a:schemeClr>
            </a:solidFill>
          </a:ln>
        </p:spPr>
      </p:pic>
      <p:pic>
        <p:nvPicPr>
          <p:cNvPr id="35" name="Imagen 34">
            <a:extLst>
              <a:ext uri="{FF2B5EF4-FFF2-40B4-BE49-F238E27FC236}">
                <a16:creationId xmlns:a16="http://schemas.microsoft.com/office/drawing/2014/main" id="{5C776F74-48EE-583B-E8D6-39EF4E5F824E}"/>
              </a:ext>
            </a:extLst>
          </p:cNvPr>
          <p:cNvPicPr>
            <a:picLocks noChangeAspect="1"/>
          </p:cNvPicPr>
          <p:nvPr/>
        </p:nvPicPr>
        <p:blipFill>
          <a:blip r:embed="rId4"/>
          <a:stretch>
            <a:fillRect/>
          </a:stretch>
        </p:blipFill>
        <p:spPr>
          <a:xfrm>
            <a:off x="4572000" y="2852937"/>
            <a:ext cx="2916612" cy="1993898"/>
          </a:xfrm>
          <a:prstGeom prst="rect">
            <a:avLst/>
          </a:prstGeom>
          <a:ln>
            <a:solidFill>
              <a:schemeClr val="bg2">
                <a:lumMod val="90000"/>
              </a:schemeClr>
            </a:solidFill>
          </a:ln>
        </p:spPr>
      </p:pic>
    </p:spTree>
    <p:extLst>
      <p:ext uri="{BB962C8B-B14F-4D97-AF65-F5344CB8AC3E}">
        <p14:creationId xmlns:p14="http://schemas.microsoft.com/office/powerpoint/2010/main" val="29392815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45013-DBBB-5A6A-35DD-CDF8B69E52A4}"/>
            </a:ext>
          </a:extLst>
        </p:cNvPr>
        <p:cNvGrpSpPr/>
        <p:nvPr/>
      </p:nvGrpSpPr>
      <p:grpSpPr>
        <a:xfrm>
          <a:off x="0" y="0"/>
          <a:ext cx="0" cy="0"/>
          <a:chOff x="0" y="0"/>
          <a:chExt cx="0" cy="0"/>
        </a:xfrm>
      </p:grpSpPr>
      <p:cxnSp>
        <p:nvCxnSpPr>
          <p:cNvPr id="12" name="Conector recto 11">
            <a:extLst>
              <a:ext uri="{FF2B5EF4-FFF2-40B4-BE49-F238E27FC236}">
                <a16:creationId xmlns:a16="http://schemas.microsoft.com/office/drawing/2014/main" id="{083F3713-D9AB-BAF9-8488-D05E91BE4CD8}"/>
              </a:ext>
            </a:extLst>
          </p:cNvPr>
          <p:cNvCxnSpPr>
            <a:cxnSpLocks/>
          </p:cNvCxnSpPr>
          <p:nvPr/>
        </p:nvCxnSpPr>
        <p:spPr>
          <a:xfrm>
            <a:off x="4394200" y="463731"/>
            <a:ext cx="0" cy="3760475"/>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13" name="Marcador de texto 8">
            <a:extLst>
              <a:ext uri="{FF2B5EF4-FFF2-40B4-BE49-F238E27FC236}">
                <a16:creationId xmlns:a16="http://schemas.microsoft.com/office/drawing/2014/main" id="{DACE0366-DDEB-9CBF-BB5C-193EE21B05CF}"/>
              </a:ext>
            </a:extLst>
          </p:cNvPr>
          <p:cNvSpPr txBox="1">
            <a:spLocks/>
          </p:cNvSpPr>
          <p:nvPr/>
        </p:nvSpPr>
        <p:spPr>
          <a:xfrm>
            <a:off x="278634" y="232845"/>
            <a:ext cx="5206800" cy="45547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just"/>
            <a:r>
              <a:rPr lang="es-ES" b="1" dirty="0">
                <a:solidFill>
                  <a:srgbClr val="5CBDCA"/>
                </a:solidFill>
              </a:rPr>
              <a:t>Modelo Base</a:t>
            </a:r>
            <a:endParaRPr lang="es-ES" dirty="0">
              <a:solidFill>
                <a:srgbClr val="5CBDCA"/>
              </a:solidFill>
            </a:endParaRPr>
          </a:p>
          <a:p>
            <a:pPr marL="0" indent="0">
              <a:buNone/>
            </a:pPr>
            <a:endParaRPr lang="es-ES" dirty="0"/>
          </a:p>
        </p:txBody>
      </p:sp>
      <p:sp>
        <p:nvSpPr>
          <p:cNvPr id="14" name="Marcador de texto 8">
            <a:extLst>
              <a:ext uri="{FF2B5EF4-FFF2-40B4-BE49-F238E27FC236}">
                <a16:creationId xmlns:a16="http://schemas.microsoft.com/office/drawing/2014/main" id="{27F93E32-FB9E-92DB-5E47-A046A0EE6A92}"/>
              </a:ext>
            </a:extLst>
          </p:cNvPr>
          <p:cNvSpPr txBox="1">
            <a:spLocks/>
          </p:cNvSpPr>
          <p:nvPr/>
        </p:nvSpPr>
        <p:spPr>
          <a:xfrm>
            <a:off x="4440918" y="189515"/>
            <a:ext cx="5206800" cy="45547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just"/>
            <a:r>
              <a:rPr lang="es-ES" b="1" dirty="0">
                <a:solidFill>
                  <a:srgbClr val="5CBDCA"/>
                </a:solidFill>
              </a:rPr>
              <a:t>Sensibilidad 1 – Eliminación de Marruecos</a:t>
            </a:r>
            <a:endParaRPr lang="es-ES" dirty="0">
              <a:solidFill>
                <a:srgbClr val="5CBDCA"/>
              </a:solidFill>
            </a:endParaRPr>
          </a:p>
        </p:txBody>
      </p:sp>
      <p:sp>
        <p:nvSpPr>
          <p:cNvPr id="17" name="CuadroTexto 16">
            <a:extLst>
              <a:ext uri="{FF2B5EF4-FFF2-40B4-BE49-F238E27FC236}">
                <a16:creationId xmlns:a16="http://schemas.microsoft.com/office/drawing/2014/main" id="{152766AC-7158-0C9D-26A5-1FE03603B91D}"/>
              </a:ext>
            </a:extLst>
          </p:cNvPr>
          <p:cNvSpPr txBox="1"/>
          <p:nvPr/>
        </p:nvSpPr>
        <p:spPr>
          <a:xfrm>
            <a:off x="122621" y="4312013"/>
            <a:ext cx="8359029" cy="400110"/>
          </a:xfrm>
          <a:prstGeom prst="rect">
            <a:avLst/>
          </a:prstGeom>
          <a:noFill/>
        </p:spPr>
        <p:txBody>
          <a:bodyPr wrap="square">
            <a:spAutoFit/>
          </a:bodyPr>
          <a:lstStyle/>
          <a:p>
            <a:pPr marL="171450" indent="-171450">
              <a:buFont typeface="Arial" panose="020B0604020202020204" pitchFamily="34" charset="0"/>
              <a:buChar char="•"/>
            </a:pPr>
            <a:r>
              <a:rPr lang="es-ES" sz="1000" dirty="0"/>
              <a:t>El mayor impacto lo vemos en un mayor envío de h2 de FRh2 a ESh2 (color rosa, segunda gráfica), e importaciones de h2 desde EU (gracias a los agentes competidores).</a:t>
            </a:r>
          </a:p>
        </p:txBody>
      </p:sp>
      <p:pic>
        <p:nvPicPr>
          <p:cNvPr id="4" name="Imagen 3">
            <a:extLst>
              <a:ext uri="{FF2B5EF4-FFF2-40B4-BE49-F238E27FC236}">
                <a16:creationId xmlns:a16="http://schemas.microsoft.com/office/drawing/2014/main" id="{8D43D7C7-D3E1-5A36-B044-647363BFC751}"/>
              </a:ext>
            </a:extLst>
          </p:cNvPr>
          <p:cNvPicPr>
            <a:picLocks noChangeAspect="1"/>
          </p:cNvPicPr>
          <p:nvPr/>
        </p:nvPicPr>
        <p:blipFill>
          <a:blip r:embed="rId3"/>
          <a:stretch>
            <a:fillRect/>
          </a:stretch>
        </p:blipFill>
        <p:spPr>
          <a:xfrm>
            <a:off x="4449252" y="468645"/>
            <a:ext cx="4032398" cy="3764293"/>
          </a:xfrm>
          <a:prstGeom prst="rect">
            <a:avLst/>
          </a:prstGeom>
        </p:spPr>
      </p:pic>
      <p:pic>
        <p:nvPicPr>
          <p:cNvPr id="7" name="Imagen 6">
            <a:extLst>
              <a:ext uri="{FF2B5EF4-FFF2-40B4-BE49-F238E27FC236}">
                <a16:creationId xmlns:a16="http://schemas.microsoft.com/office/drawing/2014/main" id="{FD4A1228-884F-6243-8E85-B402CBF92468}"/>
              </a:ext>
            </a:extLst>
          </p:cNvPr>
          <p:cNvPicPr>
            <a:picLocks noChangeAspect="1"/>
          </p:cNvPicPr>
          <p:nvPr/>
        </p:nvPicPr>
        <p:blipFill>
          <a:blip r:embed="rId4"/>
          <a:stretch>
            <a:fillRect/>
          </a:stretch>
        </p:blipFill>
        <p:spPr>
          <a:xfrm>
            <a:off x="264316" y="475169"/>
            <a:ext cx="4016055" cy="3749037"/>
          </a:xfrm>
          <a:prstGeom prst="rect">
            <a:avLst/>
          </a:prstGeom>
        </p:spPr>
      </p:pic>
    </p:spTree>
    <p:extLst>
      <p:ext uri="{BB962C8B-B14F-4D97-AF65-F5344CB8AC3E}">
        <p14:creationId xmlns:p14="http://schemas.microsoft.com/office/powerpoint/2010/main" val="394819632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EE4D3-E5B3-AEFC-B2BC-ADD5F27A99BD}"/>
            </a:ext>
          </a:extLst>
        </p:cNvPr>
        <p:cNvGrpSpPr/>
        <p:nvPr/>
      </p:nvGrpSpPr>
      <p:grpSpPr>
        <a:xfrm>
          <a:off x="0" y="0"/>
          <a:ext cx="0" cy="0"/>
          <a:chOff x="0" y="0"/>
          <a:chExt cx="0" cy="0"/>
        </a:xfrm>
      </p:grpSpPr>
      <p:cxnSp>
        <p:nvCxnSpPr>
          <p:cNvPr id="12" name="Conector recto 11">
            <a:extLst>
              <a:ext uri="{FF2B5EF4-FFF2-40B4-BE49-F238E27FC236}">
                <a16:creationId xmlns:a16="http://schemas.microsoft.com/office/drawing/2014/main" id="{32FE6BBE-1D6B-A74A-DC79-D5854863EC35}"/>
              </a:ext>
            </a:extLst>
          </p:cNvPr>
          <p:cNvCxnSpPr>
            <a:cxnSpLocks/>
          </p:cNvCxnSpPr>
          <p:nvPr/>
        </p:nvCxnSpPr>
        <p:spPr>
          <a:xfrm>
            <a:off x="4394200" y="463731"/>
            <a:ext cx="0" cy="3958046"/>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13" name="Marcador de texto 8">
            <a:extLst>
              <a:ext uri="{FF2B5EF4-FFF2-40B4-BE49-F238E27FC236}">
                <a16:creationId xmlns:a16="http://schemas.microsoft.com/office/drawing/2014/main" id="{98BF9044-8E48-FADD-0C6B-7C91A1B235BA}"/>
              </a:ext>
            </a:extLst>
          </p:cNvPr>
          <p:cNvSpPr txBox="1">
            <a:spLocks/>
          </p:cNvSpPr>
          <p:nvPr/>
        </p:nvSpPr>
        <p:spPr>
          <a:xfrm>
            <a:off x="278634" y="232845"/>
            <a:ext cx="5206800" cy="45547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just"/>
            <a:r>
              <a:rPr lang="es-ES" b="1" dirty="0">
                <a:solidFill>
                  <a:srgbClr val="5CBDCA"/>
                </a:solidFill>
              </a:rPr>
              <a:t>Modelo Base</a:t>
            </a:r>
            <a:endParaRPr lang="es-ES" dirty="0">
              <a:solidFill>
                <a:srgbClr val="5CBDCA"/>
              </a:solidFill>
            </a:endParaRPr>
          </a:p>
          <a:p>
            <a:pPr marL="0" indent="0">
              <a:buNone/>
            </a:pPr>
            <a:endParaRPr lang="es-ES" dirty="0"/>
          </a:p>
        </p:txBody>
      </p:sp>
      <p:sp>
        <p:nvSpPr>
          <p:cNvPr id="14" name="Marcador de texto 8">
            <a:extLst>
              <a:ext uri="{FF2B5EF4-FFF2-40B4-BE49-F238E27FC236}">
                <a16:creationId xmlns:a16="http://schemas.microsoft.com/office/drawing/2014/main" id="{B83E4AD0-1C6E-B3D1-0AFD-F26D18930F59}"/>
              </a:ext>
            </a:extLst>
          </p:cNvPr>
          <p:cNvSpPr txBox="1">
            <a:spLocks/>
          </p:cNvSpPr>
          <p:nvPr/>
        </p:nvSpPr>
        <p:spPr>
          <a:xfrm>
            <a:off x="4440918" y="189515"/>
            <a:ext cx="5206800" cy="45547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000" kern="1200">
                <a:solidFill>
                  <a:schemeClr val="accent3"/>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just"/>
            <a:r>
              <a:rPr lang="es-ES" b="1" dirty="0">
                <a:solidFill>
                  <a:srgbClr val="5CBDCA"/>
                </a:solidFill>
              </a:rPr>
              <a:t>Sensibilidad 3 – Ammonia High/Low Band</a:t>
            </a:r>
            <a:endParaRPr lang="es-ES" dirty="0">
              <a:solidFill>
                <a:srgbClr val="5CBDCA"/>
              </a:solidFill>
            </a:endParaRPr>
          </a:p>
        </p:txBody>
      </p:sp>
      <p:sp>
        <p:nvSpPr>
          <p:cNvPr id="17" name="CuadroTexto 16">
            <a:extLst>
              <a:ext uri="{FF2B5EF4-FFF2-40B4-BE49-F238E27FC236}">
                <a16:creationId xmlns:a16="http://schemas.microsoft.com/office/drawing/2014/main" id="{A8FE4A36-3BE1-5D6E-32C7-B1FF8B273343}"/>
              </a:ext>
            </a:extLst>
          </p:cNvPr>
          <p:cNvSpPr txBox="1"/>
          <p:nvPr/>
        </p:nvSpPr>
        <p:spPr>
          <a:xfrm>
            <a:off x="293887" y="4601214"/>
            <a:ext cx="8200626" cy="246221"/>
          </a:xfrm>
          <a:prstGeom prst="rect">
            <a:avLst/>
          </a:prstGeom>
          <a:noFill/>
        </p:spPr>
        <p:txBody>
          <a:bodyPr wrap="square">
            <a:spAutoFit/>
          </a:bodyPr>
          <a:lstStyle/>
          <a:p>
            <a:pPr marL="171450" indent="-171450">
              <a:buFont typeface="Arial" panose="020B0604020202020204" pitchFamily="34" charset="0"/>
              <a:buChar char="•"/>
            </a:pPr>
            <a:r>
              <a:rPr lang="es-ES" sz="1000" dirty="0"/>
              <a:t>La generación e importación de hidrógeno en Portugal no varía</a:t>
            </a:r>
          </a:p>
        </p:txBody>
      </p:sp>
      <p:pic>
        <p:nvPicPr>
          <p:cNvPr id="4" name="Imagen 3">
            <a:extLst>
              <a:ext uri="{FF2B5EF4-FFF2-40B4-BE49-F238E27FC236}">
                <a16:creationId xmlns:a16="http://schemas.microsoft.com/office/drawing/2014/main" id="{C743A926-53CB-2CA6-1AC4-8C7338EA46A6}"/>
              </a:ext>
            </a:extLst>
          </p:cNvPr>
          <p:cNvPicPr>
            <a:picLocks noChangeAspect="1"/>
          </p:cNvPicPr>
          <p:nvPr/>
        </p:nvPicPr>
        <p:blipFill>
          <a:blip r:embed="rId3"/>
          <a:srcRect b="5734"/>
          <a:stretch>
            <a:fillRect/>
          </a:stretch>
        </p:blipFill>
        <p:spPr>
          <a:xfrm>
            <a:off x="278634" y="2428783"/>
            <a:ext cx="3895154" cy="2023825"/>
          </a:xfrm>
          <a:prstGeom prst="rect">
            <a:avLst/>
          </a:prstGeom>
        </p:spPr>
      </p:pic>
      <p:pic>
        <p:nvPicPr>
          <p:cNvPr id="7" name="Imagen 6">
            <a:extLst>
              <a:ext uri="{FF2B5EF4-FFF2-40B4-BE49-F238E27FC236}">
                <a16:creationId xmlns:a16="http://schemas.microsoft.com/office/drawing/2014/main" id="{EB71F093-A30C-B163-F8F7-4290AC9696CD}"/>
              </a:ext>
            </a:extLst>
          </p:cNvPr>
          <p:cNvPicPr>
            <a:picLocks noChangeAspect="1"/>
          </p:cNvPicPr>
          <p:nvPr/>
        </p:nvPicPr>
        <p:blipFill>
          <a:blip r:embed="rId4"/>
          <a:stretch>
            <a:fillRect/>
          </a:stretch>
        </p:blipFill>
        <p:spPr>
          <a:xfrm>
            <a:off x="413402" y="688315"/>
            <a:ext cx="3760386" cy="1591862"/>
          </a:xfrm>
          <a:prstGeom prst="rect">
            <a:avLst/>
          </a:prstGeom>
        </p:spPr>
      </p:pic>
      <p:pic>
        <p:nvPicPr>
          <p:cNvPr id="15" name="Imagen 14">
            <a:extLst>
              <a:ext uri="{FF2B5EF4-FFF2-40B4-BE49-F238E27FC236}">
                <a16:creationId xmlns:a16="http://schemas.microsoft.com/office/drawing/2014/main" id="{ECFFF909-7B81-F6D5-4D34-F2F3B41E233B}"/>
              </a:ext>
            </a:extLst>
          </p:cNvPr>
          <p:cNvPicPr>
            <a:picLocks noChangeAspect="1"/>
          </p:cNvPicPr>
          <p:nvPr/>
        </p:nvPicPr>
        <p:blipFill>
          <a:blip r:embed="rId3"/>
          <a:srcRect b="5734"/>
          <a:stretch>
            <a:fillRect/>
          </a:stretch>
        </p:blipFill>
        <p:spPr>
          <a:xfrm>
            <a:off x="4509775" y="2428783"/>
            <a:ext cx="3895154" cy="2023825"/>
          </a:xfrm>
          <a:prstGeom prst="rect">
            <a:avLst/>
          </a:prstGeom>
        </p:spPr>
      </p:pic>
      <p:pic>
        <p:nvPicPr>
          <p:cNvPr id="16" name="Imagen 15">
            <a:extLst>
              <a:ext uri="{FF2B5EF4-FFF2-40B4-BE49-F238E27FC236}">
                <a16:creationId xmlns:a16="http://schemas.microsoft.com/office/drawing/2014/main" id="{33E0779B-6716-D877-5501-1022C2D1C711}"/>
              </a:ext>
            </a:extLst>
          </p:cNvPr>
          <p:cNvPicPr>
            <a:picLocks noChangeAspect="1"/>
          </p:cNvPicPr>
          <p:nvPr/>
        </p:nvPicPr>
        <p:blipFill>
          <a:blip r:embed="rId4"/>
          <a:stretch>
            <a:fillRect/>
          </a:stretch>
        </p:blipFill>
        <p:spPr>
          <a:xfrm>
            <a:off x="4644543" y="688315"/>
            <a:ext cx="3760386" cy="1591862"/>
          </a:xfrm>
          <a:prstGeom prst="rect">
            <a:avLst/>
          </a:prstGeom>
        </p:spPr>
      </p:pic>
    </p:spTree>
    <p:extLst>
      <p:ext uri="{BB962C8B-B14F-4D97-AF65-F5344CB8AC3E}">
        <p14:creationId xmlns:p14="http://schemas.microsoft.com/office/powerpoint/2010/main" val="3844321685"/>
      </p:ext>
    </p:extLst>
  </p:cSld>
  <p:clrMapOvr>
    <a:masterClrMapping/>
  </p:clrMapOvr>
</p:sld>
</file>

<file path=ppt/theme/theme1.xml><?xml version="1.0" encoding="utf-8"?>
<a:theme xmlns:a="http://schemas.openxmlformats.org/drawingml/2006/main" name="PORTADAS">
  <a:themeElements>
    <a:clrScheme name="Enagás">
      <a:dk1>
        <a:sysClr val="windowText" lastClr="000000"/>
      </a:dk1>
      <a:lt1>
        <a:srgbClr val="FFFFFF"/>
      </a:lt1>
      <a:dk2>
        <a:srgbClr val="1F497D"/>
      </a:dk2>
      <a:lt2>
        <a:srgbClr val="EEECE1"/>
      </a:lt2>
      <a:accent1>
        <a:srgbClr val="007AAE"/>
      </a:accent1>
      <a:accent2>
        <a:srgbClr val="9CB700"/>
      </a:accent2>
      <a:accent3>
        <a:srgbClr val="63666A"/>
      </a:accent3>
      <a:accent4>
        <a:srgbClr val="00B5E2"/>
      </a:accent4>
      <a:accent5>
        <a:srgbClr val="FFB81C"/>
      </a:accent5>
      <a:accent6>
        <a:srgbClr val="FFFFFF"/>
      </a:accent6>
      <a:hlink>
        <a:srgbClr val="0000FF"/>
      </a:hlink>
      <a:folHlink>
        <a:srgbClr val="800080"/>
      </a:folHlink>
    </a:clrScheme>
    <a:fontScheme name="Aspecto">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solidFill>
            <a:schemeClr val="accent1"/>
          </a:solidFill>
        </a:ln>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ción1" id="{B05A2A09-AB1E-49F4-8EF5-852076001084}" vid="{02338034-3F79-4D1A-9BAE-DD2EA4FD57D0}"/>
    </a:ext>
  </a:extLst>
</a:theme>
</file>

<file path=ppt/theme/theme2.xml><?xml version="1.0" encoding="utf-8"?>
<a:theme xmlns:a="http://schemas.openxmlformats.org/drawingml/2006/main" name="ÍNDICES">
  <a:themeElements>
    <a:clrScheme name="Enagás">
      <a:dk1>
        <a:sysClr val="windowText" lastClr="000000"/>
      </a:dk1>
      <a:lt1>
        <a:srgbClr val="FFFFFF"/>
      </a:lt1>
      <a:dk2>
        <a:srgbClr val="1F497D"/>
      </a:dk2>
      <a:lt2>
        <a:srgbClr val="EEECE1"/>
      </a:lt2>
      <a:accent1>
        <a:srgbClr val="007AAE"/>
      </a:accent1>
      <a:accent2>
        <a:srgbClr val="9CB700"/>
      </a:accent2>
      <a:accent3>
        <a:srgbClr val="63666A"/>
      </a:accent3>
      <a:accent4>
        <a:srgbClr val="00B5E2"/>
      </a:accent4>
      <a:accent5>
        <a:srgbClr val="FFB81C"/>
      </a:accent5>
      <a:accent6>
        <a:srgbClr val="FFFFFF"/>
      </a:accent6>
      <a:hlink>
        <a:srgbClr val="0000FF"/>
      </a:hlink>
      <a:folHlink>
        <a:srgbClr val="800080"/>
      </a:folHlink>
    </a:clrScheme>
    <a:fontScheme name="Aspecto">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olidFill>
            <a:schemeClr val="accent1"/>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esentación1" id="{B05A2A09-AB1E-49F4-8EF5-852076001084}" vid="{943A63E2-ED05-45AC-B051-D66F09AFDE9C}"/>
    </a:ext>
  </a:extLst>
</a:theme>
</file>

<file path=ppt/theme/theme3.xml><?xml version="1.0" encoding="utf-8"?>
<a:theme xmlns:a="http://schemas.openxmlformats.org/drawingml/2006/main" name="1_SLIDE BASE ">
  <a:themeElements>
    <a:clrScheme name="Enagás">
      <a:dk1>
        <a:sysClr val="windowText" lastClr="000000"/>
      </a:dk1>
      <a:lt1>
        <a:sysClr val="window" lastClr="FFFFFF"/>
      </a:lt1>
      <a:dk2>
        <a:srgbClr val="44546A"/>
      </a:dk2>
      <a:lt2>
        <a:srgbClr val="E7E6E6"/>
      </a:lt2>
      <a:accent1>
        <a:srgbClr val="007AAE"/>
      </a:accent1>
      <a:accent2>
        <a:srgbClr val="9CB700"/>
      </a:accent2>
      <a:accent3>
        <a:srgbClr val="63666A"/>
      </a:accent3>
      <a:accent4>
        <a:srgbClr val="00B5E2"/>
      </a:accent4>
      <a:accent5>
        <a:srgbClr val="FFB81C"/>
      </a:accent5>
      <a:accent6>
        <a:srgbClr val="FFFFFF"/>
      </a:accent6>
      <a:hlink>
        <a:srgbClr val="0563C1"/>
      </a:hlink>
      <a:folHlink>
        <a:srgbClr val="954F72"/>
      </a:folHlink>
    </a:clrScheme>
    <a:fontScheme name="Personalizado 1">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olidFill>
            <a:schemeClr val="accent1"/>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esentación1" id="{B05A2A09-AB1E-49F4-8EF5-852076001084}" vid="{7A27A82D-3FA2-4480-BBB2-244A982ECB2D}"/>
    </a:ext>
  </a:extLst>
</a:theme>
</file>

<file path=ppt/theme/theme4.xml><?xml version="1.0" encoding="utf-8"?>
<a:theme xmlns:a="http://schemas.openxmlformats.org/drawingml/2006/main" name="CIERRES">
  <a:themeElements>
    <a:clrScheme name="Enagás">
      <a:dk1>
        <a:sysClr val="windowText" lastClr="000000"/>
      </a:dk1>
      <a:lt1>
        <a:sysClr val="window" lastClr="FFFFFF"/>
      </a:lt1>
      <a:dk2>
        <a:srgbClr val="44546A"/>
      </a:dk2>
      <a:lt2>
        <a:srgbClr val="E7E6E6"/>
      </a:lt2>
      <a:accent1>
        <a:srgbClr val="007AAE"/>
      </a:accent1>
      <a:accent2>
        <a:srgbClr val="9CB700"/>
      </a:accent2>
      <a:accent3>
        <a:srgbClr val="63666A"/>
      </a:accent3>
      <a:accent4>
        <a:srgbClr val="00B5E2"/>
      </a:accent4>
      <a:accent5>
        <a:srgbClr val="FFB81C"/>
      </a:accent5>
      <a:accent6>
        <a:srgbClr val="FFFFFF"/>
      </a:accent6>
      <a:hlink>
        <a:srgbClr val="0563C1"/>
      </a:hlink>
      <a:folHlink>
        <a:srgbClr val="954F72"/>
      </a:folHlink>
    </a:clrScheme>
    <a:fontScheme name="Personalizado 1">
      <a:majorFont>
        <a:latin typeface="Verdan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ción1" id="{B05A2A09-AB1E-49F4-8EF5-852076001084}" vid="{040286F5-0FC6-4904-98C2-46ACE7C66119}"/>
    </a:ext>
  </a:extLst>
</a:theme>
</file>

<file path=ppt/theme/theme5.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841eac5-b4b0-4244-b60a-f629dbdcb0cc">
      <Terms xmlns="http://schemas.microsoft.com/office/infopath/2007/PartnerControls"/>
    </lcf76f155ced4ddcb4097134ff3c332f>
    <TaxCatchAll xmlns="779a45df-2b94-4221-a031-b06477108c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3C8A6744A6DACA4A85F5717C91CAF9DF" ma:contentTypeVersion="11" ma:contentTypeDescription="Crear nuevo documento." ma:contentTypeScope="" ma:versionID="42cd996d4ababeb757980679842f76ac">
  <xsd:schema xmlns:xsd="http://www.w3.org/2001/XMLSchema" xmlns:xs="http://www.w3.org/2001/XMLSchema" xmlns:p="http://schemas.microsoft.com/office/2006/metadata/properties" xmlns:ns2="1841eac5-b4b0-4244-b60a-f629dbdcb0cc" xmlns:ns3="779a45df-2b94-4221-a031-b06477108c1e" targetNamespace="http://schemas.microsoft.com/office/2006/metadata/properties" ma:root="true" ma:fieldsID="a0d098d53da39906cc42df1f6f8a2fa4" ns2:_="" ns3:_="">
    <xsd:import namespace="1841eac5-b4b0-4244-b60a-f629dbdcb0cc"/>
    <xsd:import namespace="779a45df-2b94-4221-a031-b06477108c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841eac5-b4b0-4244-b60a-f629dbdcb0c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63893423-6642-4e46-86c7-65b14e417bc2"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79a45df-2b94-4221-a031-b06477108c1e"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4525e18-e4f9-4cd8-b371-15e4b6538c6c}" ma:internalName="TaxCatchAll" ma:showField="CatchAllData" ma:web="779a45df-2b94-4221-a031-b06477108c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631F27C-6E9E-417F-B2FD-B2DC2B14F772}">
  <ds:schemaRefs>
    <ds:schemaRef ds:uri="http://purl.org/dc/elements/1.1/"/>
    <ds:schemaRef ds:uri="http://schemas.microsoft.com/office/2006/metadata/properties"/>
    <ds:schemaRef ds:uri="779a45df-2b94-4221-a031-b06477108c1e"/>
    <ds:schemaRef ds:uri="1841eac5-b4b0-4244-b60a-f629dbdcb0cc"/>
    <ds:schemaRef ds:uri="http://purl.org/dc/dcmitype/"/>
    <ds:schemaRef ds:uri="http://www.w3.org/XML/1998/namespace"/>
    <ds:schemaRef ds:uri="http://schemas.microsoft.com/office/2006/documentManagement/types"/>
    <ds:schemaRef ds:uri="http://schemas.microsoft.com/office/infopath/2007/PartnerControls"/>
    <ds:schemaRef ds:uri="http://schemas.openxmlformats.org/package/2006/metadata/core-properties"/>
    <ds:schemaRef ds:uri="http://purl.org/dc/terms/"/>
  </ds:schemaRefs>
</ds:datastoreItem>
</file>

<file path=customXml/itemProps2.xml><?xml version="1.0" encoding="utf-8"?>
<ds:datastoreItem xmlns:ds="http://schemas.openxmlformats.org/officeDocument/2006/customXml" ds:itemID="{E93EC387-034B-467B-B689-C474C0F6BCF3}">
  <ds:schemaRefs>
    <ds:schemaRef ds:uri="http://schemas.microsoft.com/sharepoint/v3/contenttype/forms"/>
  </ds:schemaRefs>
</ds:datastoreItem>
</file>

<file path=customXml/itemProps3.xml><?xml version="1.0" encoding="utf-8"?>
<ds:datastoreItem xmlns:ds="http://schemas.openxmlformats.org/officeDocument/2006/customXml" ds:itemID="{085BF74C-44D6-4605-A98C-D192D7559C5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841eac5-b4b0-4244-b60a-f629dbdcb0cc"/>
    <ds:schemaRef ds:uri="779a45df-2b94-4221-a031-b06477108c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1 - Plantilla PPT Enagás</Template>
  <TotalTime>5266</TotalTime>
  <Words>3045</Words>
  <Application>Microsoft Office PowerPoint</Application>
  <PresentationFormat>Presentación en pantalla (16:9)</PresentationFormat>
  <Paragraphs>607</Paragraphs>
  <Slides>63</Slides>
  <Notes>54</Notes>
  <HiddenSlides>0</HiddenSlides>
  <MMClips>0</MMClips>
  <ScaleCrop>false</ScaleCrop>
  <HeadingPairs>
    <vt:vector size="6" baseType="variant">
      <vt:variant>
        <vt:lpstr>Fuentes usadas</vt:lpstr>
      </vt:variant>
      <vt:variant>
        <vt:i4>6</vt:i4>
      </vt:variant>
      <vt:variant>
        <vt:lpstr>Tema</vt:lpstr>
      </vt:variant>
      <vt:variant>
        <vt:i4>4</vt:i4>
      </vt:variant>
      <vt:variant>
        <vt:lpstr>Títulos de diapositiva</vt:lpstr>
      </vt:variant>
      <vt:variant>
        <vt:i4>63</vt:i4>
      </vt:variant>
    </vt:vector>
  </HeadingPairs>
  <TitlesOfParts>
    <vt:vector size="73" baseType="lpstr">
      <vt:lpstr>Cambria Math</vt:lpstr>
      <vt:lpstr>Wingdings</vt:lpstr>
      <vt:lpstr>Enagás PT Serif</vt:lpstr>
      <vt:lpstr>Aptos Narrow</vt:lpstr>
      <vt:lpstr>Arial</vt:lpstr>
      <vt:lpstr>Verdana</vt:lpstr>
      <vt:lpstr>PORTADAS</vt:lpstr>
      <vt:lpstr>ÍNDICES</vt:lpstr>
      <vt:lpstr>1_SLIDE BASE </vt:lpstr>
      <vt:lpstr>CIERRES</vt:lpstr>
      <vt:lpstr>Presentación de PowerPoint</vt:lpstr>
      <vt:lpstr>Índice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Batres Fernandez, Ana</dc:creator>
  <cp:keywords/>
  <dc:description/>
  <cp:lastModifiedBy>Batres Fernandez, Ana</cp:lastModifiedBy>
  <cp:revision>40</cp:revision>
  <cp:lastPrinted>2023-10-10T14:09:26Z</cp:lastPrinted>
  <dcterms:created xsi:type="dcterms:W3CDTF">2026-05-21T06:32:14Z</dcterms:created>
  <dcterms:modified xsi:type="dcterms:W3CDTF">2026-06-26T11:49:05Z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0x0101003C8A6744A6DACA4A85F5717C91CAF9DF</vt:lpwstr>
  </property>
  <property fmtid="{D5CDD505-2E9C-101B-9397-08002B2CF9AE}" pid="3" name="MediaServiceImageTags">
    <vt:lpwstr/>
  </property>
</Properties>
</file>